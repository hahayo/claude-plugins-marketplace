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0" r:id="rId1"/>
    <p:sldMasterId id="2147483661" r:id="rId2"/>
  </p:sldMasterIdLst>
  <p:notesMasterIdLst>
    <p:notesMasterId r:id="rId21"/>
  </p:notesMasterIdLst>
  <p:handoutMasterIdLst>
    <p:handoutMasterId r:id="rId22"/>
  </p:handoutMasterIdLst>
  <p:sldIdLst>
    <p:sldId id="327" r:id="rId3"/>
    <p:sldId id="329" r:id="rId4"/>
    <p:sldId id="311" r:id="rId5"/>
    <p:sldId id="315" r:id="rId6"/>
    <p:sldId id="314" r:id="rId7"/>
    <p:sldId id="317" r:id="rId8"/>
    <p:sldId id="312" r:id="rId9"/>
    <p:sldId id="313" r:id="rId10"/>
    <p:sldId id="316" r:id="rId11"/>
    <p:sldId id="318" r:id="rId12"/>
    <p:sldId id="319" r:id="rId13"/>
    <p:sldId id="320" r:id="rId14"/>
    <p:sldId id="321" r:id="rId15"/>
    <p:sldId id="322" r:id="rId16"/>
    <p:sldId id="323" r:id="rId17"/>
    <p:sldId id="324" r:id="rId18"/>
    <p:sldId id="325" r:id="rId19"/>
    <p:sldId id="328" r:id="rId20"/>
  </p:sldIdLst>
  <p:sldSz cx="9144000" cy="5143500" type="screen16x9"/>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47">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5DB22"/>
    <a:srgbClr val="005082"/>
    <a:srgbClr val="246B84"/>
    <a:srgbClr val="2A7D9A"/>
    <a:srgbClr val="2A9AA6"/>
    <a:srgbClr val="2ECAD7"/>
    <a:srgbClr val="FFFFFF"/>
    <a:srgbClr val="22AAE4"/>
    <a:srgbClr val="2A81C6"/>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366" autoAdjust="0"/>
    <p:restoredTop sz="94660"/>
  </p:normalViewPr>
  <p:slideViewPr>
    <p:cSldViewPr showGuides="1">
      <p:cViewPr varScale="1">
        <p:scale>
          <a:sx n="135" d="100"/>
          <a:sy n="135" d="100"/>
        </p:scale>
        <p:origin x="132" y="294"/>
      </p:cViewPr>
      <p:guideLst>
        <p:guide orient="horz" pos="1847"/>
        <p:guide pos="2880"/>
      </p:guideLst>
    </p:cSldViewPr>
  </p:slideViewPr>
  <p:notesTextViewPr>
    <p:cViewPr>
      <p:scale>
        <a:sx n="1" d="1"/>
        <a:sy n="1" d="1"/>
      </p:scale>
      <p:origin x="0" y="0"/>
    </p:cViewPr>
  </p:notesTextViewPr>
  <p:notesViewPr>
    <p:cSldViewPr showGuides="1">
      <p:cViewPr varScale="1">
        <p:scale>
          <a:sx n="83" d="100"/>
          <a:sy n="83" d="100"/>
        </p:scale>
        <p:origin x="-319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ln w="22225">
              <a:solidFill>
                <a:schemeClr val="bg1"/>
              </a:solidFill>
            </a:ln>
          </c:spPr>
          <c:dPt>
            <c:idx val="0"/>
            <c:bubble3D val="0"/>
            <c:spPr>
              <a:solidFill>
                <a:schemeClr val="accent3"/>
              </a:solidFill>
              <a:ln w="22225">
                <a:solidFill>
                  <a:schemeClr val="bg1"/>
                </a:solidFill>
              </a:ln>
            </c:spPr>
            <c:extLst>
              <c:ext xmlns:c16="http://schemas.microsoft.com/office/drawing/2014/chart" uri="{C3380CC4-5D6E-409C-BE32-E72D297353CC}">
                <c16:uniqueId val="{00000001-A59B-4163-9EBC-A3263C48F305}"/>
              </c:ext>
            </c:extLst>
          </c:dPt>
          <c:dPt>
            <c:idx val="1"/>
            <c:bubble3D val="0"/>
            <c:spPr>
              <a:solidFill>
                <a:schemeClr val="accent2"/>
              </a:solidFill>
              <a:ln w="22225">
                <a:solidFill>
                  <a:schemeClr val="bg1"/>
                </a:solidFill>
              </a:ln>
            </c:spPr>
            <c:extLst>
              <c:ext xmlns:c16="http://schemas.microsoft.com/office/drawing/2014/chart" uri="{C3380CC4-5D6E-409C-BE32-E72D297353CC}">
                <c16:uniqueId val="{00000003-A59B-4163-9EBC-A3263C48F305}"/>
              </c:ext>
            </c:extLst>
          </c:dPt>
          <c:dPt>
            <c:idx val="2"/>
            <c:bubble3D val="0"/>
            <c:spPr>
              <a:solidFill>
                <a:schemeClr val="accent1"/>
              </a:solidFill>
              <a:ln w="22225">
                <a:solidFill>
                  <a:schemeClr val="bg1"/>
                </a:solidFill>
              </a:ln>
            </c:spPr>
            <c:extLst>
              <c:ext xmlns:c16="http://schemas.microsoft.com/office/drawing/2014/chart" uri="{C3380CC4-5D6E-409C-BE32-E72D297353CC}">
                <c16:uniqueId val="{00000005-A59B-4163-9EBC-A3263C48F305}"/>
              </c:ext>
            </c:extLst>
          </c:dPt>
          <c:cat>
            <c:strRef>
              <c:f>Sheet1!$A$2:$A$4</c:f>
              <c:strCache>
                <c:ptCount val="3"/>
                <c:pt idx="0">
                  <c:v>1st Qtr</c:v>
                </c:pt>
                <c:pt idx="1">
                  <c:v>2nd Qtr</c:v>
                </c:pt>
                <c:pt idx="2">
                  <c:v>3rd Qtr</c:v>
                </c:pt>
              </c:strCache>
            </c:strRef>
          </c:cat>
          <c:val>
            <c:numRef>
              <c:f>Sheet1!$B$2:$B$4</c:f>
              <c:numCache>
                <c:formatCode>General</c:formatCode>
                <c:ptCount val="3"/>
                <c:pt idx="0">
                  <c:v>70</c:v>
                </c:pt>
                <c:pt idx="1">
                  <c:v>20</c:v>
                </c:pt>
                <c:pt idx="2">
                  <c:v>10</c:v>
                </c:pt>
              </c:numCache>
            </c:numRef>
          </c:val>
          <c:extLst>
            <c:ext xmlns:c16="http://schemas.microsoft.com/office/drawing/2014/chart" uri="{C3380CC4-5D6E-409C-BE32-E72D297353CC}">
              <c16:uniqueId val="{00000006-A59B-4163-9EBC-A3263C48F305}"/>
            </c:ext>
          </c:extLst>
        </c:ser>
        <c:dLbls>
          <c:showLegendKey val="0"/>
          <c:showVal val="0"/>
          <c:showCatName val="0"/>
          <c:showSerName val="0"/>
          <c:showPercent val="0"/>
          <c:showBubbleSize val="0"/>
          <c:showLeaderLines val="1"/>
        </c:dLbls>
        <c:firstSliceAng val="0"/>
      </c:pieChart>
    </c:plotArea>
    <c:plotVisOnly val="1"/>
    <c:dispBlanksAs val="gap"/>
    <c:showDLblsOverMax val="0"/>
  </c:chart>
  <c:txPr>
    <a:bodyPr/>
    <a:lstStyle/>
    <a:p>
      <a:pPr>
        <a:defRPr sz="1800"/>
      </a:pPr>
      <a:endParaRPr lang="zh-TW"/>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Sheet1!$B$1</c:f>
              <c:strCache>
                <c:ptCount val="1"/>
                <c:pt idx="0">
                  <c:v>Series 1</c:v>
                </c:pt>
              </c:strCache>
            </c:strRef>
          </c:tx>
          <c:spPr>
            <a:solidFill>
              <a:schemeClr val="accent3"/>
            </a:solidFill>
            <a:effectLst/>
          </c:spPr>
          <c:invertIfNegative val="0"/>
          <c:dPt>
            <c:idx val="0"/>
            <c:invertIfNegative val="0"/>
            <c:bubble3D val="0"/>
            <c:extLst>
              <c:ext xmlns:c16="http://schemas.microsoft.com/office/drawing/2014/chart" uri="{C3380CC4-5D6E-409C-BE32-E72D297353CC}">
                <c16:uniqueId val="{00000000-BA66-404B-BAD3-B7FF83CF1A22}"/>
              </c:ext>
            </c:extLst>
          </c:dPt>
          <c:dPt>
            <c:idx val="1"/>
            <c:invertIfNegative val="0"/>
            <c:bubble3D val="0"/>
            <c:extLst>
              <c:ext xmlns:c16="http://schemas.microsoft.com/office/drawing/2014/chart" uri="{C3380CC4-5D6E-409C-BE32-E72D297353CC}">
                <c16:uniqueId val="{00000001-BA66-404B-BAD3-B7FF83CF1A22}"/>
              </c:ext>
            </c:extLst>
          </c:dPt>
          <c:dPt>
            <c:idx val="2"/>
            <c:invertIfNegative val="0"/>
            <c:bubble3D val="0"/>
            <c:extLst>
              <c:ext xmlns:c16="http://schemas.microsoft.com/office/drawing/2014/chart" uri="{C3380CC4-5D6E-409C-BE32-E72D297353CC}">
                <c16:uniqueId val="{00000002-BA66-404B-BAD3-B7FF83CF1A22}"/>
              </c:ext>
            </c:extLst>
          </c:dPt>
          <c:dPt>
            <c:idx val="3"/>
            <c:invertIfNegative val="0"/>
            <c:bubble3D val="0"/>
            <c:extLst>
              <c:ext xmlns:c16="http://schemas.microsoft.com/office/drawing/2014/chart" uri="{C3380CC4-5D6E-409C-BE32-E72D297353CC}">
                <c16:uniqueId val="{00000003-BA66-404B-BAD3-B7FF83CF1A22}"/>
              </c:ext>
            </c:extLst>
          </c:dPt>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65</c:v>
                </c:pt>
                <c:pt idx="1">
                  <c:v>55</c:v>
                </c:pt>
                <c:pt idx="2">
                  <c:v>40</c:v>
                </c:pt>
                <c:pt idx="3">
                  <c:v>80</c:v>
                </c:pt>
              </c:numCache>
            </c:numRef>
          </c:val>
          <c:extLst>
            <c:ext xmlns:c16="http://schemas.microsoft.com/office/drawing/2014/chart" uri="{C3380CC4-5D6E-409C-BE32-E72D297353CC}">
              <c16:uniqueId val="{00000004-BA66-404B-BAD3-B7FF83CF1A22}"/>
            </c:ext>
          </c:extLst>
        </c:ser>
        <c:dLbls>
          <c:showLegendKey val="0"/>
          <c:showVal val="0"/>
          <c:showCatName val="0"/>
          <c:showSerName val="0"/>
          <c:showPercent val="0"/>
          <c:showBubbleSize val="0"/>
        </c:dLbls>
        <c:gapWidth val="60"/>
        <c:overlap val="100"/>
        <c:axId val="188332112"/>
        <c:axId val="128059952"/>
      </c:barChart>
      <c:catAx>
        <c:axId val="188332112"/>
        <c:scaling>
          <c:orientation val="minMax"/>
        </c:scaling>
        <c:delete val="1"/>
        <c:axPos val="l"/>
        <c:numFmt formatCode="General" sourceLinked="0"/>
        <c:majorTickMark val="out"/>
        <c:minorTickMark val="none"/>
        <c:tickLblPos val="nextTo"/>
        <c:crossAx val="128059952"/>
        <c:crosses val="autoZero"/>
        <c:auto val="1"/>
        <c:lblAlgn val="ctr"/>
        <c:lblOffset val="100"/>
        <c:noMultiLvlLbl val="0"/>
      </c:catAx>
      <c:valAx>
        <c:axId val="128059952"/>
        <c:scaling>
          <c:orientation val="minMax"/>
        </c:scaling>
        <c:delete val="1"/>
        <c:axPos val="b"/>
        <c:majorGridlines>
          <c:spPr>
            <a:ln>
              <a:noFill/>
            </a:ln>
          </c:spPr>
        </c:majorGridlines>
        <c:numFmt formatCode="General" sourceLinked="1"/>
        <c:majorTickMark val="out"/>
        <c:minorTickMark val="none"/>
        <c:tickLblPos val="nextTo"/>
        <c:crossAx val="188332112"/>
        <c:crosses val="autoZero"/>
        <c:crossBetween val="between"/>
      </c:valAx>
      <c:spPr>
        <a:noFill/>
        <a:ln>
          <a:noFill/>
        </a:ln>
      </c:spPr>
    </c:plotArea>
    <c:plotVisOnly val="1"/>
    <c:dispBlanksAs val="gap"/>
    <c:showDLblsOverMax val="0"/>
  </c:chart>
  <c:spPr>
    <a:effectLst/>
  </c:spPr>
  <c:txPr>
    <a:bodyPr/>
    <a:lstStyle/>
    <a:p>
      <a:pPr>
        <a:defRPr sz="1800"/>
      </a:pPr>
      <a:endParaRPr lang="zh-TW"/>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Sheet1!$B$1</c:f>
              <c:strCache>
                <c:ptCount val="1"/>
                <c:pt idx="0">
                  <c:v>Series 1</c:v>
                </c:pt>
              </c:strCache>
            </c:strRef>
          </c:tx>
          <c:spPr>
            <a:solidFill>
              <a:schemeClr val="tx2"/>
            </a:solidFill>
            <a:effectLst/>
          </c:spPr>
          <c:invertIfNegative val="0"/>
          <c:dPt>
            <c:idx val="0"/>
            <c:invertIfNegative val="0"/>
            <c:bubble3D val="0"/>
            <c:extLst>
              <c:ext xmlns:c16="http://schemas.microsoft.com/office/drawing/2014/chart" uri="{C3380CC4-5D6E-409C-BE32-E72D297353CC}">
                <c16:uniqueId val="{00000000-33D5-42C3-8C44-21789948AFEC}"/>
              </c:ext>
            </c:extLst>
          </c:dPt>
          <c:dPt>
            <c:idx val="1"/>
            <c:invertIfNegative val="0"/>
            <c:bubble3D val="0"/>
            <c:extLst>
              <c:ext xmlns:c16="http://schemas.microsoft.com/office/drawing/2014/chart" uri="{C3380CC4-5D6E-409C-BE32-E72D297353CC}">
                <c16:uniqueId val="{00000001-33D5-42C3-8C44-21789948AFEC}"/>
              </c:ext>
            </c:extLst>
          </c:dPt>
          <c:dPt>
            <c:idx val="2"/>
            <c:invertIfNegative val="0"/>
            <c:bubble3D val="0"/>
            <c:extLst>
              <c:ext xmlns:c16="http://schemas.microsoft.com/office/drawing/2014/chart" uri="{C3380CC4-5D6E-409C-BE32-E72D297353CC}">
                <c16:uniqueId val="{00000002-33D5-42C3-8C44-21789948AFEC}"/>
              </c:ext>
            </c:extLst>
          </c:dPt>
          <c:dPt>
            <c:idx val="3"/>
            <c:invertIfNegative val="0"/>
            <c:bubble3D val="0"/>
            <c:extLst>
              <c:ext xmlns:c16="http://schemas.microsoft.com/office/drawing/2014/chart" uri="{C3380CC4-5D6E-409C-BE32-E72D297353CC}">
                <c16:uniqueId val="{00000003-33D5-42C3-8C44-21789948AFEC}"/>
              </c:ext>
            </c:extLst>
          </c:dPt>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45</c:v>
                </c:pt>
                <c:pt idx="1">
                  <c:v>50</c:v>
                </c:pt>
                <c:pt idx="2">
                  <c:v>65</c:v>
                </c:pt>
                <c:pt idx="3">
                  <c:v>50</c:v>
                </c:pt>
              </c:numCache>
            </c:numRef>
          </c:val>
          <c:extLst>
            <c:ext xmlns:c16="http://schemas.microsoft.com/office/drawing/2014/chart" uri="{C3380CC4-5D6E-409C-BE32-E72D297353CC}">
              <c16:uniqueId val="{00000004-33D5-42C3-8C44-21789948AFEC}"/>
            </c:ext>
          </c:extLst>
        </c:ser>
        <c:dLbls>
          <c:showLegendKey val="0"/>
          <c:showVal val="0"/>
          <c:showCatName val="0"/>
          <c:showSerName val="0"/>
          <c:showPercent val="0"/>
          <c:showBubbleSize val="0"/>
        </c:dLbls>
        <c:gapWidth val="60"/>
        <c:overlap val="100"/>
        <c:axId val="193125480"/>
        <c:axId val="193130576"/>
      </c:barChart>
      <c:catAx>
        <c:axId val="193125480"/>
        <c:scaling>
          <c:orientation val="minMax"/>
        </c:scaling>
        <c:delete val="1"/>
        <c:axPos val="l"/>
        <c:numFmt formatCode="General" sourceLinked="0"/>
        <c:majorTickMark val="out"/>
        <c:minorTickMark val="none"/>
        <c:tickLblPos val="nextTo"/>
        <c:crossAx val="193130576"/>
        <c:crosses val="autoZero"/>
        <c:auto val="1"/>
        <c:lblAlgn val="ctr"/>
        <c:lblOffset val="100"/>
        <c:noMultiLvlLbl val="0"/>
      </c:catAx>
      <c:valAx>
        <c:axId val="193130576"/>
        <c:scaling>
          <c:orientation val="minMax"/>
        </c:scaling>
        <c:delete val="1"/>
        <c:axPos val="b"/>
        <c:majorGridlines>
          <c:spPr>
            <a:ln>
              <a:noFill/>
            </a:ln>
          </c:spPr>
        </c:majorGridlines>
        <c:numFmt formatCode="General" sourceLinked="1"/>
        <c:majorTickMark val="out"/>
        <c:minorTickMark val="none"/>
        <c:tickLblPos val="nextTo"/>
        <c:crossAx val="193125480"/>
        <c:crosses val="autoZero"/>
        <c:crossBetween val="between"/>
      </c:valAx>
      <c:spPr>
        <a:noFill/>
        <a:ln>
          <a:noFill/>
        </a:ln>
      </c:spPr>
    </c:plotArea>
    <c:plotVisOnly val="1"/>
    <c:dispBlanksAs val="gap"/>
    <c:showDLblsOverMax val="0"/>
  </c:chart>
  <c:spPr>
    <a:effectLst/>
  </c:spPr>
  <c:txPr>
    <a:bodyPr/>
    <a:lstStyle/>
    <a:p>
      <a:pPr>
        <a:defRPr sz="1800"/>
      </a:pPr>
      <a:endParaRPr lang="zh-TW"/>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5"/>
              </a:solidFill>
            </c:spPr>
            <c:extLst>
              <c:ext xmlns:c16="http://schemas.microsoft.com/office/drawing/2014/chart" uri="{C3380CC4-5D6E-409C-BE32-E72D297353CC}">
                <c16:uniqueId val="{00000001-11EE-4952-9A8C-4A70C251C570}"/>
              </c:ext>
            </c:extLst>
          </c:dPt>
          <c:dPt>
            <c:idx val="1"/>
            <c:bubble3D val="0"/>
            <c:spPr>
              <a:solidFill>
                <a:schemeClr val="bg1"/>
              </a:solidFill>
            </c:spPr>
            <c:extLst>
              <c:ext xmlns:c16="http://schemas.microsoft.com/office/drawing/2014/chart" uri="{C3380CC4-5D6E-409C-BE32-E72D297353CC}">
                <c16:uniqueId val="{00000003-11EE-4952-9A8C-4A70C251C570}"/>
              </c:ext>
            </c:extLst>
          </c:dPt>
          <c:cat>
            <c:strRef>
              <c:f>Sheet1!$A$2:$A$3</c:f>
              <c:strCache>
                <c:ptCount val="2"/>
                <c:pt idx="0">
                  <c:v>1st Qtr</c:v>
                </c:pt>
                <c:pt idx="1">
                  <c:v>2nd Qtr</c:v>
                </c:pt>
              </c:strCache>
            </c:strRef>
          </c:cat>
          <c:val>
            <c:numRef>
              <c:f>Sheet1!$B$2:$B$3</c:f>
              <c:numCache>
                <c:formatCode>General</c:formatCode>
                <c:ptCount val="2"/>
                <c:pt idx="0">
                  <c:v>55</c:v>
                </c:pt>
                <c:pt idx="1">
                  <c:v>30</c:v>
                </c:pt>
              </c:numCache>
            </c:numRef>
          </c:val>
          <c:extLst>
            <c:ext xmlns:c16="http://schemas.microsoft.com/office/drawing/2014/chart" uri="{C3380CC4-5D6E-409C-BE32-E72D297353CC}">
              <c16:uniqueId val="{00000004-11EE-4952-9A8C-4A70C251C570}"/>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zh-TW"/>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6D8650D-2A1A-4B2C-B959-20661077183E}" type="datetimeFigureOut">
              <a:rPr lang="ko-KR" altLang="en-US" smtClean="0"/>
              <a:t>2020-02-11</a:t>
            </a:fld>
            <a:endParaRPr lang="ko-KR" alt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5A554F8-E850-4E03-9C23-5B865B318DDD}" type="slidenum">
              <a:rPr lang="ko-KR" altLang="en-US" smtClean="0"/>
              <a:t>‹#›</a:t>
            </a:fld>
            <a:endParaRPr lang="ko-KR" altLang="en-US"/>
          </a:p>
        </p:txBody>
      </p:sp>
    </p:spTree>
    <p:extLst>
      <p:ext uri="{BB962C8B-B14F-4D97-AF65-F5344CB8AC3E}">
        <p14:creationId xmlns:p14="http://schemas.microsoft.com/office/powerpoint/2010/main" val="15261466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57310D-4A3C-4D77-B033-5B6B2884639D}" type="datetimeFigureOut">
              <a:rPr lang="ko-KR" altLang="en-US" smtClean="0"/>
              <a:t>2020-02-11</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A37324-3276-4269-A08A-7EE752CC5FA3}" type="slidenum">
              <a:rPr lang="ko-KR" altLang="en-US" smtClean="0"/>
              <a:t>‹#›</a:t>
            </a:fld>
            <a:endParaRPr lang="ko-KR" altLang="en-US"/>
          </a:p>
        </p:txBody>
      </p:sp>
    </p:spTree>
    <p:extLst>
      <p:ext uri="{BB962C8B-B14F-4D97-AF65-F5344CB8AC3E}">
        <p14:creationId xmlns:p14="http://schemas.microsoft.com/office/powerpoint/2010/main" val="403774854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封面1">
    <p:bg>
      <p:bgPr>
        <a:solidFill>
          <a:schemeClr val="bg1"/>
        </a:solidFill>
        <a:effectLst/>
      </p:bgPr>
    </p:bg>
    <p:spTree>
      <p:nvGrpSpPr>
        <p:cNvPr id="1" name=""/>
        <p:cNvGrpSpPr/>
        <p:nvPr/>
      </p:nvGrpSpPr>
      <p:grpSpPr>
        <a:xfrm>
          <a:off x="0" y="0"/>
          <a:ext cx="0" cy="0"/>
          <a:chOff x="0" y="0"/>
          <a:chExt cx="0" cy="0"/>
        </a:xfrm>
      </p:grpSpPr>
      <p:pic>
        <p:nvPicPr>
          <p:cNvPr id="5" name="圖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標題 1"/>
          <p:cNvSpPr>
            <a:spLocks noGrp="1"/>
          </p:cNvSpPr>
          <p:nvPr>
            <p:ph type="title" hasCustomPrompt="1"/>
          </p:nvPr>
        </p:nvSpPr>
        <p:spPr>
          <a:xfrm>
            <a:off x="612871" y="693593"/>
            <a:ext cx="4514069" cy="504056"/>
          </a:xfrm>
          <a:prstGeom prst="rect">
            <a:avLst/>
          </a:prstGeom>
        </p:spPr>
        <p:txBody>
          <a:bodyPr/>
          <a:lstStyle>
            <a:lvl1pPr algn="l">
              <a:defRPr sz="2800">
                <a:solidFill>
                  <a:schemeClr val="accent5"/>
                </a:solidFill>
              </a:defRPr>
            </a:lvl1pPr>
          </a:lstStyle>
          <a:p>
            <a:r>
              <a:rPr lang="zh-TW" altLang="en-US" dirty="0"/>
              <a:t>按一以編輯母片標題樣式</a:t>
            </a:r>
          </a:p>
        </p:txBody>
      </p:sp>
      <p:sp>
        <p:nvSpPr>
          <p:cNvPr id="11" name="文字版面配置區 10"/>
          <p:cNvSpPr>
            <a:spLocks noGrp="1"/>
          </p:cNvSpPr>
          <p:nvPr>
            <p:ph type="body" sz="quarter" idx="10"/>
          </p:nvPr>
        </p:nvSpPr>
        <p:spPr>
          <a:xfrm>
            <a:off x="612871" y="1593479"/>
            <a:ext cx="4319169" cy="2130400"/>
          </a:xfrm>
          <a:prstGeom prst="rect">
            <a:avLst/>
          </a:prstGeom>
        </p:spPr>
        <p:txBody>
          <a:bodyPr/>
          <a:lstStyle>
            <a:lvl1pPr marL="0" indent="0">
              <a:buNone/>
              <a:defRPr sz="4400" b="1">
                <a:solidFill>
                  <a:schemeClr val="bg1"/>
                </a:solidFill>
                <a:latin typeface="Microsoft YaHei" panose="020B0503020204020204" pitchFamily="34" charset="-122"/>
                <a:ea typeface="Microsoft YaHei" panose="020B0503020204020204" pitchFamily="34" charset="-122"/>
              </a:defRPr>
            </a:lvl1pPr>
          </a:lstStyle>
          <a:p>
            <a:pPr lvl="0"/>
            <a:r>
              <a:rPr lang="zh-TW" altLang="en-US" dirty="0"/>
              <a:t>編輯母片文字樣</a:t>
            </a:r>
          </a:p>
        </p:txBody>
      </p:sp>
      <p:sp>
        <p:nvSpPr>
          <p:cNvPr id="15" name="文字版面配置區 14"/>
          <p:cNvSpPr>
            <a:spLocks noGrp="1"/>
          </p:cNvSpPr>
          <p:nvPr>
            <p:ph type="body" sz="quarter" idx="11" hasCustomPrompt="1"/>
          </p:nvPr>
        </p:nvSpPr>
        <p:spPr>
          <a:xfrm>
            <a:off x="612775" y="3939902"/>
            <a:ext cx="4514069" cy="648072"/>
          </a:xfrm>
          <a:prstGeom prst="rect">
            <a:avLst/>
          </a:prstGeom>
        </p:spPr>
        <p:txBody>
          <a:bodyPr/>
          <a:lstStyle>
            <a:lvl1pPr marL="0" indent="0" eaLnBrk="1" hangingPunct="1">
              <a:lnSpc>
                <a:spcPct val="130000"/>
              </a:lnSpc>
              <a:buNone/>
              <a:defRPr sz="1600" b="1">
                <a:solidFill>
                  <a:schemeClr val="bg1"/>
                </a:solidFill>
                <a:latin typeface="+mj-lt"/>
                <a:ea typeface="Microsoft YaHei" panose="020B0503020204020204" pitchFamily="34" charset="-122"/>
              </a:defRPr>
            </a:lvl1pPr>
            <a:lvl3pPr marL="914400" indent="0">
              <a:buNone/>
              <a:defRPr/>
            </a:lvl3pPr>
            <a:lvl4pPr marL="1371600" indent="0">
              <a:buNone/>
              <a:defRPr/>
            </a:lvl4pPr>
          </a:lstStyle>
          <a:p>
            <a:pPr eaLnBrk="1" hangingPunct="1">
              <a:lnSpc>
                <a:spcPts val="1275"/>
              </a:lnSpc>
            </a:pPr>
            <a:r>
              <a:rPr kumimoji="0" lang="en-US" altLang="zh-TW" sz="1400" dirty="0">
                <a:solidFill>
                  <a:schemeClr val="accent5"/>
                </a:solidFill>
                <a:latin typeface="+mj-lt"/>
                <a:ea typeface="微軟正黑體" panose="020B0604030504040204" pitchFamily="34" charset="-120"/>
              </a:rPr>
              <a:t>To strive, to seek, to find, and not to yield.</a:t>
            </a:r>
            <a:r>
              <a:rPr kumimoji="0" lang="en-US" altLang="zh-TW" sz="1400" dirty="0">
                <a:solidFill>
                  <a:srgbClr val="FFC000"/>
                </a:solidFill>
                <a:latin typeface="+mj-lt"/>
                <a:ea typeface="微軟正黑體" panose="020B0604030504040204" pitchFamily="34" charset="-120"/>
              </a:rPr>
              <a:t> </a:t>
            </a:r>
            <a:endParaRPr lang="en-US" altLang="zh-CN" sz="1400" dirty="0">
              <a:solidFill>
                <a:srgbClr val="FFC000"/>
              </a:solidFill>
              <a:latin typeface="+mj-lt"/>
              <a:ea typeface="Microsoft YaHei" panose="020B0503020204020204" pitchFamily="34" charset="-122"/>
              <a:cs typeface="Arial" panose="020B0604020202020204" pitchFamily="34" charset="0"/>
            </a:endParaRPr>
          </a:p>
          <a:p>
            <a:pPr eaLnBrk="1" hangingPunct="1">
              <a:lnSpc>
                <a:spcPct val="130000"/>
              </a:lnSpc>
            </a:pPr>
            <a:r>
              <a:rPr lang="zh-TW" altLang="en-US" sz="1400" dirty="0">
                <a:solidFill>
                  <a:srgbClr val="FFFFFF"/>
                </a:solidFill>
                <a:latin typeface="+mj-lt"/>
                <a:ea typeface="Microsoft YaHei" panose="020B0503020204020204" pitchFamily="34" charset="-122"/>
              </a:rPr>
              <a:t>這世界不是因為你能做什麼，而是你該做什麼</a:t>
            </a:r>
            <a:endParaRPr lang="zh-CN" altLang="en-US" sz="1400" dirty="0">
              <a:solidFill>
                <a:srgbClr val="FFFFFF"/>
              </a:solidFill>
              <a:latin typeface="+mj-lt"/>
              <a:ea typeface="Microsoft YaHei" panose="020B0503020204020204" pitchFamily="34" charset="-122"/>
            </a:endParaRPr>
          </a:p>
          <a:p>
            <a:pPr lvl="0"/>
            <a:endParaRPr lang="zh-TW" altLang="en-US" dirty="0"/>
          </a:p>
        </p:txBody>
      </p:sp>
      <p:pic>
        <p:nvPicPr>
          <p:cNvPr id="3" name="圖片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156176" y="4227934"/>
            <a:ext cx="2485231" cy="90029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面2">
    <p:bg>
      <p:bgPr>
        <a:solidFill>
          <a:schemeClr val="bg1"/>
        </a:solidFill>
        <a:effectLst/>
      </p:bgPr>
    </p:bg>
    <p:spTree>
      <p:nvGrpSpPr>
        <p:cNvPr id="1" name=""/>
        <p:cNvGrpSpPr/>
        <p:nvPr/>
      </p:nvGrpSpPr>
      <p:grpSpPr>
        <a:xfrm>
          <a:off x="0" y="0"/>
          <a:ext cx="0" cy="0"/>
          <a:chOff x="0" y="0"/>
          <a:chExt cx="0" cy="0"/>
        </a:xfrm>
      </p:grpSpPr>
      <p:pic>
        <p:nvPicPr>
          <p:cNvPr id="5" name="圖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標題 1"/>
          <p:cNvSpPr>
            <a:spLocks noGrp="1"/>
          </p:cNvSpPr>
          <p:nvPr>
            <p:ph type="title" hasCustomPrompt="1"/>
          </p:nvPr>
        </p:nvSpPr>
        <p:spPr>
          <a:xfrm>
            <a:off x="612871" y="693593"/>
            <a:ext cx="4514069" cy="504056"/>
          </a:xfrm>
          <a:prstGeom prst="rect">
            <a:avLst/>
          </a:prstGeom>
        </p:spPr>
        <p:txBody>
          <a:bodyPr/>
          <a:lstStyle>
            <a:lvl1pPr algn="l">
              <a:defRPr sz="2800">
                <a:solidFill>
                  <a:schemeClr val="accent5"/>
                </a:solidFill>
              </a:defRPr>
            </a:lvl1pPr>
          </a:lstStyle>
          <a:p>
            <a:r>
              <a:rPr lang="zh-TW" altLang="en-US" dirty="0"/>
              <a:t>按一以編輯母片標題樣式</a:t>
            </a:r>
          </a:p>
        </p:txBody>
      </p:sp>
      <p:sp>
        <p:nvSpPr>
          <p:cNvPr id="11" name="文字版面配置區 10"/>
          <p:cNvSpPr>
            <a:spLocks noGrp="1"/>
          </p:cNvSpPr>
          <p:nvPr>
            <p:ph type="body" sz="quarter" idx="10"/>
          </p:nvPr>
        </p:nvSpPr>
        <p:spPr>
          <a:xfrm>
            <a:off x="612871" y="1593479"/>
            <a:ext cx="4319169" cy="2130400"/>
          </a:xfrm>
          <a:prstGeom prst="rect">
            <a:avLst/>
          </a:prstGeom>
        </p:spPr>
        <p:txBody>
          <a:bodyPr/>
          <a:lstStyle>
            <a:lvl1pPr marL="0" indent="0">
              <a:buNone/>
              <a:defRPr sz="4400" b="1">
                <a:solidFill>
                  <a:schemeClr val="bg1"/>
                </a:solidFill>
                <a:latin typeface="Microsoft YaHei" panose="020B0503020204020204" pitchFamily="34" charset="-122"/>
                <a:ea typeface="Microsoft YaHei" panose="020B0503020204020204" pitchFamily="34" charset="-122"/>
              </a:defRPr>
            </a:lvl1pPr>
          </a:lstStyle>
          <a:p>
            <a:pPr lvl="0"/>
            <a:r>
              <a:rPr lang="zh-TW" altLang="en-US" dirty="0"/>
              <a:t>編輯母片文字樣</a:t>
            </a:r>
          </a:p>
        </p:txBody>
      </p:sp>
      <p:sp>
        <p:nvSpPr>
          <p:cNvPr id="15" name="文字版面配置區 14"/>
          <p:cNvSpPr>
            <a:spLocks noGrp="1"/>
          </p:cNvSpPr>
          <p:nvPr>
            <p:ph type="body" sz="quarter" idx="11" hasCustomPrompt="1"/>
          </p:nvPr>
        </p:nvSpPr>
        <p:spPr>
          <a:xfrm>
            <a:off x="612775" y="3939902"/>
            <a:ext cx="4514069" cy="648072"/>
          </a:xfrm>
          <a:prstGeom prst="rect">
            <a:avLst/>
          </a:prstGeom>
        </p:spPr>
        <p:txBody>
          <a:bodyPr/>
          <a:lstStyle>
            <a:lvl1pPr marL="0" indent="0" eaLnBrk="1" hangingPunct="1">
              <a:lnSpc>
                <a:spcPct val="130000"/>
              </a:lnSpc>
              <a:buNone/>
              <a:defRPr sz="1600" b="1">
                <a:solidFill>
                  <a:schemeClr val="bg1"/>
                </a:solidFill>
                <a:latin typeface="+mj-lt"/>
                <a:ea typeface="Microsoft YaHei" panose="020B0503020204020204" pitchFamily="34" charset="-122"/>
              </a:defRPr>
            </a:lvl1pPr>
            <a:lvl3pPr marL="914400" indent="0">
              <a:buNone/>
              <a:defRPr/>
            </a:lvl3pPr>
            <a:lvl4pPr marL="1371600" indent="0">
              <a:buNone/>
              <a:defRPr/>
            </a:lvl4pPr>
          </a:lstStyle>
          <a:p>
            <a:pPr eaLnBrk="1" hangingPunct="1">
              <a:lnSpc>
                <a:spcPts val="1275"/>
              </a:lnSpc>
            </a:pPr>
            <a:r>
              <a:rPr kumimoji="0" lang="en-US" altLang="zh-TW" sz="1400" dirty="0">
                <a:solidFill>
                  <a:schemeClr val="accent5"/>
                </a:solidFill>
                <a:latin typeface="+mj-lt"/>
                <a:ea typeface="微軟正黑體" panose="020B0604030504040204" pitchFamily="34" charset="-120"/>
              </a:rPr>
              <a:t>To strive, to seek, to find, and not to yield.</a:t>
            </a:r>
            <a:r>
              <a:rPr kumimoji="0" lang="en-US" altLang="zh-TW" sz="1400" dirty="0">
                <a:solidFill>
                  <a:srgbClr val="FFC000"/>
                </a:solidFill>
                <a:latin typeface="+mj-lt"/>
                <a:ea typeface="微軟正黑體" panose="020B0604030504040204" pitchFamily="34" charset="-120"/>
              </a:rPr>
              <a:t> </a:t>
            </a:r>
            <a:endParaRPr lang="en-US" altLang="zh-CN" sz="1400" dirty="0">
              <a:solidFill>
                <a:srgbClr val="FFC000"/>
              </a:solidFill>
              <a:latin typeface="+mj-lt"/>
              <a:ea typeface="Microsoft YaHei" panose="020B0503020204020204" pitchFamily="34" charset="-122"/>
              <a:cs typeface="Arial" panose="020B0604020202020204" pitchFamily="34" charset="0"/>
            </a:endParaRPr>
          </a:p>
          <a:p>
            <a:pPr eaLnBrk="1" hangingPunct="1">
              <a:lnSpc>
                <a:spcPct val="130000"/>
              </a:lnSpc>
            </a:pPr>
            <a:r>
              <a:rPr lang="zh-TW" altLang="en-US" sz="1400" dirty="0">
                <a:solidFill>
                  <a:srgbClr val="FFFFFF"/>
                </a:solidFill>
                <a:latin typeface="+mj-lt"/>
                <a:ea typeface="Microsoft YaHei" panose="020B0503020204020204" pitchFamily="34" charset="-122"/>
              </a:rPr>
              <a:t>這世界不是因為你能做什麼，而是你該做什麼</a:t>
            </a:r>
            <a:endParaRPr lang="zh-CN" altLang="en-US" sz="1400" dirty="0">
              <a:solidFill>
                <a:srgbClr val="FFFFFF"/>
              </a:solidFill>
              <a:latin typeface="+mj-lt"/>
              <a:ea typeface="Microsoft YaHei" panose="020B0503020204020204" pitchFamily="34" charset="-122"/>
            </a:endParaRPr>
          </a:p>
          <a:p>
            <a:pPr lvl="0"/>
            <a:endParaRPr lang="zh-TW" altLang="en-US" dirty="0"/>
          </a:p>
        </p:txBody>
      </p:sp>
      <p:pic>
        <p:nvPicPr>
          <p:cNvPr id="3" name="圖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156176" y="4228682"/>
            <a:ext cx="2485231" cy="898798"/>
          </a:xfrm>
          <a:prstGeom prst="rect">
            <a:avLst/>
          </a:prstGeom>
        </p:spPr>
      </p:pic>
    </p:spTree>
    <p:extLst>
      <p:ext uri="{BB962C8B-B14F-4D97-AF65-F5344CB8AC3E}">
        <p14:creationId xmlns:p14="http://schemas.microsoft.com/office/powerpoint/2010/main" val="2590401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5" name="圖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3999" cy="5143499"/>
          </a:xfrm>
          <a:prstGeom prst="rect">
            <a:avLst/>
          </a:prstGeom>
        </p:spPr>
      </p:pic>
      <p:sp>
        <p:nvSpPr>
          <p:cNvPr id="8" name="標題 1"/>
          <p:cNvSpPr>
            <a:spLocks noGrp="1"/>
          </p:cNvSpPr>
          <p:nvPr>
            <p:ph type="title"/>
          </p:nvPr>
        </p:nvSpPr>
        <p:spPr>
          <a:xfrm>
            <a:off x="612872" y="1507400"/>
            <a:ext cx="3105520" cy="1646704"/>
          </a:xfrm>
          <a:prstGeom prst="rect">
            <a:avLst/>
          </a:prstGeom>
        </p:spPr>
        <p:txBody>
          <a:bodyPr/>
          <a:lstStyle>
            <a:lvl1pPr algn="l">
              <a:defRPr sz="3600" b="1">
                <a:solidFill>
                  <a:srgbClr val="FFFFFF"/>
                </a:solidFill>
                <a:latin typeface="Microsoft YaHei" panose="020B0503020204020204" pitchFamily="34" charset="-122"/>
                <a:ea typeface="Microsoft YaHei" panose="020B0503020204020204" pitchFamily="34" charset="-122"/>
              </a:defRPr>
            </a:lvl1pPr>
          </a:lstStyle>
          <a:p>
            <a:r>
              <a:rPr lang="zh-TW" altLang="en-US" dirty="0"/>
              <a:t>按一下以編輯母片標題樣式</a:t>
            </a:r>
          </a:p>
        </p:txBody>
      </p:sp>
      <p:pic>
        <p:nvPicPr>
          <p:cNvPr id="3" name="圖片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03150" y="3879732"/>
            <a:ext cx="2352626" cy="852258"/>
          </a:xfrm>
          <a:prstGeom prst="rect">
            <a:avLst/>
          </a:prstGeom>
        </p:spPr>
      </p:pic>
    </p:spTree>
    <p:extLst>
      <p:ext uri="{BB962C8B-B14F-4D97-AF65-F5344CB8AC3E}">
        <p14:creationId xmlns:p14="http://schemas.microsoft.com/office/powerpoint/2010/main" val="368243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分隔頁">
    <p:bg>
      <p:bgPr>
        <a:gradFill>
          <a:gsLst>
            <a:gs pos="100000">
              <a:schemeClr val="tx2"/>
            </a:gs>
            <a:gs pos="5000">
              <a:srgbClr val="246B84"/>
            </a:gs>
            <a:gs pos="41000">
              <a:schemeClr val="tx2"/>
            </a:gs>
          </a:gsLst>
          <a:lin ang="30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A787091-7430-48E2-A263-D592A20EF329}"/>
              </a:ext>
            </a:extLst>
          </p:cNvPr>
          <p:cNvGrpSpPr/>
          <p:nvPr userDrawn="1"/>
        </p:nvGrpSpPr>
        <p:grpSpPr>
          <a:xfrm>
            <a:off x="0" y="4652411"/>
            <a:ext cx="9144000" cy="491089"/>
            <a:chOff x="4379494" y="697832"/>
            <a:chExt cx="2586787" cy="168442"/>
          </a:xfrm>
        </p:grpSpPr>
        <p:sp>
          <p:nvSpPr>
            <p:cNvPr id="4" name="Rectangle 3">
              <a:extLst>
                <a:ext uri="{FF2B5EF4-FFF2-40B4-BE49-F238E27FC236}">
                  <a16:creationId xmlns:a16="http://schemas.microsoft.com/office/drawing/2014/main" id="{89D5B5E3-8451-44E0-A2F2-73F627495F6A}"/>
                </a:ext>
              </a:extLst>
            </p:cNvPr>
            <p:cNvSpPr/>
            <p:nvPr/>
          </p:nvSpPr>
          <p:spPr>
            <a:xfrm>
              <a:off x="4379494" y="697832"/>
              <a:ext cx="50783" cy="1684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5" name="Rectangle 4">
              <a:extLst>
                <a:ext uri="{FF2B5EF4-FFF2-40B4-BE49-F238E27FC236}">
                  <a16:creationId xmlns:a16="http://schemas.microsoft.com/office/drawing/2014/main" id="{7E53FCF4-CFA5-4439-85D7-60C093B7B6F6}"/>
                </a:ext>
              </a:extLst>
            </p:cNvPr>
            <p:cNvSpPr/>
            <p:nvPr/>
          </p:nvSpPr>
          <p:spPr>
            <a:xfrm>
              <a:off x="4430277" y="697832"/>
              <a:ext cx="1960290"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6" name="Rectangle 5">
              <a:extLst>
                <a:ext uri="{FF2B5EF4-FFF2-40B4-BE49-F238E27FC236}">
                  <a16:creationId xmlns:a16="http://schemas.microsoft.com/office/drawing/2014/main" id="{BD14D7CB-A7CE-45EA-BFC0-4EA43BD9D79D}"/>
                </a:ext>
              </a:extLst>
            </p:cNvPr>
            <p:cNvSpPr/>
            <p:nvPr/>
          </p:nvSpPr>
          <p:spPr>
            <a:xfrm>
              <a:off x="6441350" y="697832"/>
              <a:ext cx="524931"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7" name="Rectangle 6">
              <a:extLst>
                <a:ext uri="{FF2B5EF4-FFF2-40B4-BE49-F238E27FC236}">
                  <a16:creationId xmlns:a16="http://schemas.microsoft.com/office/drawing/2014/main" id="{C3A2D13A-D090-408D-87D5-CF70F6373DDE}"/>
                </a:ext>
              </a:extLst>
            </p:cNvPr>
            <p:cNvSpPr/>
            <p:nvPr/>
          </p:nvSpPr>
          <p:spPr>
            <a:xfrm>
              <a:off x="6390567" y="697832"/>
              <a:ext cx="50783"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grpSp>
      <p:sp>
        <p:nvSpPr>
          <p:cNvPr id="9" name="標題 1"/>
          <p:cNvSpPr>
            <a:spLocks noGrp="1"/>
          </p:cNvSpPr>
          <p:nvPr>
            <p:ph type="title" hasCustomPrompt="1"/>
          </p:nvPr>
        </p:nvSpPr>
        <p:spPr>
          <a:xfrm>
            <a:off x="539552" y="3147814"/>
            <a:ext cx="8059340" cy="830360"/>
          </a:xfrm>
          <a:prstGeom prst="rect">
            <a:avLst/>
          </a:prstGeom>
        </p:spPr>
        <p:txBody>
          <a:bodyPr/>
          <a:lstStyle>
            <a:lvl1pPr algn="l">
              <a:defRPr sz="4000" b="1">
                <a:solidFill>
                  <a:schemeClr val="bg1"/>
                </a:solidFill>
                <a:latin typeface="Microsoft YaHei" panose="020B0503020204020204" pitchFamily="34" charset="-122"/>
                <a:ea typeface="Microsoft YaHei" panose="020B0503020204020204" pitchFamily="34" charset="-122"/>
              </a:defRPr>
            </a:lvl1pPr>
          </a:lstStyle>
          <a:p>
            <a:r>
              <a:rPr lang="en-US" altLang="ko-KR" dirty="0"/>
              <a:t>Click to add title</a:t>
            </a:r>
            <a:endParaRPr lang="zh-TW" altLang="en-US" dirty="0"/>
          </a:p>
        </p:txBody>
      </p:sp>
      <p:sp>
        <p:nvSpPr>
          <p:cNvPr id="11" name="文字方塊 10"/>
          <p:cNvSpPr txBox="1"/>
          <p:nvPr userDrawn="1"/>
        </p:nvSpPr>
        <p:spPr>
          <a:xfrm>
            <a:off x="359024" y="4767150"/>
            <a:ext cx="2994731" cy="253916"/>
          </a:xfrm>
          <a:prstGeom prst="rect">
            <a:avLst/>
          </a:prstGeom>
          <a:noFill/>
        </p:spPr>
        <p:txBody>
          <a:bodyPr wrap="none" rtlCol="0">
            <a:spAutoFit/>
          </a:bodyPr>
          <a:lstStyle/>
          <a:p>
            <a:r>
              <a:rPr lang="en-US" altLang="zh-TW" sz="1050" dirty="0">
                <a:solidFill>
                  <a:schemeClr val="bg1"/>
                </a:solidFill>
              </a:rPr>
              <a:t>Da </a:t>
            </a:r>
            <a:r>
              <a:rPr lang="en-US" altLang="zh-TW" sz="1050" dirty="0" err="1">
                <a:solidFill>
                  <a:schemeClr val="bg1"/>
                </a:solidFill>
              </a:rPr>
              <a:t>Fon</a:t>
            </a:r>
            <a:r>
              <a:rPr lang="en-US" altLang="zh-TW" sz="1050" dirty="0">
                <a:solidFill>
                  <a:schemeClr val="bg1"/>
                </a:solidFill>
              </a:rPr>
              <a:t> Environmental Technology Co., Ltd.</a:t>
            </a:r>
            <a:endParaRPr lang="zh-TW" altLang="en-US" sz="1050" dirty="0">
              <a:solidFill>
                <a:schemeClr val="bg1"/>
              </a:solidFill>
            </a:endParaRPr>
          </a:p>
        </p:txBody>
      </p:sp>
      <p:pic>
        <p:nvPicPr>
          <p:cNvPr id="15" name="圖片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38397" y="4652410"/>
            <a:ext cx="1355634" cy="491089"/>
          </a:xfrm>
          <a:prstGeom prst="rect">
            <a:avLst/>
          </a:prstGeom>
        </p:spPr>
      </p:pic>
    </p:spTree>
    <p:extLst>
      <p:ext uri="{BB962C8B-B14F-4D97-AF65-F5344CB8AC3E}">
        <p14:creationId xmlns:p14="http://schemas.microsoft.com/office/powerpoint/2010/main" val="3817196328"/>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錄1">
    <p:spTree>
      <p:nvGrpSpPr>
        <p:cNvPr id="1" name=""/>
        <p:cNvGrpSpPr/>
        <p:nvPr/>
      </p:nvGrpSpPr>
      <p:grpSpPr>
        <a:xfrm>
          <a:off x="0" y="0"/>
          <a:ext cx="0" cy="0"/>
          <a:chOff x="0" y="0"/>
          <a:chExt cx="0" cy="0"/>
        </a:xfrm>
      </p:grpSpPr>
      <p:pic>
        <p:nvPicPr>
          <p:cNvPr id="3" name="圖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3999" cy="5143500"/>
          </a:xfrm>
          <a:prstGeom prst="rect">
            <a:avLst/>
          </a:prstGeom>
        </p:spPr>
      </p:pic>
      <p:sp>
        <p:nvSpPr>
          <p:cNvPr id="7" name="文本占位符 6"/>
          <p:cNvSpPr>
            <a:spLocks noGrp="1"/>
          </p:cNvSpPr>
          <p:nvPr>
            <p:ph type="body" sz="quarter" idx="13" hasCustomPrompt="1"/>
          </p:nvPr>
        </p:nvSpPr>
        <p:spPr>
          <a:xfrm>
            <a:off x="1203298" y="1508338"/>
            <a:ext cx="2082162" cy="1147145"/>
          </a:xfrm>
          <a:prstGeom prst="rect">
            <a:avLst/>
          </a:prstGeom>
        </p:spPr>
        <p:txBody>
          <a:bodyPr anchor="t"/>
          <a:lstStyle>
            <a:lvl1pPr marL="0" indent="0" algn="ctr">
              <a:lnSpc>
                <a:spcPct val="100000"/>
              </a:lnSpc>
              <a:buNone/>
              <a:defRPr sz="6000" b="1">
                <a:solidFill>
                  <a:schemeClr val="bg1"/>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zh-CN" altLang="en-US" dirty="0"/>
              <a:t>標題</a:t>
            </a:r>
          </a:p>
        </p:txBody>
      </p:sp>
      <p:sp>
        <p:nvSpPr>
          <p:cNvPr id="8" name="文本占位符 6"/>
          <p:cNvSpPr>
            <a:spLocks noGrp="1"/>
          </p:cNvSpPr>
          <p:nvPr>
            <p:ph type="body" sz="quarter" idx="14" hasCustomPrompt="1"/>
          </p:nvPr>
        </p:nvSpPr>
        <p:spPr>
          <a:xfrm>
            <a:off x="1203298" y="2659133"/>
            <a:ext cx="2082162" cy="442917"/>
          </a:xfrm>
          <a:prstGeom prst="rect">
            <a:avLst/>
          </a:prstGeom>
        </p:spPr>
        <p:txBody>
          <a:bodyPr anchor="t"/>
          <a:lstStyle>
            <a:lvl1pPr marL="0" indent="0" algn="ctr">
              <a:lnSpc>
                <a:spcPct val="100000"/>
              </a:lnSpc>
              <a:buNone/>
              <a:defRPr sz="2400" b="1">
                <a:solidFill>
                  <a:schemeClr val="bg1"/>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dirty="0"/>
              <a:t>CONTENTS</a:t>
            </a:r>
            <a:endParaRPr kumimoji="1" lang="zh-CN" altLang="en-US" dirty="0"/>
          </a:p>
        </p:txBody>
      </p:sp>
      <p:sp>
        <p:nvSpPr>
          <p:cNvPr id="9" name="文本占位符 6"/>
          <p:cNvSpPr>
            <a:spLocks noGrp="1"/>
          </p:cNvSpPr>
          <p:nvPr>
            <p:ph type="body" sz="quarter" idx="15" hasCustomPrompt="1"/>
          </p:nvPr>
        </p:nvSpPr>
        <p:spPr>
          <a:xfrm>
            <a:off x="5369009" y="1270349"/>
            <a:ext cx="863554" cy="475976"/>
          </a:xfrm>
          <a:prstGeom prst="rect">
            <a:avLst/>
          </a:prstGeom>
        </p:spPr>
        <p:txBody>
          <a:bodyPr anchor="ctr"/>
          <a:lstStyle>
            <a:lvl1pPr marL="0" indent="0" algn="l">
              <a:lnSpc>
                <a:spcPct val="100000"/>
              </a:lnSpc>
              <a:buNone/>
              <a:defRPr sz="32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dirty="0"/>
              <a:t>00</a:t>
            </a:r>
            <a:endParaRPr kumimoji="1" lang="zh-CN" altLang="en-US" dirty="0"/>
          </a:p>
        </p:txBody>
      </p:sp>
      <p:sp>
        <p:nvSpPr>
          <p:cNvPr id="10" name="文本占位符 6"/>
          <p:cNvSpPr>
            <a:spLocks noGrp="1"/>
          </p:cNvSpPr>
          <p:nvPr>
            <p:ph type="body" sz="quarter" idx="16"/>
          </p:nvPr>
        </p:nvSpPr>
        <p:spPr>
          <a:xfrm>
            <a:off x="6232562" y="1270349"/>
            <a:ext cx="2440172" cy="475976"/>
          </a:xfrm>
          <a:prstGeom prst="rect">
            <a:avLst/>
          </a:prstGeom>
        </p:spPr>
        <p:txBody>
          <a:bodyPr anchor="ctr"/>
          <a:lstStyle>
            <a:lvl1pPr marL="0" indent="0" algn="l">
              <a:lnSpc>
                <a:spcPct val="100000"/>
              </a:lnSpc>
              <a:buNone/>
              <a:defRPr sz="14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endParaRPr kumimoji="1" lang="zh-CN" altLang="en-US" dirty="0"/>
          </a:p>
        </p:txBody>
      </p:sp>
      <p:sp>
        <p:nvSpPr>
          <p:cNvPr id="15" name="文本占位符 6"/>
          <p:cNvSpPr>
            <a:spLocks noGrp="1"/>
          </p:cNvSpPr>
          <p:nvPr>
            <p:ph type="body" sz="quarter" idx="17" hasCustomPrompt="1"/>
          </p:nvPr>
        </p:nvSpPr>
        <p:spPr>
          <a:xfrm>
            <a:off x="5369009" y="2320056"/>
            <a:ext cx="863554" cy="475976"/>
          </a:xfrm>
          <a:prstGeom prst="rect">
            <a:avLst/>
          </a:prstGeom>
        </p:spPr>
        <p:txBody>
          <a:bodyPr anchor="ctr"/>
          <a:lstStyle>
            <a:lvl1pPr marL="0" indent="0" algn="l">
              <a:lnSpc>
                <a:spcPct val="100000"/>
              </a:lnSpc>
              <a:buNone/>
              <a:defRPr sz="32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a:t>00</a:t>
            </a:r>
            <a:endParaRPr kumimoji="1" lang="zh-CN" altLang="en-US" dirty="0"/>
          </a:p>
        </p:txBody>
      </p:sp>
      <p:sp>
        <p:nvSpPr>
          <p:cNvPr id="16" name="文本占位符 6"/>
          <p:cNvSpPr>
            <a:spLocks noGrp="1"/>
          </p:cNvSpPr>
          <p:nvPr>
            <p:ph type="body" sz="quarter" idx="18"/>
          </p:nvPr>
        </p:nvSpPr>
        <p:spPr>
          <a:xfrm>
            <a:off x="6232562" y="2320056"/>
            <a:ext cx="2440172" cy="475976"/>
          </a:xfrm>
          <a:prstGeom prst="rect">
            <a:avLst/>
          </a:prstGeom>
        </p:spPr>
        <p:txBody>
          <a:bodyPr anchor="ctr"/>
          <a:lstStyle>
            <a:lvl1pPr marL="0" indent="0" algn="l">
              <a:lnSpc>
                <a:spcPct val="100000"/>
              </a:lnSpc>
              <a:buNone/>
              <a:defRPr sz="14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endParaRPr kumimoji="1" lang="zh-CN" altLang="en-US" dirty="0"/>
          </a:p>
        </p:txBody>
      </p:sp>
      <p:sp>
        <p:nvSpPr>
          <p:cNvPr id="17" name="文本占位符 6"/>
          <p:cNvSpPr>
            <a:spLocks noGrp="1"/>
          </p:cNvSpPr>
          <p:nvPr>
            <p:ph type="body" sz="quarter" idx="19" hasCustomPrompt="1"/>
          </p:nvPr>
        </p:nvSpPr>
        <p:spPr>
          <a:xfrm>
            <a:off x="5371531" y="3369763"/>
            <a:ext cx="863554" cy="475976"/>
          </a:xfrm>
          <a:prstGeom prst="rect">
            <a:avLst/>
          </a:prstGeom>
        </p:spPr>
        <p:txBody>
          <a:bodyPr anchor="ctr"/>
          <a:lstStyle>
            <a:lvl1pPr marL="0" indent="0" algn="l">
              <a:lnSpc>
                <a:spcPct val="100000"/>
              </a:lnSpc>
              <a:buNone/>
              <a:defRPr sz="32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a:t>00</a:t>
            </a:r>
            <a:endParaRPr kumimoji="1" lang="zh-CN" altLang="en-US" dirty="0"/>
          </a:p>
        </p:txBody>
      </p:sp>
      <p:sp>
        <p:nvSpPr>
          <p:cNvPr id="18" name="文本占位符 6"/>
          <p:cNvSpPr>
            <a:spLocks noGrp="1"/>
          </p:cNvSpPr>
          <p:nvPr>
            <p:ph type="body" sz="quarter" idx="20"/>
          </p:nvPr>
        </p:nvSpPr>
        <p:spPr>
          <a:xfrm>
            <a:off x="6235085" y="3369763"/>
            <a:ext cx="2440172" cy="475976"/>
          </a:xfrm>
          <a:prstGeom prst="rect">
            <a:avLst/>
          </a:prstGeom>
        </p:spPr>
        <p:txBody>
          <a:bodyPr anchor="ctr"/>
          <a:lstStyle>
            <a:lvl1pPr marL="0" indent="0" algn="l">
              <a:lnSpc>
                <a:spcPct val="100000"/>
              </a:lnSpc>
              <a:buNone/>
              <a:defRPr sz="14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endParaRPr kumimoji="1" lang="zh-CN" altLang="en-US" dirty="0"/>
          </a:p>
        </p:txBody>
      </p:sp>
      <p:sp>
        <p:nvSpPr>
          <p:cNvPr id="14" name="文字方塊 13"/>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bg1"/>
                </a:solidFill>
              </a:rPr>
              <a:t>Da </a:t>
            </a:r>
            <a:r>
              <a:rPr lang="en-US" altLang="zh-TW" sz="1000" dirty="0" err="1">
                <a:solidFill>
                  <a:schemeClr val="bg1"/>
                </a:solidFill>
              </a:rPr>
              <a:t>Fon</a:t>
            </a:r>
            <a:r>
              <a:rPr lang="en-US" altLang="zh-TW" sz="1000" dirty="0">
                <a:solidFill>
                  <a:schemeClr val="bg1"/>
                </a:solidFill>
              </a:rPr>
              <a:t> Environmental Technology Co., Ltd.</a:t>
            </a:r>
            <a:endParaRPr lang="zh-TW" altLang="en-US" sz="1000" dirty="0">
              <a:solidFill>
                <a:schemeClr val="bg1"/>
              </a:solidFill>
            </a:endParaRPr>
          </a:p>
        </p:txBody>
      </p:sp>
      <p:pic>
        <p:nvPicPr>
          <p:cNvPr id="2" name="圖片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12360" y="4642167"/>
            <a:ext cx="1241830" cy="449863"/>
          </a:xfrm>
          <a:prstGeom prst="rect">
            <a:avLst/>
          </a:prstGeom>
        </p:spPr>
      </p:pic>
    </p:spTree>
    <p:extLst>
      <p:ext uri="{BB962C8B-B14F-4D97-AF65-F5344CB8AC3E}">
        <p14:creationId xmlns:p14="http://schemas.microsoft.com/office/powerpoint/2010/main" val="565206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目錄2">
    <p:spTree>
      <p:nvGrpSpPr>
        <p:cNvPr id="1" name=""/>
        <p:cNvGrpSpPr/>
        <p:nvPr/>
      </p:nvGrpSpPr>
      <p:grpSpPr>
        <a:xfrm>
          <a:off x="0" y="0"/>
          <a:ext cx="0" cy="0"/>
          <a:chOff x="0" y="0"/>
          <a:chExt cx="0" cy="0"/>
        </a:xfrm>
      </p:grpSpPr>
      <p:pic>
        <p:nvPicPr>
          <p:cNvPr id="4" name="圖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1" name="文字方塊 10"/>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bg1"/>
                </a:solidFill>
              </a:rPr>
              <a:t>Da </a:t>
            </a:r>
            <a:r>
              <a:rPr lang="en-US" altLang="zh-TW" sz="1000" dirty="0" err="1">
                <a:solidFill>
                  <a:schemeClr val="bg1"/>
                </a:solidFill>
              </a:rPr>
              <a:t>Fon</a:t>
            </a:r>
            <a:r>
              <a:rPr lang="en-US" altLang="zh-TW" sz="1000" dirty="0">
                <a:solidFill>
                  <a:schemeClr val="bg1"/>
                </a:solidFill>
              </a:rPr>
              <a:t> Environmental Technology Co., Ltd.</a:t>
            </a:r>
            <a:endParaRPr lang="zh-TW" altLang="en-US" sz="1000" dirty="0">
              <a:solidFill>
                <a:schemeClr val="bg1"/>
              </a:solidFill>
            </a:endParaRPr>
          </a:p>
        </p:txBody>
      </p:sp>
      <p:sp>
        <p:nvSpPr>
          <p:cNvPr id="14" name="文本占位符 6"/>
          <p:cNvSpPr>
            <a:spLocks noGrp="1"/>
          </p:cNvSpPr>
          <p:nvPr>
            <p:ph type="body" sz="quarter" idx="15" hasCustomPrompt="1"/>
          </p:nvPr>
        </p:nvSpPr>
        <p:spPr>
          <a:xfrm>
            <a:off x="5369009" y="1270349"/>
            <a:ext cx="863554" cy="475976"/>
          </a:xfrm>
          <a:prstGeom prst="rect">
            <a:avLst/>
          </a:prstGeom>
        </p:spPr>
        <p:txBody>
          <a:bodyPr anchor="ctr"/>
          <a:lstStyle>
            <a:lvl1pPr marL="0" indent="0" algn="l">
              <a:lnSpc>
                <a:spcPct val="100000"/>
              </a:lnSpc>
              <a:buNone/>
              <a:defRPr sz="32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dirty="0"/>
              <a:t>00</a:t>
            </a:r>
            <a:endParaRPr kumimoji="1" lang="zh-CN" altLang="en-US" dirty="0"/>
          </a:p>
        </p:txBody>
      </p:sp>
      <p:sp>
        <p:nvSpPr>
          <p:cNvPr id="15" name="文本占位符 6"/>
          <p:cNvSpPr>
            <a:spLocks noGrp="1"/>
          </p:cNvSpPr>
          <p:nvPr>
            <p:ph type="body" sz="quarter" idx="16"/>
          </p:nvPr>
        </p:nvSpPr>
        <p:spPr>
          <a:xfrm>
            <a:off x="6232562" y="1270349"/>
            <a:ext cx="2440172" cy="475976"/>
          </a:xfrm>
          <a:prstGeom prst="rect">
            <a:avLst/>
          </a:prstGeom>
        </p:spPr>
        <p:txBody>
          <a:bodyPr anchor="ctr"/>
          <a:lstStyle>
            <a:lvl1pPr marL="0" indent="0" algn="l">
              <a:lnSpc>
                <a:spcPct val="100000"/>
              </a:lnSpc>
              <a:buNone/>
              <a:defRPr sz="14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endParaRPr kumimoji="1" lang="zh-CN" altLang="en-US" dirty="0"/>
          </a:p>
        </p:txBody>
      </p:sp>
      <p:sp>
        <p:nvSpPr>
          <p:cNvPr id="16" name="文本占位符 6"/>
          <p:cNvSpPr>
            <a:spLocks noGrp="1"/>
          </p:cNvSpPr>
          <p:nvPr>
            <p:ph type="body" sz="quarter" idx="17" hasCustomPrompt="1"/>
          </p:nvPr>
        </p:nvSpPr>
        <p:spPr>
          <a:xfrm>
            <a:off x="5369009" y="2320056"/>
            <a:ext cx="863554" cy="475976"/>
          </a:xfrm>
          <a:prstGeom prst="rect">
            <a:avLst/>
          </a:prstGeom>
        </p:spPr>
        <p:txBody>
          <a:bodyPr anchor="ctr"/>
          <a:lstStyle>
            <a:lvl1pPr marL="0" indent="0" algn="l">
              <a:lnSpc>
                <a:spcPct val="100000"/>
              </a:lnSpc>
              <a:buNone/>
              <a:defRPr sz="32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a:t>00</a:t>
            </a:r>
            <a:endParaRPr kumimoji="1" lang="zh-CN" altLang="en-US" dirty="0"/>
          </a:p>
        </p:txBody>
      </p:sp>
      <p:sp>
        <p:nvSpPr>
          <p:cNvPr id="17" name="文本占位符 6"/>
          <p:cNvSpPr>
            <a:spLocks noGrp="1"/>
          </p:cNvSpPr>
          <p:nvPr>
            <p:ph type="body" sz="quarter" idx="18"/>
          </p:nvPr>
        </p:nvSpPr>
        <p:spPr>
          <a:xfrm>
            <a:off x="6232562" y="2320056"/>
            <a:ext cx="2440172" cy="475976"/>
          </a:xfrm>
          <a:prstGeom prst="rect">
            <a:avLst/>
          </a:prstGeom>
        </p:spPr>
        <p:txBody>
          <a:bodyPr anchor="ctr"/>
          <a:lstStyle>
            <a:lvl1pPr marL="0" indent="0" algn="l">
              <a:lnSpc>
                <a:spcPct val="100000"/>
              </a:lnSpc>
              <a:buNone/>
              <a:defRPr sz="14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endParaRPr kumimoji="1" lang="zh-CN" altLang="en-US" dirty="0"/>
          </a:p>
        </p:txBody>
      </p:sp>
      <p:sp>
        <p:nvSpPr>
          <p:cNvPr id="18" name="文本占位符 6"/>
          <p:cNvSpPr>
            <a:spLocks noGrp="1"/>
          </p:cNvSpPr>
          <p:nvPr>
            <p:ph type="body" sz="quarter" idx="19" hasCustomPrompt="1"/>
          </p:nvPr>
        </p:nvSpPr>
        <p:spPr>
          <a:xfrm>
            <a:off x="5371531" y="3369763"/>
            <a:ext cx="863554" cy="475976"/>
          </a:xfrm>
          <a:prstGeom prst="rect">
            <a:avLst/>
          </a:prstGeom>
        </p:spPr>
        <p:txBody>
          <a:bodyPr anchor="ctr"/>
          <a:lstStyle>
            <a:lvl1pPr marL="0" indent="0" algn="l">
              <a:lnSpc>
                <a:spcPct val="100000"/>
              </a:lnSpc>
              <a:buNone/>
              <a:defRPr sz="32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a:t>00</a:t>
            </a:r>
            <a:endParaRPr kumimoji="1" lang="zh-CN" altLang="en-US" dirty="0"/>
          </a:p>
        </p:txBody>
      </p:sp>
      <p:sp>
        <p:nvSpPr>
          <p:cNvPr id="19" name="文本占位符 6"/>
          <p:cNvSpPr>
            <a:spLocks noGrp="1"/>
          </p:cNvSpPr>
          <p:nvPr>
            <p:ph type="body" sz="quarter" idx="20"/>
          </p:nvPr>
        </p:nvSpPr>
        <p:spPr>
          <a:xfrm>
            <a:off x="6235085" y="3369763"/>
            <a:ext cx="2440172" cy="475976"/>
          </a:xfrm>
          <a:prstGeom prst="rect">
            <a:avLst/>
          </a:prstGeom>
        </p:spPr>
        <p:txBody>
          <a:bodyPr anchor="ctr"/>
          <a:lstStyle>
            <a:lvl1pPr marL="0" indent="0" algn="l">
              <a:lnSpc>
                <a:spcPct val="100000"/>
              </a:lnSpc>
              <a:buNone/>
              <a:defRPr sz="14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endParaRPr kumimoji="1" lang="zh-CN" altLang="en-US" dirty="0"/>
          </a:p>
        </p:txBody>
      </p:sp>
      <p:sp>
        <p:nvSpPr>
          <p:cNvPr id="20" name="文本占位符 6"/>
          <p:cNvSpPr>
            <a:spLocks noGrp="1"/>
          </p:cNvSpPr>
          <p:nvPr>
            <p:ph type="body" sz="quarter" idx="13" hasCustomPrompt="1"/>
          </p:nvPr>
        </p:nvSpPr>
        <p:spPr>
          <a:xfrm>
            <a:off x="1043608" y="1561169"/>
            <a:ext cx="2082162" cy="1147145"/>
          </a:xfrm>
          <a:prstGeom prst="rect">
            <a:avLst/>
          </a:prstGeom>
        </p:spPr>
        <p:txBody>
          <a:bodyPr anchor="t"/>
          <a:lstStyle>
            <a:lvl1pPr marL="0" indent="0" algn="ctr">
              <a:lnSpc>
                <a:spcPct val="100000"/>
              </a:lnSpc>
              <a:buNone/>
              <a:defRPr sz="6000" b="1">
                <a:solidFill>
                  <a:schemeClr val="bg1"/>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zh-CN" altLang="en-US" dirty="0"/>
              <a:t>標題</a:t>
            </a:r>
          </a:p>
        </p:txBody>
      </p:sp>
      <p:sp>
        <p:nvSpPr>
          <p:cNvPr id="21" name="文本占位符 6"/>
          <p:cNvSpPr>
            <a:spLocks noGrp="1"/>
          </p:cNvSpPr>
          <p:nvPr>
            <p:ph type="body" sz="quarter" idx="14" hasCustomPrompt="1"/>
          </p:nvPr>
        </p:nvSpPr>
        <p:spPr>
          <a:xfrm>
            <a:off x="1043608" y="2711964"/>
            <a:ext cx="2082162" cy="442917"/>
          </a:xfrm>
          <a:prstGeom prst="rect">
            <a:avLst/>
          </a:prstGeom>
        </p:spPr>
        <p:txBody>
          <a:bodyPr anchor="t"/>
          <a:lstStyle>
            <a:lvl1pPr marL="0" indent="0" algn="ctr">
              <a:lnSpc>
                <a:spcPct val="100000"/>
              </a:lnSpc>
              <a:buNone/>
              <a:defRPr sz="2400" b="1">
                <a:solidFill>
                  <a:schemeClr val="bg1"/>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dirty="0"/>
              <a:t>CONTENTS</a:t>
            </a:r>
            <a:endParaRPr kumimoji="1" lang="zh-CN" altLang="en-US" dirty="0"/>
          </a:p>
        </p:txBody>
      </p:sp>
      <p:pic>
        <p:nvPicPr>
          <p:cNvPr id="13" name="圖片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12360" y="4642167"/>
            <a:ext cx="1241830" cy="449863"/>
          </a:xfrm>
          <a:prstGeom prst="rect">
            <a:avLst/>
          </a:prstGeom>
        </p:spPr>
      </p:pic>
    </p:spTree>
    <p:extLst>
      <p:ext uri="{BB962C8B-B14F-4D97-AF65-F5344CB8AC3E}">
        <p14:creationId xmlns:p14="http://schemas.microsoft.com/office/powerpoint/2010/main" val="12168256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內頁1">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5879" y="94628"/>
            <a:ext cx="8496945" cy="884466"/>
          </a:xfrm>
          <a:prstGeom prst="rect">
            <a:avLst/>
          </a:prstGeom>
        </p:spPr>
        <p:txBody>
          <a:bodyPr anchor="ctr"/>
          <a:lstStyle>
            <a:lvl1pPr algn="l">
              <a:defRPr sz="3200" b="1">
                <a:solidFill>
                  <a:schemeClr val="tx2"/>
                </a:solidFill>
                <a:latin typeface="+mj-ea"/>
                <a:ea typeface="+mj-ea"/>
                <a:cs typeface="Arial" pitchFamily="34" charset="0"/>
              </a:defRPr>
            </a:lvl1pPr>
          </a:lstStyle>
          <a:p>
            <a:r>
              <a:rPr lang="en-US" altLang="ko-KR" dirty="0"/>
              <a:t>Click to add title</a:t>
            </a:r>
            <a:endParaRPr lang="ko-KR" altLang="en-US" dirty="0"/>
          </a:p>
        </p:txBody>
      </p:sp>
      <p:sp>
        <p:nvSpPr>
          <p:cNvPr id="4" name="Content Placeholder 2"/>
          <p:cNvSpPr>
            <a:spLocks noGrp="1"/>
          </p:cNvSpPr>
          <p:nvPr>
            <p:ph idx="1"/>
          </p:nvPr>
        </p:nvSpPr>
        <p:spPr>
          <a:xfrm>
            <a:off x="395536" y="1131590"/>
            <a:ext cx="8496944" cy="460648"/>
          </a:xfrm>
          <a:prstGeom prst="rect">
            <a:avLst/>
          </a:prstGeom>
        </p:spPr>
        <p:txBody>
          <a:bodyPr anchor="ctr"/>
          <a:lstStyle>
            <a:lvl1pPr marL="0" indent="0">
              <a:buNone/>
              <a:defRPr sz="20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grpSp>
        <p:nvGrpSpPr>
          <p:cNvPr id="14" name="Group 4">
            <a:extLst/>
          </p:cNvPr>
          <p:cNvGrpSpPr/>
          <p:nvPr userDrawn="1"/>
        </p:nvGrpSpPr>
        <p:grpSpPr>
          <a:xfrm>
            <a:off x="385954" y="915566"/>
            <a:ext cx="3500848" cy="77068"/>
            <a:chOff x="4379494" y="697832"/>
            <a:chExt cx="2069431" cy="168442"/>
          </a:xfrm>
        </p:grpSpPr>
        <p:sp>
          <p:nvSpPr>
            <p:cNvPr id="15" name="Rectangle 5">
              <a:extLst/>
            </p:cNvPr>
            <p:cNvSpPr/>
            <p:nvPr/>
          </p:nvSpPr>
          <p:spPr>
            <a:xfrm>
              <a:off x="4379494" y="697832"/>
              <a:ext cx="517358" cy="1684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Rectangle 6">
              <a:extLst/>
            </p:cNvPr>
            <p:cNvSpPr/>
            <p:nvPr/>
          </p:nvSpPr>
          <p:spPr>
            <a:xfrm>
              <a:off x="4896851"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Rectangle 8">
              <a:extLst/>
            </p:cNvPr>
            <p:cNvSpPr/>
            <p:nvPr/>
          </p:nvSpPr>
          <p:spPr>
            <a:xfrm>
              <a:off x="5414209"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Rectangle 9">
              <a:extLst/>
            </p:cNvPr>
            <p:cNvSpPr/>
            <p:nvPr/>
          </p:nvSpPr>
          <p:spPr>
            <a:xfrm>
              <a:off x="5931567"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1" name="文字方塊 20"/>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accent4">
                    <a:lumMod val="75000"/>
                  </a:schemeClr>
                </a:solidFill>
              </a:rPr>
              <a:t>Da </a:t>
            </a:r>
            <a:r>
              <a:rPr lang="en-US" altLang="zh-TW" sz="1000" dirty="0" err="1">
                <a:solidFill>
                  <a:schemeClr val="accent4">
                    <a:lumMod val="75000"/>
                  </a:schemeClr>
                </a:solidFill>
              </a:rPr>
              <a:t>Fon</a:t>
            </a:r>
            <a:r>
              <a:rPr lang="en-US" altLang="zh-TW" sz="1000" dirty="0">
                <a:solidFill>
                  <a:schemeClr val="accent4">
                    <a:lumMod val="75000"/>
                  </a:schemeClr>
                </a:solidFill>
              </a:rPr>
              <a:t> Environmental Technology Co., Ltd.</a:t>
            </a:r>
            <a:endParaRPr lang="zh-TW" altLang="en-US" sz="1000" dirty="0">
              <a:solidFill>
                <a:schemeClr val="accent4">
                  <a:lumMod val="75000"/>
                </a:schemeClr>
              </a:solidFill>
            </a:endParaRPr>
          </a:p>
        </p:txBody>
      </p:sp>
      <p:pic>
        <p:nvPicPr>
          <p:cNvPr id="11" name="圖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12360" y="4642167"/>
            <a:ext cx="1241830" cy="449863"/>
          </a:xfrm>
          <a:prstGeom prst="rect">
            <a:avLst/>
          </a:prstGeom>
        </p:spPr>
      </p:pic>
    </p:spTree>
    <p:extLst>
      <p:ext uri="{BB962C8B-B14F-4D97-AF65-F5344CB8AC3E}">
        <p14:creationId xmlns:p14="http://schemas.microsoft.com/office/powerpoint/2010/main" val="2538654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內頁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97650" y="103108"/>
            <a:ext cx="5594830" cy="884466"/>
          </a:xfrm>
          <a:prstGeom prst="rect">
            <a:avLst/>
          </a:prstGeom>
        </p:spPr>
        <p:txBody>
          <a:bodyPr anchor="ctr"/>
          <a:lstStyle>
            <a:lvl1pPr algn="l">
              <a:defRPr sz="3200" b="1">
                <a:solidFill>
                  <a:schemeClr val="tx2"/>
                </a:solidFill>
                <a:latin typeface="+mj-ea"/>
                <a:ea typeface="+mj-ea"/>
                <a:cs typeface="Arial" pitchFamily="34" charset="0"/>
              </a:defRPr>
            </a:lvl1pPr>
          </a:lstStyle>
          <a:p>
            <a:r>
              <a:rPr lang="en-US" altLang="ko-KR" dirty="0"/>
              <a:t>Click to add title</a:t>
            </a:r>
            <a:endParaRPr lang="ko-KR" altLang="en-US" dirty="0"/>
          </a:p>
        </p:txBody>
      </p:sp>
      <p:sp>
        <p:nvSpPr>
          <p:cNvPr id="4" name="Content Placeholder 2"/>
          <p:cNvSpPr>
            <a:spLocks noGrp="1"/>
          </p:cNvSpPr>
          <p:nvPr>
            <p:ph idx="1"/>
          </p:nvPr>
        </p:nvSpPr>
        <p:spPr>
          <a:xfrm>
            <a:off x="3290830" y="1131590"/>
            <a:ext cx="5601650" cy="460648"/>
          </a:xfrm>
          <a:prstGeom prst="rect">
            <a:avLst/>
          </a:prstGeom>
        </p:spPr>
        <p:txBody>
          <a:bodyPr anchor="ctr"/>
          <a:lstStyle>
            <a:lvl1pPr marL="0" indent="0">
              <a:buNone/>
              <a:defRPr sz="20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sp>
        <p:nvSpPr>
          <p:cNvPr id="5" name="Content Placeholder 2"/>
          <p:cNvSpPr>
            <a:spLocks noGrp="1"/>
          </p:cNvSpPr>
          <p:nvPr>
            <p:ph idx="10"/>
          </p:nvPr>
        </p:nvSpPr>
        <p:spPr>
          <a:xfrm>
            <a:off x="3301174" y="1649688"/>
            <a:ext cx="5591306" cy="3095513"/>
          </a:xfrm>
          <a:prstGeom prst="rect">
            <a:avLst/>
          </a:prstGeom>
        </p:spPr>
        <p:txBody>
          <a:bodyPr lIns="396000" anchor="t"/>
          <a:lstStyle>
            <a:lvl1pPr marL="0" indent="0">
              <a:buNone/>
              <a:defRPr sz="14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sp>
        <p:nvSpPr>
          <p:cNvPr id="15" name="圖片版面配置區 14"/>
          <p:cNvSpPr>
            <a:spLocks noGrp="1"/>
          </p:cNvSpPr>
          <p:nvPr>
            <p:ph type="pic" sz="quarter" idx="11"/>
          </p:nvPr>
        </p:nvSpPr>
        <p:spPr>
          <a:xfrm>
            <a:off x="323849" y="103108"/>
            <a:ext cx="2787278" cy="4642093"/>
          </a:xfrm>
          <a:prstGeom prst="rect">
            <a:avLst/>
          </a:prstGeom>
        </p:spPr>
        <p:txBody>
          <a:bodyPr/>
          <a:lstStyle>
            <a:lvl1pPr marL="0" indent="0">
              <a:buNone/>
              <a:defRPr/>
            </a:lvl1pPr>
          </a:lstStyle>
          <a:p>
            <a:endParaRPr lang="zh-TW" altLang="en-US" dirty="0"/>
          </a:p>
        </p:txBody>
      </p:sp>
      <p:grpSp>
        <p:nvGrpSpPr>
          <p:cNvPr id="16" name="Group 4">
            <a:extLst/>
          </p:cNvPr>
          <p:cNvGrpSpPr/>
          <p:nvPr userDrawn="1"/>
        </p:nvGrpSpPr>
        <p:grpSpPr>
          <a:xfrm>
            <a:off x="3306034" y="905438"/>
            <a:ext cx="3500848" cy="77068"/>
            <a:chOff x="4379494" y="697832"/>
            <a:chExt cx="2069431" cy="168442"/>
          </a:xfrm>
        </p:grpSpPr>
        <p:sp>
          <p:nvSpPr>
            <p:cNvPr id="17" name="Rectangle 5">
              <a:extLst/>
            </p:cNvPr>
            <p:cNvSpPr/>
            <p:nvPr/>
          </p:nvSpPr>
          <p:spPr>
            <a:xfrm>
              <a:off x="4379494" y="697832"/>
              <a:ext cx="517358" cy="1684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Rectangle 6">
              <a:extLst/>
            </p:cNvPr>
            <p:cNvSpPr/>
            <p:nvPr/>
          </p:nvSpPr>
          <p:spPr>
            <a:xfrm>
              <a:off x="4896851"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Rectangle 8">
              <a:extLst/>
            </p:cNvPr>
            <p:cNvSpPr/>
            <p:nvPr/>
          </p:nvSpPr>
          <p:spPr>
            <a:xfrm>
              <a:off x="5414209"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Rectangle 9">
              <a:extLst/>
            </p:cNvPr>
            <p:cNvSpPr/>
            <p:nvPr/>
          </p:nvSpPr>
          <p:spPr>
            <a:xfrm>
              <a:off x="5931567"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2" name="文字方塊 21"/>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accent4">
                    <a:lumMod val="75000"/>
                  </a:schemeClr>
                </a:solidFill>
              </a:rPr>
              <a:t>Da </a:t>
            </a:r>
            <a:r>
              <a:rPr lang="en-US" altLang="zh-TW" sz="1000" dirty="0" err="1">
                <a:solidFill>
                  <a:schemeClr val="accent4">
                    <a:lumMod val="75000"/>
                  </a:schemeClr>
                </a:solidFill>
              </a:rPr>
              <a:t>Fon</a:t>
            </a:r>
            <a:r>
              <a:rPr lang="en-US" altLang="zh-TW" sz="1000" dirty="0">
                <a:solidFill>
                  <a:schemeClr val="accent4">
                    <a:lumMod val="75000"/>
                  </a:schemeClr>
                </a:solidFill>
              </a:rPr>
              <a:t> Environmental Technology Co., Ltd.</a:t>
            </a:r>
            <a:endParaRPr lang="zh-TW" altLang="en-US" sz="1000" dirty="0">
              <a:solidFill>
                <a:schemeClr val="accent4">
                  <a:lumMod val="75000"/>
                </a:schemeClr>
              </a:solidFill>
            </a:endParaRPr>
          </a:p>
        </p:txBody>
      </p:sp>
      <p:pic>
        <p:nvPicPr>
          <p:cNvPr id="13" name="圖片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12360" y="4642167"/>
            <a:ext cx="1241830" cy="449863"/>
          </a:xfrm>
          <a:prstGeom prst="rect">
            <a:avLst/>
          </a:prstGeom>
        </p:spPr>
      </p:pic>
    </p:spTree>
    <p:extLst>
      <p:ext uri="{BB962C8B-B14F-4D97-AF65-F5344CB8AC3E}">
        <p14:creationId xmlns:p14="http://schemas.microsoft.com/office/powerpoint/2010/main" val="4221272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內頁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5880" y="103108"/>
            <a:ext cx="8486600" cy="884466"/>
          </a:xfrm>
          <a:prstGeom prst="rect">
            <a:avLst/>
          </a:prstGeom>
        </p:spPr>
        <p:txBody>
          <a:bodyPr anchor="ctr"/>
          <a:lstStyle>
            <a:lvl1pPr algn="l">
              <a:defRPr sz="3200" b="1">
                <a:solidFill>
                  <a:schemeClr val="tx2"/>
                </a:solidFill>
                <a:latin typeface="+mj-ea"/>
                <a:ea typeface="+mj-ea"/>
                <a:cs typeface="Arial" pitchFamily="34" charset="0"/>
              </a:defRPr>
            </a:lvl1pPr>
          </a:lstStyle>
          <a:p>
            <a:r>
              <a:rPr lang="en-US" altLang="ko-KR" dirty="0"/>
              <a:t>Click to add title</a:t>
            </a:r>
            <a:endParaRPr lang="ko-KR" altLang="en-US" dirty="0"/>
          </a:p>
        </p:txBody>
      </p:sp>
      <p:grpSp>
        <p:nvGrpSpPr>
          <p:cNvPr id="6" name="Group 3">
            <a:extLst/>
          </p:cNvPr>
          <p:cNvGrpSpPr/>
          <p:nvPr userDrawn="1"/>
        </p:nvGrpSpPr>
        <p:grpSpPr>
          <a:xfrm>
            <a:off x="0" y="5048872"/>
            <a:ext cx="9144000" cy="94628"/>
            <a:chOff x="4379494" y="697832"/>
            <a:chExt cx="2586787" cy="168442"/>
          </a:xfrm>
        </p:grpSpPr>
        <p:sp>
          <p:nvSpPr>
            <p:cNvPr id="7" name="Rectangle 5">
              <a:extLst/>
            </p:cNvPr>
            <p:cNvSpPr/>
            <p:nvPr/>
          </p:nvSpPr>
          <p:spPr>
            <a:xfrm>
              <a:off x="4379494" y="697832"/>
              <a:ext cx="517358" cy="1684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2"/>
                </a:solidFill>
              </a:endParaRPr>
            </a:p>
          </p:txBody>
        </p:sp>
        <p:sp>
          <p:nvSpPr>
            <p:cNvPr id="8" name="Rectangle 6">
              <a:extLst/>
            </p:cNvPr>
            <p:cNvSpPr/>
            <p:nvPr/>
          </p:nvSpPr>
          <p:spPr>
            <a:xfrm>
              <a:off x="4896852" y="697832"/>
              <a:ext cx="517358" cy="1684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Rectangle 7">
              <a:extLst/>
            </p:cNvPr>
            <p:cNvSpPr/>
            <p:nvPr/>
          </p:nvSpPr>
          <p:spPr>
            <a:xfrm>
              <a:off x="5414209"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Rectangle 8">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Rectangle 9">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文字方塊 12"/>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accent4">
                    <a:lumMod val="75000"/>
                  </a:schemeClr>
                </a:solidFill>
              </a:rPr>
              <a:t>Da </a:t>
            </a:r>
            <a:r>
              <a:rPr lang="en-US" altLang="zh-TW" sz="1000" dirty="0" err="1">
                <a:solidFill>
                  <a:schemeClr val="accent4">
                    <a:lumMod val="75000"/>
                  </a:schemeClr>
                </a:solidFill>
              </a:rPr>
              <a:t>Fon</a:t>
            </a:r>
            <a:r>
              <a:rPr lang="en-US" altLang="zh-TW" sz="1000" dirty="0">
                <a:solidFill>
                  <a:schemeClr val="accent4">
                    <a:lumMod val="75000"/>
                  </a:schemeClr>
                </a:solidFill>
              </a:rPr>
              <a:t> Environmental Technology Co., Ltd.</a:t>
            </a:r>
            <a:endParaRPr lang="zh-TW" altLang="en-US" sz="1000" dirty="0">
              <a:solidFill>
                <a:schemeClr val="accent4">
                  <a:lumMod val="75000"/>
                </a:schemeClr>
              </a:solidFill>
            </a:endParaRPr>
          </a:p>
        </p:txBody>
      </p:sp>
      <p:pic>
        <p:nvPicPr>
          <p:cNvPr id="14" name="圖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12360" y="4642167"/>
            <a:ext cx="1241830" cy="449863"/>
          </a:xfrm>
          <a:prstGeom prst="rect">
            <a:avLst/>
          </a:prstGeom>
        </p:spPr>
      </p:pic>
    </p:spTree>
    <p:extLst>
      <p:ext uri="{BB962C8B-B14F-4D97-AF65-F5344CB8AC3E}">
        <p14:creationId xmlns:p14="http://schemas.microsoft.com/office/powerpoint/2010/main" val="971273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內頁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97650" y="103108"/>
            <a:ext cx="5594830" cy="884466"/>
          </a:xfrm>
          <a:prstGeom prst="rect">
            <a:avLst/>
          </a:prstGeom>
        </p:spPr>
        <p:txBody>
          <a:bodyPr anchor="ctr"/>
          <a:lstStyle>
            <a:lvl1pPr algn="l">
              <a:defRPr sz="3200" b="1">
                <a:solidFill>
                  <a:schemeClr val="tx2"/>
                </a:solidFill>
                <a:latin typeface="+mj-ea"/>
                <a:ea typeface="+mj-ea"/>
                <a:cs typeface="Arial" pitchFamily="34" charset="0"/>
              </a:defRPr>
            </a:lvl1pPr>
          </a:lstStyle>
          <a:p>
            <a:r>
              <a:rPr lang="en-US" altLang="ko-KR" dirty="0"/>
              <a:t>Click to add title</a:t>
            </a:r>
            <a:endParaRPr lang="ko-KR" altLang="en-US" dirty="0"/>
          </a:p>
        </p:txBody>
      </p:sp>
      <p:sp>
        <p:nvSpPr>
          <p:cNvPr id="4" name="Content Placeholder 2"/>
          <p:cNvSpPr>
            <a:spLocks noGrp="1"/>
          </p:cNvSpPr>
          <p:nvPr>
            <p:ph idx="1"/>
          </p:nvPr>
        </p:nvSpPr>
        <p:spPr>
          <a:xfrm>
            <a:off x="3290830" y="1131590"/>
            <a:ext cx="5601650" cy="460648"/>
          </a:xfrm>
          <a:prstGeom prst="rect">
            <a:avLst/>
          </a:prstGeom>
        </p:spPr>
        <p:txBody>
          <a:bodyPr anchor="ctr"/>
          <a:lstStyle>
            <a:lvl1pPr marL="0" indent="0">
              <a:buNone/>
              <a:defRPr sz="20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sp>
        <p:nvSpPr>
          <p:cNvPr id="5" name="Content Placeholder 2"/>
          <p:cNvSpPr>
            <a:spLocks noGrp="1"/>
          </p:cNvSpPr>
          <p:nvPr>
            <p:ph idx="10"/>
          </p:nvPr>
        </p:nvSpPr>
        <p:spPr>
          <a:xfrm>
            <a:off x="3301174" y="1649688"/>
            <a:ext cx="5591306" cy="3095513"/>
          </a:xfrm>
          <a:prstGeom prst="rect">
            <a:avLst/>
          </a:prstGeom>
        </p:spPr>
        <p:txBody>
          <a:bodyPr lIns="396000" anchor="t"/>
          <a:lstStyle>
            <a:lvl1pPr marL="0" indent="0">
              <a:buNone/>
              <a:defRPr sz="14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grpSp>
        <p:nvGrpSpPr>
          <p:cNvPr id="6" name="Group 3">
            <a:extLst/>
          </p:cNvPr>
          <p:cNvGrpSpPr/>
          <p:nvPr userDrawn="1"/>
        </p:nvGrpSpPr>
        <p:grpSpPr>
          <a:xfrm>
            <a:off x="0" y="5048872"/>
            <a:ext cx="9144000" cy="94628"/>
            <a:chOff x="4379494" y="697832"/>
            <a:chExt cx="2586787" cy="168442"/>
          </a:xfrm>
        </p:grpSpPr>
        <p:sp>
          <p:nvSpPr>
            <p:cNvPr id="7" name="Rectangle 5">
              <a:extLst/>
            </p:cNvPr>
            <p:cNvSpPr/>
            <p:nvPr/>
          </p:nvSpPr>
          <p:spPr>
            <a:xfrm>
              <a:off x="4379494" y="697832"/>
              <a:ext cx="517358" cy="1684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2"/>
                </a:solidFill>
              </a:endParaRPr>
            </a:p>
          </p:txBody>
        </p:sp>
        <p:sp>
          <p:nvSpPr>
            <p:cNvPr id="8" name="Rectangle 6">
              <a:extLst/>
            </p:cNvPr>
            <p:cNvSpPr/>
            <p:nvPr/>
          </p:nvSpPr>
          <p:spPr>
            <a:xfrm>
              <a:off x="4896852" y="697832"/>
              <a:ext cx="517358" cy="1684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Rectangle 7">
              <a:extLst/>
            </p:cNvPr>
            <p:cNvSpPr/>
            <p:nvPr/>
          </p:nvSpPr>
          <p:spPr>
            <a:xfrm>
              <a:off x="5414209"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Rectangle 8">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Rectangle 9">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2" name="圖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84368" y="4659982"/>
            <a:ext cx="1194635" cy="432046"/>
          </a:xfrm>
          <a:prstGeom prst="rect">
            <a:avLst/>
          </a:prstGeom>
        </p:spPr>
      </p:pic>
      <p:sp>
        <p:nvSpPr>
          <p:cNvPr id="13" name="文字方塊 12"/>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accent4">
                    <a:lumMod val="75000"/>
                  </a:schemeClr>
                </a:solidFill>
              </a:rPr>
              <a:t>Da </a:t>
            </a:r>
            <a:r>
              <a:rPr lang="en-US" altLang="zh-TW" sz="1000" dirty="0" err="1">
                <a:solidFill>
                  <a:schemeClr val="accent4">
                    <a:lumMod val="75000"/>
                  </a:schemeClr>
                </a:solidFill>
              </a:rPr>
              <a:t>Fon</a:t>
            </a:r>
            <a:r>
              <a:rPr lang="en-US" altLang="zh-TW" sz="1000" dirty="0">
                <a:solidFill>
                  <a:schemeClr val="accent4">
                    <a:lumMod val="75000"/>
                  </a:schemeClr>
                </a:solidFill>
              </a:rPr>
              <a:t> Environmental Technology Co., Ltd.</a:t>
            </a:r>
            <a:endParaRPr lang="zh-TW" altLang="en-US" sz="1000" dirty="0">
              <a:solidFill>
                <a:schemeClr val="accent4">
                  <a:lumMod val="75000"/>
                </a:schemeClr>
              </a:solidFill>
            </a:endParaRPr>
          </a:p>
        </p:txBody>
      </p:sp>
      <p:sp>
        <p:nvSpPr>
          <p:cNvPr id="15" name="圖片版面配置區 14"/>
          <p:cNvSpPr>
            <a:spLocks noGrp="1"/>
          </p:cNvSpPr>
          <p:nvPr>
            <p:ph type="pic" sz="quarter" idx="11"/>
          </p:nvPr>
        </p:nvSpPr>
        <p:spPr>
          <a:xfrm>
            <a:off x="323849" y="103108"/>
            <a:ext cx="2787278" cy="4642093"/>
          </a:xfrm>
          <a:prstGeom prst="rect">
            <a:avLst/>
          </a:prstGeom>
        </p:spPr>
        <p:txBody>
          <a:bodyPr/>
          <a:lstStyle>
            <a:lvl1pPr marL="0" indent="0">
              <a:buNone/>
              <a:defRPr/>
            </a:lvl1pPr>
          </a:lstStyle>
          <a:p>
            <a:endParaRPr lang="zh-TW" altLang="en-US" dirty="0"/>
          </a:p>
        </p:txBody>
      </p:sp>
    </p:spTree>
    <p:extLst>
      <p:ext uri="{BB962C8B-B14F-4D97-AF65-F5344CB8AC3E}">
        <p14:creationId xmlns:p14="http://schemas.microsoft.com/office/powerpoint/2010/main" val="1799120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內頁5">
    <p:spTree>
      <p:nvGrpSpPr>
        <p:cNvPr id="1" name=""/>
        <p:cNvGrpSpPr/>
        <p:nvPr/>
      </p:nvGrpSpPr>
      <p:grpSpPr>
        <a:xfrm>
          <a:off x="0" y="0"/>
          <a:ext cx="0" cy="0"/>
          <a:chOff x="0" y="0"/>
          <a:chExt cx="0" cy="0"/>
        </a:xfrm>
      </p:grpSpPr>
      <p:sp>
        <p:nvSpPr>
          <p:cNvPr id="27" name="Content Placeholder 2"/>
          <p:cNvSpPr>
            <a:spLocks noGrp="1"/>
          </p:cNvSpPr>
          <p:nvPr>
            <p:ph idx="45"/>
          </p:nvPr>
        </p:nvSpPr>
        <p:spPr>
          <a:xfrm>
            <a:off x="3550788" y="1267610"/>
            <a:ext cx="1656001" cy="1659362"/>
          </a:xfrm>
          <a:prstGeom prst="rect">
            <a:avLst/>
          </a:prstGeom>
        </p:spPr>
        <p:txBody>
          <a:bodyPr lIns="396000" anchor="t"/>
          <a:lstStyle>
            <a:lvl1pPr marL="0" indent="0">
              <a:buNone/>
              <a:defRPr sz="14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sp>
        <p:nvSpPr>
          <p:cNvPr id="3" name="Picture Placeholder 2"/>
          <p:cNvSpPr>
            <a:spLocks noGrp="1"/>
          </p:cNvSpPr>
          <p:nvPr>
            <p:ph type="pic" idx="1" hasCustomPrompt="1"/>
          </p:nvPr>
        </p:nvSpPr>
        <p:spPr>
          <a:xfrm>
            <a:off x="553128" y="1260014"/>
            <a:ext cx="2978251" cy="334348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4" name="Title 2"/>
          <p:cNvSpPr>
            <a:spLocks noGrp="1"/>
          </p:cNvSpPr>
          <p:nvPr>
            <p:ph type="title" hasCustomPrompt="1"/>
          </p:nvPr>
        </p:nvSpPr>
        <p:spPr>
          <a:xfrm>
            <a:off x="553128" y="92928"/>
            <a:ext cx="7936621" cy="886166"/>
          </a:xfrm>
          <a:prstGeom prst="rect">
            <a:avLst/>
          </a:prstGeom>
        </p:spPr>
        <p:txBody>
          <a:bodyPr anchor="ctr"/>
          <a:lstStyle>
            <a:lvl1pPr algn="ctr">
              <a:defRPr sz="3200" b="1">
                <a:solidFill>
                  <a:schemeClr val="tx2"/>
                </a:solidFill>
                <a:latin typeface="+mj-ea"/>
                <a:ea typeface="+mj-ea"/>
                <a:cs typeface="Arial" pitchFamily="34" charset="0"/>
              </a:defRPr>
            </a:lvl1pPr>
          </a:lstStyle>
          <a:p>
            <a:r>
              <a:rPr lang="en-US" altLang="ko-KR" dirty="0"/>
              <a:t>Click to add title</a:t>
            </a:r>
            <a:endParaRPr lang="en-US" dirty="0"/>
          </a:p>
        </p:txBody>
      </p:sp>
      <p:sp>
        <p:nvSpPr>
          <p:cNvPr id="9" name="Picture Placeholder 2"/>
          <p:cNvSpPr>
            <a:spLocks noGrp="1"/>
          </p:cNvSpPr>
          <p:nvPr>
            <p:ph type="pic" idx="10" hasCustomPrompt="1"/>
          </p:nvPr>
        </p:nvSpPr>
        <p:spPr>
          <a:xfrm>
            <a:off x="3551315" y="2932112"/>
            <a:ext cx="1656000" cy="1671387"/>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10" name="Picture Placeholder 2"/>
          <p:cNvSpPr>
            <a:spLocks noGrp="1"/>
          </p:cNvSpPr>
          <p:nvPr>
            <p:ph type="pic" idx="11" hasCustomPrompt="1"/>
          </p:nvPr>
        </p:nvSpPr>
        <p:spPr>
          <a:xfrm>
            <a:off x="5235830" y="2932112"/>
            <a:ext cx="1675409" cy="1671387"/>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12" name="텍스트 개체 틀 2">
            <a:extLst>
              <a:ext uri="{FF2B5EF4-FFF2-40B4-BE49-F238E27FC236}">
                <a16:creationId xmlns:a16="http://schemas.microsoft.com/office/drawing/2014/main" id="{04DB8D5C-C91A-4755-AF2D-72EE2C637AD1}"/>
              </a:ext>
            </a:extLst>
          </p:cNvPr>
          <p:cNvSpPr>
            <a:spLocks noGrp="1"/>
          </p:cNvSpPr>
          <p:nvPr>
            <p:ph type="body" sz="quarter" idx="41" hasCustomPrompt="1"/>
          </p:nvPr>
        </p:nvSpPr>
        <p:spPr>
          <a:xfrm>
            <a:off x="0" y="843558"/>
            <a:ext cx="9144000" cy="216024"/>
          </a:xfrm>
          <a:prstGeom prst="rect">
            <a:avLst/>
          </a:prstGeom>
        </p:spPr>
        <p:txBody>
          <a:bodyPr anchor="ctr"/>
          <a:lstStyle>
            <a:lvl1pPr marL="0" marR="0" indent="0" algn="ctr" defTabSz="914400" rtl="0" eaLnBrk="1" fontAlgn="auto" latinLnBrk="1" hangingPunct="1">
              <a:lnSpc>
                <a:spcPct val="90000"/>
              </a:lnSpc>
              <a:spcBef>
                <a:spcPts val="1000"/>
              </a:spcBef>
              <a:spcAft>
                <a:spcPts val="0"/>
              </a:spcAft>
              <a:buClrTx/>
              <a:buSzTx/>
              <a:buFontTx/>
              <a:buNone/>
              <a:tabLst/>
              <a:defRPr sz="1200">
                <a:solidFill>
                  <a:schemeClr val="tx1">
                    <a:lumMod val="75000"/>
                    <a:lumOff val="25000"/>
                  </a:schemeClr>
                </a:solidFill>
              </a:defRPr>
            </a:lvl1pPr>
          </a:lstStyle>
          <a:p>
            <a:pPr marL="0" marR="0" lvl="0" indent="0" algn="ctr" defTabSz="914400" rtl="0" eaLnBrk="1" fontAlgn="auto" latinLnBrk="1" hangingPunct="1">
              <a:lnSpc>
                <a:spcPct val="90000"/>
              </a:lnSpc>
              <a:spcBef>
                <a:spcPts val="1000"/>
              </a:spcBef>
              <a:spcAft>
                <a:spcPts val="0"/>
              </a:spcAft>
              <a:buClrTx/>
              <a:buSzTx/>
              <a:buFontTx/>
              <a:buNone/>
              <a:tabLst/>
              <a:defRPr/>
            </a:pPr>
            <a:r>
              <a:rPr lang="en-US" altLang="ko-KR" dirty="0"/>
              <a:t>Subtitle in this line</a:t>
            </a:r>
            <a:endParaRPr lang="ko-KR" altLang="en-US" dirty="0"/>
          </a:p>
        </p:txBody>
      </p:sp>
      <p:grpSp>
        <p:nvGrpSpPr>
          <p:cNvPr id="16" name="Group 3">
            <a:extLst/>
          </p:cNvPr>
          <p:cNvGrpSpPr/>
          <p:nvPr userDrawn="1"/>
        </p:nvGrpSpPr>
        <p:grpSpPr>
          <a:xfrm>
            <a:off x="0" y="5048872"/>
            <a:ext cx="9144000" cy="94628"/>
            <a:chOff x="4379494" y="697832"/>
            <a:chExt cx="2586787" cy="168442"/>
          </a:xfrm>
        </p:grpSpPr>
        <p:sp>
          <p:nvSpPr>
            <p:cNvPr id="17" name="Rectangle 5">
              <a:extLst/>
            </p:cNvPr>
            <p:cNvSpPr/>
            <p:nvPr/>
          </p:nvSpPr>
          <p:spPr>
            <a:xfrm>
              <a:off x="4379494" y="697832"/>
              <a:ext cx="517358" cy="1684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2"/>
                </a:solidFill>
              </a:endParaRPr>
            </a:p>
          </p:txBody>
        </p:sp>
        <p:sp>
          <p:nvSpPr>
            <p:cNvPr id="18" name="Rectangle 6">
              <a:extLst/>
            </p:cNvPr>
            <p:cNvSpPr/>
            <p:nvPr/>
          </p:nvSpPr>
          <p:spPr>
            <a:xfrm>
              <a:off x="4896852" y="697832"/>
              <a:ext cx="517358" cy="1684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Rectangle 7">
              <a:extLst/>
            </p:cNvPr>
            <p:cNvSpPr/>
            <p:nvPr/>
          </p:nvSpPr>
          <p:spPr>
            <a:xfrm>
              <a:off x="5414209"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Rectangle 8">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Rectangle 9">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3" name="文字方塊 22"/>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accent4">
                    <a:lumMod val="75000"/>
                  </a:schemeClr>
                </a:solidFill>
              </a:rPr>
              <a:t>Da </a:t>
            </a:r>
            <a:r>
              <a:rPr lang="en-US" altLang="zh-TW" sz="1000" dirty="0" err="1">
                <a:solidFill>
                  <a:schemeClr val="accent4">
                    <a:lumMod val="75000"/>
                  </a:schemeClr>
                </a:solidFill>
              </a:rPr>
              <a:t>Fon</a:t>
            </a:r>
            <a:r>
              <a:rPr lang="en-US" altLang="zh-TW" sz="1000" dirty="0">
                <a:solidFill>
                  <a:schemeClr val="accent4">
                    <a:lumMod val="75000"/>
                  </a:schemeClr>
                </a:solidFill>
              </a:rPr>
              <a:t> Environmental Technology Co., Ltd.</a:t>
            </a:r>
            <a:endParaRPr lang="zh-TW" altLang="en-US" sz="1000" dirty="0">
              <a:solidFill>
                <a:schemeClr val="accent4">
                  <a:lumMod val="75000"/>
                </a:schemeClr>
              </a:solidFill>
            </a:endParaRPr>
          </a:p>
        </p:txBody>
      </p:sp>
      <p:sp>
        <p:nvSpPr>
          <p:cNvPr id="11" name="Picture Placeholder 2"/>
          <p:cNvSpPr>
            <a:spLocks noGrp="1"/>
          </p:cNvSpPr>
          <p:nvPr>
            <p:ph type="pic" idx="12" hasCustomPrompt="1"/>
          </p:nvPr>
        </p:nvSpPr>
        <p:spPr>
          <a:xfrm>
            <a:off x="6891831" y="2930770"/>
            <a:ext cx="1607400" cy="1672732"/>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29" name="Content Placeholder 2"/>
          <p:cNvSpPr>
            <a:spLocks noGrp="1"/>
          </p:cNvSpPr>
          <p:nvPr>
            <p:ph idx="46"/>
          </p:nvPr>
        </p:nvSpPr>
        <p:spPr>
          <a:xfrm>
            <a:off x="5220255" y="1267610"/>
            <a:ext cx="1656001" cy="1671387"/>
          </a:xfrm>
          <a:prstGeom prst="rect">
            <a:avLst/>
          </a:prstGeom>
        </p:spPr>
        <p:txBody>
          <a:bodyPr lIns="396000" anchor="t"/>
          <a:lstStyle>
            <a:lvl1pPr marL="0" indent="0">
              <a:buNone/>
              <a:defRPr sz="14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sp>
        <p:nvSpPr>
          <p:cNvPr id="30" name="Content Placeholder 2"/>
          <p:cNvSpPr>
            <a:spLocks noGrp="1"/>
          </p:cNvSpPr>
          <p:nvPr>
            <p:ph idx="47"/>
          </p:nvPr>
        </p:nvSpPr>
        <p:spPr>
          <a:xfrm>
            <a:off x="6877813" y="1279635"/>
            <a:ext cx="1656001" cy="1659362"/>
          </a:xfrm>
          <a:prstGeom prst="rect">
            <a:avLst/>
          </a:prstGeom>
        </p:spPr>
        <p:txBody>
          <a:bodyPr lIns="396000" anchor="t"/>
          <a:lstStyle>
            <a:lvl1pPr marL="0" indent="0">
              <a:buNone/>
              <a:defRPr sz="14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pic>
        <p:nvPicPr>
          <p:cNvPr id="24" name="圖片 2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12360" y="4642167"/>
            <a:ext cx="1241830" cy="449863"/>
          </a:xfrm>
          <a:prstGeom prst="rect">
            <a:avLst/>
          </a:prstGeom>
        </p:spPr>
      </p:pic>
    </p:spTree>
    <p:extLst>
      <p:ext uri="{BB962C8B-B14F-4D97-AF65-F5344CB8AC3E}">
        <p14:creationId xmlns:p14="http://schemas.microsoft.com/office/powerpoint/2010/main" val="1205655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內頁6">
    <p:bg>
      <p:bgPr>
        <a:solidFill>
          <a:schemeClr val="bg1"/>
        </a:solidFill>
        <a:effectLst/>
      </p:bgPr>
    </p:bg>
    <p:spTree>
      <p:nvGrpSpPr>
        <p:cNvPr id="1" name=""/>
        <p:cNvGrpSpPr/>
        <p:nvPr/>
      </p:nvGrpSpPr>
      <p:grpSpPr>
        <a:xfrm>
          <a:off x="0" y="0"/>
          <a:ext cx="0" cy="0"/>
          <a:chOff x="0" y="0"/>
          <a:chExt cx="0" cy="0"/>
        </a:xfrm>
      </p:grpSpPr>
      <p:sp>
        <p:nvSpPr>
          <p:cNvPr id="5" name="Text Placeholder 2"/>
          <p:cNvSpPr>
            <a:spLocks noGrp="1"/>
          </p:cNvSpPr>
          <p:nvPr>
            <p:ph type="body" sz="quarter" idx="11" hasCustomPrompt="1"/>
          </p:nvPr>
        </p:nvSpPr>
        <p:spPr>
          <a:xfrm>
            <a:off x="405880" y="771550"/>
            <a:ext cx="7505818" cy="216000"/>
          </a:xfrm>
          <a:prstGeom prst="rect">
            <a:avLst/>
          </a:prstGeom>
        </p:spPr>
        <p:txBody>
          <a:bodyPr anchor="ctr"/>
          <a:lstStyle>
            <a:lvl1pPr marL="0" indent="0" algn="l">
              <a:buFontTx/>
              <a:buNone/>
              <a:defRPr sz="120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7" name="Title 2"/>
          <p:cNvSpPr>
            <a:spLocks noGrp="1"/>
          </p:cNvSpPr>
          <p:nvPr>
            <p:ph type="title" hasCustomPrompt="1"/>
          </p:nvPr>
        </p:nvSpPr>
        <p:spPr>
          <a:xfrm>
            <a:off x="405880" y="83635"/>
            <a:ext cx="7505818" cy="687915"/>
          </a:xfrm>
          <a:prstGeom prst="rect">
            <a:avLst/>
          </a:prstGeom>
        </p:spPr>
        <p:txBody>
          <a:bodyPr anchor="ctr"/>
          <a:lstStyle>
            <a:lvl1pPr algn="l">
              <a:defRPr sz="3200" b="1">
                <a:solidFill>
                  <a:schemeClr val="tx2"/>
                </a:solidFill>
                <a:latin typeface="+mj-ea"/>
                <a:ea typeface="+mj-ea"/>
                <a:cs typeface="Arial" pitchFamily="34" charset="0"/>
              </a:defRPr>
            </a:lvl1pPr>
          </a:lstStyle>
          <a:p>
            <a:r>
              <a:rPr lang="en-US" altLang="ko-KR" dirty="0"/>
              <a:t>Click to add title</a:t>
            </a:r>
            <a:endParaRPr lang="en-US" dirty="0"/>
          </a:p>
        </p:txBody>
      </p:sp>
      <p:sp>
        <p:nvSpPr>
          <p:cNvPr id="9" name="文字方塊 8"/>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accent4">
                    <a:lumMod val="75000"/>
                  </a:schemeClr>
                </a:solidFill>
              </a:rPr>
              <a:t>Da </a:t>
            </a:r>
            <a:r>
              <a:rPr lang="en-US" altLang="zh-TW" sz="1000" dirty="0" err="1">
                <a:solidFill>
                  <a:schemeClr val="accent4">
                    <a:lumMod val="75000"/>
                  </a:schemeClr>
                </a:solidFill>
              </a:rPr>
              <a:t>Fon</a:t>
            </a:r>
            <a:r>
              <a:rPr lang="en-US" altLang="zh-TW" sz="1000" dirty="0">
                <a:solidFill>
                  <a:schemeClr val="accent4">
                    <a:lumMod val="75000"/>
                  </a:schemeClr>
                </a:solidFill>
              </a:rPr>
              <a:t> Environmental Technology Co., Ltd.</a:t>
            </a:r>
            <a:endParaRPr lang="zh-TW" altLang="en-US" sz="1000" dirty="0">
              <a:solidFill>
                <a:schemeClr val="accent4">
                  <a:lumMod val="75000"/>
                </a:schemeClr>
              </a:solidFill>
            </a:endParaRPr>
          </a:p>
        </p:txBody>
      </p:sp>
      <p:pic>
        <p:nvPicPr>
          <p:cNvPr id="6" name="圖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12360" y="4642167"/>
            <a:ext cx="1241830" cy="449863"/>
          </a:xfrm>
          <a:prstGeom prst="rect">
            <a:avLst/>
          </a:prstGeom>
        </p:spPr>
      </p:pic>
    </p:spTree>
    <p:extLst>
      <p:ext uri="{BB962C8B-B14F-4D97-AF65-F5344CB8AC3E}">
        <p14:creationId xmlns:p14="http://schemas.microsoft.com/office/powerpoint/2010/main" val="14678449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內頁7">
    <p:bg>
      <p:bgPr>
        <a:solidFill>
          <a:schemeClr val="bg1"/>
        </a:solidFill>
        <a:effectLst/>
      </p:bgPr>
    </p:bg>
    <p:spTree>
      <p:nvGrpSpPr>
        <p:cNvPr id="1" name=""/>
        <p:cNvGrpSpPr/>
        <p:nvPr/>
      </p:nvGrpSpPr>
      <p:grpSpPr>
        <a:xfrm>
          <a:off x="0" y="0"/>
          <a:ext cx="0" cy="0"/>
          <a:chOff x="0" y="0"/>
          <a:chExt cx="0" cy="0"/>
        </a:xfrm>
      </p:grpSpPr>
      <p:grpSp>
        <p:nvGrpSpPr>
          <p:cNvPr id="17" name="群組 16"/>
          <p:cNvGrpSpPr/>
          <p:nvPr userDrawn="1"/>
        </p:nvGrpSpPr>
        <p:grpSpPr>
          <a:xfrm>
            <a:off x="0" y="3651869"/>
            <a:ext cx="9144000" cy="1491631"/>
            <a:chOff x="0" y="3651869"/>
            <a:chExt cx="9144000" cy="1491631"/>
          </a:xfrm>
        </p:grpSpPr>
        <p:sp>
          <p:nvSpPr>
            <p:cNvPr id="20" name="Freeform: Shape 580">
              <a:extLst/>
            </p:cNvPr>
            <p:cNvSpPr/>
            <p:nvPr userDrawn="1"/>
          </p:nvSpPr>
          <p:spPr>
            <a:xfrm>
              <a:off x="0" y="3651869"/>
              <a:ext cx="9144000" cy="1491631"/>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chemeClr val="accent5">
                <a:alpha val="79000"/>
              </a:schemeClr>
            </a:solid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Freeform: Shape 584">
              <a:extLst/>
            </p:cNvPr>
            <p:cNvSpPr/>
            <p:nvPr userDrawn="1"/>
          </p:nvSpPr>
          <p:spPr>
            <a:xfrm>
              <a:off x="0" y="4132368"/>
              <a:ext cx="9144000" cy="1011132"/>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gradFill>
              <a:gsLst>
                <a:gs pos="100000">
                  <a:schemeClr val="tx2"/>
                </a:gs>
                <a:gs pos="20000">
                  <a:srgbClr val="246B84"/>
                </a:gs>
                <a:gs pos="53000">
                  <a:schemeClr val="tx2"/>
                </a:gs>
              </a:gsLst>
              <a:lin ang="3000000" scaled="0"/>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 name="Title 1"/>
          <p:cNvSpPr>
            <a:spLocks noGrp="1"/>
          </p:cNvSpPr>
          <p:nvPr>
            <p:ph type="title" hasCustomPrompt="1"/>
          </p:nvPr>
        </p:nvSpPr>
        <p:spPr>
          <a:xfrm>
            <a:off x="4078287" y="426449"/>
            <a:ext cx="4824537" cy="884466"/>
          </a:xfrm>
          <a:prstGeom prst="rect">
            <a:avLst/>
          </a:prstGeom>
        </p:spPr>
        <p:txBody>
          <a:bodyPr anchor="ctr"/>
          <a:lstStyle>
            <a:lvl1pPr algn="l">
              <a:defRPr sz="3200" b="1">
                <a:solidFill>
                  <a:schemeClr val="tx2"/>
                </a:solidFill>
                <a:latin typeface="+mj-ea"/>
                <a:ea typeface="+mj-ea"/>
                <a:cs typeface="Arial" pitchFamily="34" charset="0"/>
              </a:defRPr>
            </a:lvl1pPr>
          </a:lstStyle>
          <a:p>
            <a:r>
              <a:rPr lang="en-US" altLang="ko-KR" dirty="0"/>
              <a:t>Click to add title</a:t>
            </a:r>
            <a:endParaRPr lang="ko-KR" altLang="en-US" dirty="0"/>
          </a:p>
        </p:txBody>
      </p:sp>
      <p:sp>
        <p:nvSpPr>
          <p:cNvPr id="4" name="Content Placeholder 2"/>
          <p:cNvSpPr>
            <a:spLocks noGrp="1"/>
          </p:cNvSpPr>
          <p:nvPr>
            <p:ph idx="1"/>
          </p:nvPr>
        </p:nvSpPr>
        <p:spPr>
          <a:xfrm>
            <a:off x="4067944" y="1463411"/>
            <a:ext cx="4824536" cy="460648"/>
          </a:xfrm>
          <a:prstGeom prst="rect">
            <a:avLst/>
          </a:prstGeom>
        </p:spPr>
        <p:txBody>
          <a:bodyPr anchor="ctr"/>
          <a:lstStyle>
            <a:lvl1pPr marL="0" indent="0">
              <a:buNone/>
              <a:defRPr sz="20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sp>
        <p:nvSpPr>
          <p:cNvPr id="5" name="Content Placeholder 2"/>
          <p:cNvSpPr>
            <a:spLocks noGrp="1"/>
          </p:cNvSpPr>
          <p:nvPr>
            <p:ph idx="10"/>
          </p:nvPr>
        </p:nvSpPr>
        <p:spPr>
          <a:xfrm>
            <a:off x="4067944" y="2063015"/>
            <a:ext cx="4834880" cy="1660863"/>
          </a:xfrm>
          <a:prstGeom prst="rect">
            <a:avLst/>
          </a:prstGeom>
        </p:spPr>
        <p:txBody>
          <a:bodyPr lIns="396000" anchor="t"/>
          <a:lstStyle>
            <a:lvl1pPr marL="0" indent="0">
              <a:buNone/>
              <a:defRPr sz="14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sp>
        <p:nvSpPr>
          <p:cNvPr id="6" name="圖片版面配置區 5"/>
          <p:cNvSpPr>
            <a:spLocks noGrp="1"/>
          </p:cNvSpPr>
          <p:nvPr>
            <p:ph type="pic" sz="quarter" idx="11"/>
          </p:nvPr>
        </p:nvSpPr>
        <p:spPr>
          <a:xfrm>
            <a:off x="467544" y="339503"/>
            <a:ext cx="3369567" cy="3384376"/>
          </a:xfrm>
          <a:prstGeom prst="rect">
            <a:avLst/>
          </a:prstGeom>
        </p:spPr>
        <p:txBody>
          <a:bodyPr/>
          <a:lstStyle/>
          <a:p>
            <a:endParaRPr lang="zh-TW" altLang="en-US"/>
          </a:p>
        </p:txBody>
      </p:sp>
      <p:sp>
        <p:nvSpPr>
          <p:cNvPr id="23" name="Content Placeholder 2"/>
          <p:cNvSpPr>
            <a:spLocks noGrp="1"/>
          </p:cNvSpPr>
          <p:nvPr>
            <p:ph idx="12"/>
          </p:nvPr>
        </p:nvSpPr>
        <p:spPr>
          <a:xfrm>
            <a:off x="2159732" y="3933234"/>
            <a:ext cx="4824536" cy="460648"/>
          </a:xfrm>
          <a:prstGeom prst="rect">
            <a:avLst/>
          </a:prstGeom>
        </p:spPr>
        <p:txBody>
          <a:bodyPr anchor="ctr"/>
          <a:lstStyle>
            <a:lvl1pPr marL="0" indent="0" algn="ctr">
              <a:buNone/>
              <a:defRPr sz="20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pic>
        <p:nvPicPr>
          <p:cNvPr id="12" name="圖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88366" y="4620796"/>
            <a:ext cx="1355634" cy="491089"/>
          </a:xfrm>
          <a:prstGeom prst="rect">
            <a:avLst/>
          </a:prstGeom>
        </p:spPr>
      </p:pic>
    </p:spTree>
    <p:extLst>
      <p:ext uri="{BB962C8B-B14F-4D97-AF65-F5344CB8AC3E}">
        <p14:creationId xmlns:p14="http://schemas.microsoft.com/office/powerpoint/2010/main" val="18706645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內頁8 (空白)">
    <p:spTree>
      <p:nvGrpSpPr>
        <p:cNvPr id="1" name=""/>
        <p:cNvGrpSpPr/>
        <p:nvPr/>
      </p:nvGrpSpPr>
      <p:grpSpPr>
        <a:xfrm>
          <a:off x="0" y="0"/>
          <a:ext cx="0" cy="0"/>
          <a:chOff x="0" y="0"/>
          <a:chExt cx="0" cy="0"/>
        </a:xfrm>
      </p:grpSpPr>
      <p:sp>
        <p:nvSpPr>
          <p:cNvPr id="5" name="文字方塊 4"/>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accent4">
                    <a:lumMod val="75000"/>
                  </a:schemeClr>
                </a:solidFill>
              </a:rPr>
              <a:t>Da </a:t>
            </a:r>
            <a:r>
              <a:rPr lang="en-US" altLang="zh-TW" sz="1000" dirty="0" err="1">
                <a:solidFill>
                  <a:schemeClr val="accent4">
                    <a:lumMod val="75000"/>
                  </a:schemeClr>
                </a:solidFill>
              </a:rPr>
              <a:t>Fon</a:t>
            </a:r>
            <a:r>
              <a:rPr lang="en-US" altLang="zh-TW" sz="1000" dirty="0">
                <a:solidFill>
                  <a:schemeClr val="accent4">
                    <a:lumMod val="75000"/>
                  </a:schemeClr>
                </a:solidFill>
              </a:rPr>
              <a:t> Environmental Technology Co., Ltd.</a:t>
            </a:r>
            <a:endParaRPr lang="zh-TW" altLang="en-US" sz="1000" dirty="0">
              <a:solidFill>
                <a:schemeClr val="accent4">
                  <a:lumMod val="75000"/>
                </a:schemeClr>
              </a:solidFill>
            </a:endParaRPr>
          </a:p>
        </p:txBody>
      </p:sp>
      <p:pic>
        <p:nvPicPr>
          <p:cNvPr id="6" name="圖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12360" y="4642167"/>
            <a:ext cx="1241830" cy="449863"/>
          </a:xfrm>
          <a:prstGeom prst="rect">
            <a:avLst/>
          </a:prstGeom>
        </p:spPr>
      </p:pic>
    </p:spTree>
    <p:extLst>
      <p:ext uri="{BB962C8B-B14F-4D97-AF65-F5344CB8AC3E}">
        <p14:creationId xmlns:p14="http://schemas.microsoft.com/office/powerpoint/2010/main" val="27310217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theme" Target="../theme/theme2.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7495855"/>
      </p:ext>
    </p:extLst>
  </p:cSld>
  <p:clrMap bg1="lt1" tx1="dk1" bg2="lt2" tx2="dk2" accent1="accent1" accent2="accent2" accent3="accent3" accent4="accent4" accent5="accent5" accent6="accent6" hlink="hlink" folHlink="folHlink"/>
  <p:sldLayoutIdLst>
    <p:sldLayoutId id="2147483684" r:id="rId1"/>
    <p:sldLayoutId id="2147483695" r:id="rId2"/>
    <p:sldLayoutId id="2147483685" r:id="rId3"/>
    <p:sldLayoutId id="2147483687" r:id="rId4"/>
  </p:sldLayoutIdLst>
  <p:txStyles>
    <p:titleStyle>
      <a:lvl1pPr algn="ctr" defTabSz="914400" rtl="0" eaLnBrk="1" latinLnBrk="1" hangingPunct="1">
        <a:spcBef>
          <a:spcPct val="0"/>
        </a:spcBef>
        <a:buNone/>
        <a:defRPr sz="3600" b="1" kern="1200">
          <a:solidFill>
            <a:schemeClr val="tx1"/>
          </a:solidFill>
          <a:latin typeface="Arial" pitchFamily="34" charset="0"/>
          <a:ea typeface="+mj-ea"/>
          <a:cs typeface="Arial" pitchFamily="34" charset="0"/>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9173561"/>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86" r:id="rId3"/>
    <p:sldLayoutId id="2147483692" r:id="rId4"/>
    <p:sldLayoutId id="2147483682" r:id="rId5"/>
    <p:sldLayoutId id="2147483690" r:id="rId6"/>
    <p:sldLayoutId id="2147483674" r:id="rId7"/>
    <p:sldLayoutId id="2147483664" r:id="rId8"/>
    <p:sldLayoutId id="2147483688" r:id="rId9"/>
    <p:sldLayoutId id="2147483676" r:id="rId10"/>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sz="quarter" idx="10"/>
          </p:nvPr>
        </p:nvSpPr>
        <p:spPr/>
        <p:txBody>
          <a:bodyPr/>
          <a:lstStyle/>
          <a:p>
            <a:endParaRPr lang="zh-TW" altLang="en-US"/>
          </a:p>
        </p:txBody>
      </p:sp>
      <p:sp>
        <p:nvSpPr>
          <p:cNvPr id="4" name="文字版面配置區 3"/>
          <p:cNvSpPr>
            <a:spLocks noGrp="1"/>
          </p:cNvSpPr>
          <p:nvPr>
            <p:ph type="body" sz="quarter" idx="11"/>
          </p:nvPr>
        </p:nvSpPr>
        <p:spPr/>
        <p:txBody>
          <a:bodyPr/>
          <a:lstStyle/>
          <a:p>
            <a:endParaRPr lang="zh-TW" altLang="en-US"/>
          </a:p>
        </p:txBody>
      </p:sp>
    </p:spTree>
    <p:extLst>
      <p:ext uri="{BB962C8B-B14F-4D97-AF65-F5344CB8AC3E}">
        <p14:creationId xmlns:p14="http://schemas.microsoft.com/office/powerpoint/2010/main" val="907114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sz="quarter" idx="10"/>
          </p:nvPr>
        </p:nvSpPr>
        <p:spPr/>
        <p:txBody>
          <a:bodyPr/>
          <a:lstStyle/>
          <a:p>
            <a:endParaRPr lang="zh-TW" altLang="en-US"/>
          </a:p>
        </p:txBody>
      </p:sp>
      <p:sp>
        <p:nvSpPr>
          <p:cNvPr id="4" name="文字版面配置區 3"/>
          <p:cNvSpPr>
            <a:spLocks noGrp="1"/>
          </p:cNvSpPr>
          <p:nvPr>
            <p:ph type="body" sz="quarter" idx="11"/>
          </p:nvPr>
        </p:nvSpPr>
        <p:spPr/>
        <p:txBody>
          <a:bodyPr/>
          <a:lstStyle/>
          <a:p>
            <a:endParaRPr lang="zh-TW" altLang="en-US"/>
          </a:p>
        </p:txBody>
      </p:sp>
    </p:spTree>
    <p:extLst>
      <p:ext uri="{BB962C8B-B14F-4D97-AF65-F5344CB8AC3E}">
        <p14:creationId xmlns:p14="http://schemas.microsoft.com/office/powerpoint/2010/main" val="1128278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Tree>
    <p:extLst>
      <p:ext uri="{BB962C8B-B14F-4D97-AF65-F5344CB8AC3E}">
        <p14:creationId xmlns:p14="http://schemas.microsoft.com/office/powerpoint/2010/main" val="4051045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版面配置區 9"/>
          <p:cNvSpPr>
            <a:spLocks noGrp="1"/>
          </p:cNvSpPr>
          <p:nvPr>
            <p:ph type="body" sz="quarter" idx="13"/>
          </p:nvPr>
        </p:nvSpPr>
        <p:spPr/>
        <p:txBody>
          <a:bodyPr/>
          <a:lstStyle/>
          <a:p>
            <a:endParaRPr lang="zh-TW" altLang="en-US"/>
          </a:p>
        </p:txBody>
      </p:sp>
      <p:sp>
        <p:nvSpPr>
          <p:cNvPr id="11" name="文字版面配置區 10"/>
          <p:cNvSpPr>
            <a:spLocks noGrp="1"/>
          </p:cNvSpPr>
          <p:nvPr>
            <p:ph type="body" sz="quarter" idx="14"/>
          </p:nvPr>
        </p:nvSpPr>
        <p:spPr/>
        <p:txBody>
          <a:bodyPr/>
          <a:lstStyle/>
          <a:p>
            <a:endParaRPr lang="zh-TW" altLang="en-US"/>
          </a:p>
        </p:txBody>
      </p:sp>
      <p:sp>
        <p:nvSpPr>
          <p:cNvPr id="12" name="文字版面配置區 11"/>
          <p:cNvSpPr>
            <a:spLocks noGrp="1"/>
          </p:cNvSpPr>
          <p:nvPr>
            <p:ph type="body" sz="quarter" idx="15"/>
          </p:nvPr>
        </p:nvSpPr>
        <p:spPr/>
        <p:txBody>
          <a:bodyPr/>
          <a:lstStyle/>
          <a:p>
            <a:endParaRPr lang="zh-TW" altLang="en-US"/>
          </a:p>
        </p:txBody>
      </p:sp>
      <p:sp>
        <p:nvSpPr>
          <p:cNvPr id="13" name="文字版面配置區 12"/>
          <p:cNvSpPr>
            <a:spLocks noGrp="1"/>
          </p:cNvSpPr>
          <p:nvPr>
            <p:ph type="body" sz="quarter" idx="16"/>
          </p:nvPr>
        </p:nvSpPr>
        <p:spPr/>
        <p:txBody>
          <a:bodyPr/>
          <a:lstStyle/>
          <a:p>
            <a:endParaRPr lang="zh-TW" altLang="en-US"/>
          </a:p>
        </p:txBody>
      </p:sp>
      <p:sp>
        <p:nvSpPr>
          <p:cNvPr id="14" name="文字版面配置區 13"/>
          <p:cNvSpPr>
            <a:spLocks noGrp="1"/>
          </p:cNvSpPr>
          <p:nvPr>
            <p:ph type="body" sz="quarter" idx="17"/>
          </p:nvPr>
        </p:nvSpPr>
        <p:spPr/>
        <p:txBody>
          <a:bodyPr/>
          <a:lstStyle/>
          <a:p>
            <a:endParaRPr lang="zh-TW" altLang="en-US"/>
          </a:p>
        </p:txBody>
      </p:sp>
      <p:sp>
        <p:nvSpPr>
          <p:cNvPr id="15" name="文字版面配置區 14"/>
          <p:cNvSpPr>
            <a:spLocks noGrp="1"/>
          </p:cNvSpPr>
          <p:nvPr>
            <p:ph type="body" sz="quarter" idx="18"/>
          </p:nvPr>
        </p:nvSpPr>
        <p:spPr/>
        <p:txBody>
          <a:bodyPr/>
          <a:lstStyle/>
          <a:p>
            <a:endParaRPr lang="zh-TW" altLang="en-US"/>
          </a:p>
        </p:txBody>
      </p:sp>
      <p:sp>
        <p:nvSpPr>
          <p:cNvPr id="16" name="文字版面配置區 15"/>
          <p:cNvSpPr>
            <a:spLocks noGrp="1"/>
          </p:cNvSpPr>
          <p:nvPr>
            <p:ph type="body" sz="quarter" idx="19"/>
          </p:nvPr>
        </p:nvSpPr>
        <p:spPr/>
        <p:txBody>
          <a:bodyPr/>
          <a:lstStyle/>
          <a:p>
            <a:endParaRPr lang="zh-TW" altLang="en-US"/>
          </a:p>
        </p:txBody>
      </p:sp>
      <p:sp>
        <p:nvSpPr>
          <p:cNvPr id="17" name="文字版面配置區 16"/>
          <p:cNvSpPr>
            <a:spLocks noGrp="1"/>
          </p:cNvSpPr>
          <p:nvPr>
            <p:ph type="body" sz="quarter" idx="20"/>
          </p:nvPr>
        </p:nvSpPr>
        <p:spPr/>
        <p:txBody>
          <a:bodyPr/>
          <a:lstStyle/>
          <a:p>
            <a:endParaRPr lang="zh-TW" altLang="en-US"/>
          </a:p>
        </p:txBody>
      </p:sp>
    </p:spTree>
    <p:extLst>
      <p:ext uri="{BB962C8B-B14F-4D97-AF65-F5344CB8AC3E}">
        <p14:creationId xmlns:p14="http://schemas.microsoft.com/office/powerpoint/2010/main" val="2957344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字版面配置區 19"/>
          <p:cNvSpPr>
            <a:spLocks noGrp="1"/>
          </p:cNvSpPr>
          <p:nvPr>
            <p:ph type="body" sz="quarter" idx="15"/>
          </p:nvPr>
        </p:nvSpPr>
        <p:spPr/>
        <p:txBody>
          <a:bodyPr/>
          <a:lstStyle/>
          <a:p>
            <a:endParaRPr lang="zh-TW" altLang="en-US"/>
          </a:p>
        </p:txBody>
      </p:sp>
      <p:sp>
        <p:nvSpPr>
          <p:cNvPr id="21" name="文字版面配置區 20"/>
          <p:cNvSpPr>
            <a:spLocks noGrp="1"/>
          </p:cNvSpPr>
          <p:nvPr>
            <p:ph type="body" sz="quarter" idx="16"/>
          </p:nvPr>
        </p:nvSpPr>
        <p:spPr/>
        <p:txBody>
          <a:bodyPr/>
          <a:lstStyle/>
          <a:p>
            <a:endParaRPr lang="zh-TW" altLang="en-US"/>
          </a:p>
        </p:txBody>
      </p:sp>
      <p:sp>
        <p:nvSpPr>
          <p:cNvPr id="22" name="文字版面配置區 21"/>
          <p:cNvSpPr>
            <a:spLocks noGrp="1"/>
          </p:cNvSpPr>
          <p:nvPr>
            <p:ph type="body" sz="quarter" idx="17"/>
          </p:nvPr>
        </p:nvSpPr>
        <p:spPr/>
        <p:txBody>
          <a:bodyPr/>
          <a:lstStyle/>
          <a:p>
            <a:endParaRPr lang="zh-TW" altLang="en-US"/>
          </a:p>
        </p:txBody>
      </p:sp>
      <p:sp>
        <p:nvSpPr>
          <p:cNvPr id="23" name="文字版面配置區 22"/>
          <p:cNvSpPr>
            <a:spLocks noGrp="1"/>
          </p:cNvSpPr>
          <p:nvPr>
            <p:ph type="body" sz="quarter" idx="18"/>
          </p:nvPr>
        </p:nvSpPr>
        <p:spPr/>
        <p:txBody>
          <a:bodyPr/>
          <a:lstStyle/>
          <a:p>
            <a:endParaRPr lang="zh-TW" altLang="en-US"/>
          </a:p>
        </p:txBody>
      </p:sp>
      <p:sp>
        <p:nvSpPr>
          <p:cNvPr id="24" name="文字版面配置區 23"/>
          <p:cNvSpPr>
            <a:spLocks noGrp="1"/>
          </p:cNvSpPr>
          <p:nvPr>
            <p:ph type="body" sz="quarter" idx="19"/>
          </p:nvPr>
        </p:nvSpPr>
        <p:spPr/>
        <p:txBody>
          <a:bodyPr/>
          <a:lstStyle/>
          <a:p>
            <a:endParaRPr lang="zh-TW" altLang="en-US"/>
          </a:p>
        </p:txBody>
      </p:sp>
      <p:sp>
        <p:nvSpPr>
          <p:cNvPr id="25" name="文字版面配置區 24"/>
          <p:cNvSpPr>
            <a:spLocks noGrp="1"/>
          </p:cNvSpPr>
          <p:nvPr>
            <p:ph type="body" sz="quarter" idx="20"/>
          </p:nvPr>
        </p:nvSpPr>
        <p:spPr/>
        <p:txBody>
          <a:bodyPr/>
          <a:lstStyle/>
          <a:p>
            <a:endParaRPr lang="zh-TW" altLang="en-US"/>
          </a:p>
        </p:txBody>
      </p:sp>
      <p:sp>
        <p:nvSpPr>
          <p:cNvPr id="18" name="文字版面配置區 17"/>
          <p:cNvSpPr>
            <a:spLocks noGrp="1"/>
          </p:cNvSpPr>
          <p:nvPr>
            <p:ph type="body" sz="quarter" idx="13"/>
          </p:nvPr>
        </p:nvSpPr>
        <p:spPr/>
        <p:txBody>
          <a:bodyPr/>
          <a:lstStyle/>
          <a:p>
            <a:endParaRPr lang="zh-TW" altLang="en-US"/>
          </a:p>
        </p:txBody>
      </p:sp>
      <p:sp>
        <p:nvSpPr>
          <p:cNvPr id="19" name="文字版面配置區 18"/>
          <p:cNvSpPr>
            <a:spLocks noGrp="1"/>
          </p:cNvSpPr>
          <p:nvPr>
            <p:ph type="body" sz="quarter" idx="14"/>
          </p:nvPr>
        </p:nvSpPr>
        <p:spPr/>
        <p:txBody>
          <a:bodyPr/>
          <a:lstStyle/>
          <a:p>
            <a:endParaRPr lang="zh-TW" altLang="en-US"/>
          </a:p>
        </p:txBody>
      </p:sp>
    </p:spTree>
    <p:extLst>
      <p:ext uri="{BB962C8B-B14F-4D97-AF65-F5344CB8AC3E}">
        <p14:creationId xmlns:p14="http://schemas.microsoft.com/office/powerpoint/2010/main" val="1512583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397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Tree>
    <p:extLst>
      <p:ext uri="{BB962C8B-B14F-4D97-AF65-F5344CB8AC3E}">
        <p14:creationId xmlns:p14="http://schemas.microsoft.com/office/powerpoint/2010/main" val="450530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Tree>
    <p:extLst>
      <p:ext uri="{BB962C8B-B14F-4D97-AF65-F5344CB8AC3E}">
        <p14:creationId xmlns:p14="http://schemas.microsoft.com/office/powerpoint/2010/main" val="23182625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版面配置區 30"/>
          <p:cNvSpPr>
            <a:spLocks noGrp="1"/>
          </p:cNvSpPr>
          <p:nvPr>
            <p:ph type="body" sz="quarter" idx="11"/>
          </p:nvPr>
        </p:nvSpPr>
        <p:spPr>
          <a:xfrm>
            <a:off x="405880" y="771550"/>
            <a:ext cx="7505818" cy="216000"/>
          </a:xfrm>
        </p:spPr>
        <p:txBody>
          <a:bodyPr/>
          <a:lstStyle/>
          <a:p>
            <a:endParaRPr lang="zh-TW" altLang="en-US" dirty="0"/>
          </a:p>
        </p:txBody>
      </p:sp>
      <p:sp>
        <p:nvSpPr>
          <p:cNvPr id="5" name="標題 29"/>
          <p:cNvSpPr>
            <a:spLocks noGrp="1"/>
          </p:cNvSpPr>
          <p:nvPr>
            <p:ph type="title"/>
          </p:nvPr>
        </p:nvSpPr>
        <p:spPr>
          <a:xfrm>
            <a:off x="405880" y="83635"/>
            <a:ext cx="7505818" cy="687915"/>
          </a:xfrm>
        </p:spPr>
        <p:txBody>
          <a:bodyPr/>
          <a:lstStyle/>
          <a:p>
            <a:endParaRPr lang="zh-TW" altLang="en-US" dirty="0"/>
          </a:p>
        </p:txBody>
      </p:sp>
    </p:spTree>
    <p:extLst>
      <p:ext uri="{BB962C8B-B14F-4D97-AF65-F5344CB8AC3E}">
        <p14:creationId xmlns:p14="http://schemas.microsoft.com/office/powerpoint/2010/main" val="2460709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文字版面配置區 30"/>
          <p:cNvSpPr>
            <a:spLocks noGrp="1"/>
          </p:cNvSpPr>
          <p:nvPr>
            <p:ph type="body" sz="quarter" idx="11"/>
          </p:nvPr>
        </p:nvSpPr>
        <p:spPr>
          <a:xfrm>
            <a:off x="405880" y="771550"/>
            <a:ext cx="7505818" cy="216000"/>
          </a:xfrm>
        </p:spPr>
        <p:txBody>
          <a:bodyPr/>
          <a:lstStyle/>
          <a:p>
            <a:endParaRPr lang="zh-TW" altLang="en-US" dirty="0"/>
          </a:p>
        </p:txBody>
      </p:sp>
      <p:sp>
        <p:nvSpPr>
          <p:cNvPr id="32" name="標題 29"/>
          <p:cNvSpPr>
            <a:spLocks noGrp="1"/>
          </p:cNvSpPr>
          <p:nvPr>
            <p:ph type="title"/>
          </p:nvPr>
        </p:nvSpPr>
        <p:spPr>
          <a:xfrm>
            <a:off x="405880" y="83635"/>
            <a:ext cx="7505818" cy="687915"/>
          </a:xfrm>
        </p:spPr>
        <p:txBody>
          <a:bodyPr/>
          <a:lstStyle/>
          <a:p>
            <a:endParaRPr lang="zh-TW" altLang="en-US" dirty="0"/>
          </a:p>
        </p:txBody>
      </p:sp>
      <p:sp>
        <p:nvSpPr>
          <p:cNvPr id="33" name="Rectangle 3"/>
          <p:cNvSpPr/>
          <p:nvPr/>
        </p:nvSpPr>
        <p:spPr>
          <a:xfrm>
            <a:off x="1600380" y="1124323"/>
            <a:ext cx="6242476" cy="486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cs typeface="Arial" pitchFamily="34" charset="0"/>
            </a:endParaRPr>
          </a:p>
        </p:txBody>
      </p:sp>
      <p:sp>
        <p:nvSpPr>
          <p:cNvPr id="34" name="Rectangle 17"/>
          <p:cNvSpPr/>
          <p:nvPr/>
        </p:nvSpPr>
        <p:spPr>
          <a:xfrm>
            <a:off x="7635401" y="1124323"/>
            <a:ext cx="108000" cy="48600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35" name="Rectangle 22"/>
          <p:cNvSpPr/>
          <p:nvPr/>
        </p:nvSpPr>
        <p:spPr>
          <a:xfrm>
            <a:off x="7447681" y="1124323"/>
            <a:ext cx="108000" cy="4860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36" name="Isosceles Triangle 1"/>
          <p:cNvSpPr/>
          <p:nvPr/>
        </p:nvSpPr>
        <p:spPr>
          <a:xfrm>
            <a:off x="1384356" y="1869069"/>
            <a:ext cx="6458500" cy="486000"/>
          </a:xfrm>
          <a:custGeom>
            <a:avLst/>
            <a:gdLst>
              <a:gd name="connsiteX0" fmla="*/ 208160 w 8101851"/>
              <a:gd name="connsiteY0" fmla="*/ 0 h 648000"/>
              <a:gd name="connsiteX1" fmla="*/ 8101851 w 8101851"/>
              <a:gd name="connsiteY1" fmla="*/ 0 h 648000"/>
              <a:gd name="connsiteX2" fmla="*/ 8101851 w 8101851"/>
              <a:gd name="connsiteY2" fmla="*/ 648000 h 648000"/>
              <a:gd name="connsiteX3" fmla="*/ 416319 w 8101851"/>
              <a:gd name="connsiteY3" fmla="*/ 648000 h 648000"/>
              <a:gd name="connsiteX4" fmla="*/ 208160 w 8101851"/>
              <a:gd name="connsiteY4" fmla="*/ 648000 h 648000"/>
              <a:gd name="connsiteX5" fmla="*/ 0 w 8101851"/>
              <a:gd name="connsiteY5" fmla="*/ 648000 h 648000"/>
              <a:gd name="connsiteX6" fmla="*/ 283910 w 8101851"/>
              <a:gd name="connsiteY6" fmla="*/ 314984 h 648000"/>
              <a:gd name="connsiteX7" fmla="*/ 208160 w 8101851"/>
              <a:gd name="connsiteY7" fmla="*/ 0 h 648000"/>
              <a:gd name="connsiteX0" fmla="*/ 208160 w 8101851"/>
              <a:gd name="connsiteY0" fmla="*/ 0 h 648000"/>
              <a:gd name="connsiteX1" fmla="*/ 8101851 w 8101851"/>
              <a:gd name="connsiteY1" fmla="*/ 0 h 648000"/>
              <a:gd name="connsiteX2" fmla="*/ 8101851 w 8101851"/>
              <a:gd name="connsiteY2" fmla="*/ 648000 h 648000"/>
              <a:gd name="connsiteX3" fmla="*/ 416319 w 8101851"/>
              <a:gd name="connsiteY3" fmla="*/ 648000 h 648000"/>
              <a:gd name="connsiteX4" fmla="*/ 208160 w 8101851"/>
              <a:gd name="connsiteY4" fmla="*/ 648000 h 648000"/>
              <a:gd name="connsiteX5" fmla="*/ 0 w 8101851"/>
              <a:gd name="connsiteY5" fmla="*/ 648000 h 648000"/>
              <a:gd name="connsiteX6" fmla="*/ 283910 w 8101851"/>
              <a:gd name="connsiteY6" fmla="*/ 314984 h 648000"/>
              <a:gd name="connsiteX7" fmla="*/ 208160 w 8101851"/>
              <a:gd name="connsiteY7" fmla="*/ 0 h 648000"/>
              <a:gd name="connsiteX0" fmla="*/ 208160 w 8101851"/>
              <a:gd name="connsiteY0" fmla="*/ 0 h 648000"/>
              <a:gd name="connsiteX1" fmla="*/ 8101851 w 8101851"/>
              <a:gd name="connsiteY1" fmla="*/ 0 h 648000"/>
              <a:gd name="connsiteX2" fmla="*/ 8101851 w 8101851"/>
              <a:gd name="connsiteY2" fmla="*/ 648000 h 648000"/>
              <a:gd name="connsiteX3" fmla="*/ 416319 w 8101851"/>
              <a:gd name="connsiteY3" fmla="*/ 648000 h 648000"/>
              <a:gd name="connsiteX4" fmla="*/ 208160 w 8101851"/>
              <a:gd name="connsiteY4" fmla="*/ 648000 h 648000"/>
              <a:gd name="connsiteX5" fmla="*/ 0 w 8101851"/>
              <a:gd name="connsiteY5" fmla="*/ 648000 h 648000"/>
              <a:gd name="connsiteX6" fmla="*/ 283910 w 8101851"/>
              <a:gd name="connsiteY6" fmla="*/ 314984 h 648000"/>
              <a:gd name="connsiteX7" fmla="*/ 208160 w 8101851"/>
              <a:gd name="connsiteY7" fmla="*/ 0 h 64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01851" h="648000">
                <a:moveTo>
                  <a:pt x="208160" y="0"/>
                </a:moveTo>
                <a:lnTo>
                  <a:pt x="8101851" y="0"/>
                </a:lnTo>
                <a:lnTo>
                  <a:pt x="8101851" y="648000"/>
                </a:lnTo>
                <a:lnTo>
                  <a:pt x="416319" y="648000"/>
                </a:lnTo>
                <a:lnTo>
                  <a:pt x="208160" y="648000"/>
                </a:lnTo>
                <a:lnTo>
                  <a:pt x="0" y="648000"/>
                </a:lnTo>
                <a:cubicBezTo>
                  <a:pt x="94637" y="536995"/>
                  <a:pt x="81060" y="391484"/>
                  <a:pt x="283910" y="314984"/>
                </a:cubicBezTo>
                <a:cubicBezTo>
                  <a:pt x="478696" y="115099"/>
                  <a:pt x="208160" y="96368"/>
                  <a:pt x="208160" y="0"/>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Rectangle 18"/>
          <p:cNvSpPr/>
          <p:nvPr/>
        </p:nvSpPr>
        <p:spPr>
          <a:xfrm>
            <a:off x="7635401" y="1869069"/>
            <a:ext cx="108000" cy="48600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38" name="Rectangle 23"/>
          <p:cNvSpPr/>
          <p:nvPr/>
        </p:nvSpPr>
        <p:spPr>
          <a:xfrm>
            <a:off x="7447681" y="1869069"/>
            <a:ext cx="108000" cy="4860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39" name="Rectangle 4"/>
          <p:cNvSpPr/>
          <p:nvPr/>
        </p:nvSpPr>
        <p:spPr>
          <a:xfrm>
            <a:off x="1591078" y="2607465"/>
            <a:ext cx="6251778" cy="486000"/>
          </a:xfrm>
          <a:prstGeom prst="rect">
            <a:avLst/>
          </a:prstGeom>
          <a:solidFill>
            <a:schemeClr val="tx2">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cs typeface="Arial" pitchFamily="34" charset="0"/>
            </a:endParaRPr>
          </a:p>
        </p:txBody>
      </p:sp>
      <p:sp>
        <p:nvSpPr>
          <p:cNvPr id="40" name="Rectangle 19"/>
          <p:cNvSpPr/>
          <p:nvPr/>
        </p:nvSpPr>
        <p:spPr>
          <a:xfrm>
            <a:off x="7635401" y="2607465"/>
            <a:ext cx="108000" cy="48600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41" name="Rectangle 24"/>
          <p:cNvSpPr/>
          <p:nvPr/>
        </p:nvSpPr>
        <p:spPr>
          <a:xfrm>
            <a:off x="7447681" y="2607465"/>
            <a:ext cx="108000" cy="4860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42" name="Rectangle 5"/>
          <p:cNvSpPr/>
          <p:nvPr/>
        </p:nvSpPr>
        <p:spPr>
          <a:xfrm>
            <a:off x="1612226" y="3358561"/>
            <a:ext cx="6230630" cy="486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cs typeface="Arial" pitchFamily="34" charset="0"/>
            </a:endParaRPr>
          </a:p>
        </p:txBody>
      </p:sp>
      <p:sp>
        <p:nvSpPr>
          <p:cNvPr id="43" name="Rectangle 20"/>
          <p:cNvSpPr/>
          <p:nvPr/>
        </p:nvSpPr>
        <p:spPr>
          <a:xfrm>
            <a:off x="7635401" y="3358561"/>
            <a:ext cx="108000" cy="48600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44" name="Rectangle 25"/>
          <p:cNvSpPr/>
          <p:nvPr/>
        </p:nvSpPr>
        <p:spPr>
          <a:xfrm>
            <a:off x="7447681" y="3358561"/>
            <a:ext cx="108000" cy="4860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45" name="Rectangle 19"/>
          <p:cNvSpPr/>
          <p:nvPr/>
        </p:nvSpPr>
        <p:spPr>
          <a:xfrm>
            <a:off x="1445028" y="4103306"/>
            <a:ext cx="6397828" cy="486000"/>
          </a:xfrm>
          <a:custGeom>
            <a:avLst/>
            <a:gdLst>
              <a:gd name="connsiteX0" fmla="*/ 0 w 8073774"/>
              <a:gd name="connsiteY0" fmla="*/ 0 h 648001"/>
              <a:gd name="connsiteX1" fmla="*/ 324000 w 8073774"/>
              <a:gd name="connsiteY1" fmla="*/ 0 h 648001"/>
              <a:gd name="connsiteX2" fmla="*/ 324000 w 8073774"/>
              <a:gd name="connsiteY2" fmla="*/ 1 h 648001"/>
              <a:gd name="connsiteX3" fmla="*/ 8073774 w 8073774"/>
              <a:gd name="connsiteY3" fmla="*/ 1 h 648001"/>
              <a:gd name="connsiteX4" fmla="*/ 8073774 w 8073774"/>
              <a:gd name="connsiteY4" fmla="*/ 648001 h 648001"/>
              <a:gd name="connsiteX5" fmla="*/ 180083 w 8073774"/>
              <a:gd name="connsiteY5" fmla="*/ 648001 h 648001"/>
              <a:gd name="connsiteX6" fmla="*/ 180083 w 8073774"/>
              <a:gd name="connsiteY6" fmla="*/ 288000 h 648001"/>
              <a:gd name="connsiteX7" fmla="*/ 0 w 8073774"/>
              <a:gd name="connsiteY7" fmla="*/ 288000 h 648001"/>
              <a:gd name="connsiteX8" fmla="*/ 0 w 8073774"/>
              <a:gd name="connsiteY8" fmla="*/ 0 h 648001"/>
              <a:gd name="connsiteX0" fmla="*/ 0 w 8073774"/>
              <a:gd name="connsiteY0" fmla="*/ 0 h 648001"/>
              <a:gd name="connsiteX1" fmla="*/ 324000 w 8073774"/>
              <a:gd name="connsiteY1" fmla="*/ 0 h 648001"/>
              <a:gd name="connsiteX2" fmla="*/ 324000 w 8073774"/>
              <a:gd name="connsiteY2" fmla="*/ 1 h 648001"/>
              <a:gd name="connsiteX3" fmla="*/ 8073774 w 8073774"/>
              <a:gd name="connsiteY3" fmla="*/ 1 h 648001"/>
              <a:gd name="connsiteX4" fmla="*/ 8073774 w 8073774"/>
              <a:gd name="connsiteY4" fmla="*/ 648001 h 648001"/>
              <a:gd name="connsiteX5" fmla="*/ 180083 w 8073774"/>
              <a:gd name="connsiteY5" fmla="*/ 648001 h 648001"/>
              <a:gd name="connsiteX6" fmla="*/ 180083 w 8073774"/>
              <a:gd name="connsiteY6" fmla="*/ 288000 h 648001"/>
              <a:gd name="connsiteX7" fmla="*/ 0 w 8073774"/>
              <a:gd name="connsiteY7" fmla="*/ 288000 h 648001"/>
              <a:gd name="connsiteX8" fmla="*/ 0 w 8073774"/>
              <a:gd name="connsiteY8" fmla="*/ 0 h 64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73774" h="648001">
                <a:moveTo>
                  <a:pt x="0" y="0"/>
                </a:moveTo>
                <a:lnTo>
                  <a:pt x="324000" y="0"/>
                </a:lnTo>
                <a:lnTo>
                  <a:pt x="324000" y="1"/>
                </a:lnTo>
                <a:lnTo>
                  <a:pt x="8073774" y="1"/>
                </a:lnTo>
                <a:lnTo>
                  <a:pt x="8073774" y="648001"/>
                </a:lnTo>
                <a:lnTo>
                  <a:pt x="180083" y="648001"/>
                </a:lnTo>
                <a:cubicBezTo>
                  <a:pt x="253455" y="535049"/>
                  <a:pt x="266795" y="422095"/>
                  <a:pt x="180083" y="288000"/>
                </a:cubicBezTo>
                <a:lnTo>
                  <a:pt x="0" y="288000"/>
                </a:lnTo>
                <a:lnTo>
                  <a:pt x="0" y="0"/>
                </a:ln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cs typeface="Arial" pitchFamily="34" charset="0"/>
            </a:endParaRPr>
          </a:p>
        </p:txBody>
      </p:sp>
      <p:sp>
        <p:nvSpPr>
          <p:cNvPr id="46" name="Rectangle 21"/>
          <p:cNvSpPr/>
          <p:nvPr/>
        </p:nvSpPr>
        <p:spPr>
          <a:xfrm>
            <a:off x="7635401" y="4103306"/>
            <a:ext cx="108000" cy="48600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47" name="Rectangle 26"/>
          <p:cNvSpPr/>
          <p:nvPr/>
        </p:nvSpPr>
        <p:spPr>
          <a:xfrm>
            <a:off x="7447681" y="4103306"/>
            <a:ext cx="108000" cy="4860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48" name="TextBox 6"/>
          <p:cNvSpPr txBox="1"/>
          <p:nvPr/>
        </p:nvSpPr>
        <p:spPr>
          <a:xfrm>
            <a:off x="1301145" y="895577"/>
            <a:ext cx="450925" cy="923330"/>
          </a:xfrm>
          <a:prstGeom prst="rect">
            <a:avLst/>
          </a:prstGeom>
          <a:noFill/>
        </p:spPr>
        <p:txBody>
          <a:bodyPr wrap="square" rtlCol="0" anchor="ctr">
            <a:spAutoFit/>
          </a:bodyPr>
          <a:lstStyle/>
          <a:p>
            <a:pPr algn="ctr"/>
            <a:r>
              <a:rPr lang="en-US" altLang="ko-KR" sz="5400" b="1" dirty="0">
                <a:solidFill>
                  <a:schemeClr val="accent5"/>
                </a:solidFill>
                <a:cs typeface="Arial" pitchFamily="34" charset="0"/>
              </a:rPr>
              <a:t>1</a:t>
            </a:r>
            <a:endParaRPr lang="ko-KR" altLang="en-US" sz="5400" b="1" dirty="0">
              <a:solidFill>
                <a:schemeClr val="accent5"/>
              </a:solidFill>
              <a:cs typeface="Arial" pitchFamily="34" charset="0"/>
            </a:endParaRPr>
          </a:p>
        </p:txBody>
      </p:sp>
      <p:sp>
        <p:nvSpPr>
          <p:cNvPr id="49" name="TextBox 7"/>
          <p:cNvSpPr txBox="1"/>
          <p:nvPr/>
        </p:nvSpPr>
        <p:spPr>
          <a:xfrm>
            <a:off x="1301145" y="1639704"/>
            <a:ext cx="450925" cy="923330"/>
          </a:xfrm>
          <a:prstGeom prst="rect">
            <a:avLst/>
          </a:prstGeom>
          <a:noFill/>
        </p:spPr>
        <p:txBody>
          <a:bodyPr wrap="square" rtlCol="0" anchor="ctr">
            <a:spAutoFit/>
          </a:bodyPr>
          <a:lstStyle/>
          <a:p>
            <a:pPr algn="ctr"/>
            <a:r>
              <a:rPr lang="en-US" altLang="ko-KR" sz="5400" b="1" dirty="0">
                <a:solidFill>
                  <a:schemeClr val="accent5"/>
                </a:solidFill>
                <a:cs typeface="Arial" pitchFamily="34" charset="0"/>
              </a:rPr>
              <a:t>2</a:t>
            </a:r>
            <a:endParaRPr lang="ko-KR" altLang="en-US" sz="5400" b="1" dirty="0">
              <a:solidFill>
                <a:schemeClr val="accent5"/>
              </a:solidFill>
              <a:cs typeface="Arial" pitchFamily="34" charset="0"/>
            </a:endParaRPr>
          </a:p>
        </p:txBody>
      </p:sp>
      <p:sp>
        <p:nvSpPr>
          <p:cNvPr id="50" name="TextBox 8"/>
          <p:cNvSpPr txBox="1"/>
          <p:nvPr/>
        </p:nvSpPr>
        <p:spPr>
          <a:xfrm>
            <a:off x="1301145" y="2383831"/>
            <a:ext cx="450925" cy="923330"/>
          </a:xfrm>
          <a:prstGeom prst="rect">
            <a:avLst/>
          </a:prstGeom>
          <a:noFill/>
        </p:spPr>
        <p:txBody>
          <a:bodyPr wrap="square" rtlCol="0" anchor="ctr">
            <a:spAutoFit/>
          </a:bodyPr>
          <a:lstStyle/>
          <a:p>
            <a:pPr algn="ctr"/>
            <a:r>
              <a:rPr lang="en-US" altLang="ko-KR" sz="5400" b="1" dirty="0">
                <a:solidFill>
                  <a:schemeClr val="accent5"/>
                </a:solidFill>
                <a:cs typeface="Arial" pitchFamily="34" charset="0"/>
              </a:rPr>
              <a:t>3</a:t>
            </a:r>
            <a:endParaRPr lang="ko-KR" altLang="en-US" sz="5400" b="1" dirty="0">
              <a:solidFill>
                <a:schemeClr val="accent5"/>
              </a:solidFill>
              <a:cs typeface="Arial" pitchFamily="34" charset="0"/>
            </a:endParaRPr>
          </a:p>
        </p:txBody>
      </p:sp>
      <p:sp>
        <p:nvSpPr>
          <p:cNvPr id="51" name="TextBox 9"/>
          <p:cNvSpPr txBox="1"/>
          <p:nvPr/>
        </p:nvSpPr>
        <p:spPr>
          <a:xfrm>
            <a:off x="1301145" y="3127958"/>
            <a:ext cx="450925" cy="923330"/>
          </a:xfrm>
          <a:prstGeom prst="rect">
            <a:avLst/>
          </a:prstGeom>
          <a:noFill/>
        </p:spPr>
        <p:txBody>
          <a:bodyPr wrap="square" rtlCol="0" anchor="ctr">
            <a:spAutoFit/>
          </a:bodyPr>
          <a:lstStyle/>
          <a:p>
            <a:pPr algn="ctr"/>
            <a:r>
              <a:rPr lang="en-US" altLang="ko-KR" sz="5400" b="1" dirty="0">
                <a:solidFill>
                  <a:schemeClr val="accent5"/>
                </a:solidFill>
                <a:cs typeface="Arial" pitchFamily="34" charset="0"/>
              </a:rPr>
              <a:t>4</a:t>
            </a:r>
            <a:endParaRPr lang="ko-KR" altLang="en-US" sz="5400" b="1" dirty="0">
              <a:solidFill>
                <a:schemeClr val="accent5"/>
              </a:solidFill>
              <a:cs typeface="Arial" pitchFamily="34" charset="0"/>
            </a:endParaRPr>
          </a:p>
        </p:txBody>
      </p:sp>
      <p:sp>
        <p:nvSpPr>
          <p:cNvPr id="52" name="TextBox 11"/>
          <p:cNvSpPr txBox="1"/>
          <p:nvPr/>
        </p:nvSpPr>
        <p:spPr>
          <a:xfrm>
            <a:off x="1301145" y="3872086"/>
            <a:ext cx="450925" cy="923330"/>
          </a:xfrm>
          <a:prstGeom prst="rect">
            <a:avLst/>
          </a:prstGeom>
          <a:noFill/>
        </p:spPr>
        <p:txBody>
          <a:bodyPr wrap="square" rtlCol="0" anchor="ctr">
            <a:spAutoFit/>
          </a:bodyPr>
          <a:lstStyle/>
          <a:p>
            <a:pPr algn="ctr"/>
            <a:r>
              <a:rPr lang="en-US" altLang="ko-KR" sz="5400" b="1" dirty="0">
                <a:solidFill>
                  <a:schemeClr val="accent5"/>
                </a:solidFill>
                <a:cs typeface="Arial" pitchFamily="34" charset="0"/>
              </a:rPr>
              <a:t>5</a:t>
            </a:r>
            <a:endParaRPr lang="ko-KR" altLang="en-US" sz="5400" b="1" dirty="0">
              <a:solidFill>
                <a:schemeClr val="accent5"/>
              </a:solidFill>
              <a:cs typeface="Arial" pitchFamily="34" charset="0"/>
            </a:endParaRPr>
          </a:p>
        </p:txBody>
      </p:sp>
      <p:sp>
        <p:nvSpPr>
          <p:cNvPr id="53" name="TextBox 12"/>
          <p:cNvSpPr txBox="1"/>
          <p:nvPr/>
        </p:nvSpPr>
        <p:spPr bwMode="auto">
          <a:xfrm>
            <a:off x="1888412" y="1225044"/>
            <a:ext cx="5446250" cy="276999"/>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1200" dirty="0">
                <a:solidFill>
                  <a:schemeClr val="bg1"/>
                </a:solidFill>
                <a:cs typeface="Arial" pitchFamily="34" charset="0"/>
              </a:rPr>
              <a:t>Get a modern PowerPoint  Presentation that is beautifully designed</a:t>
            </a:r>
            <a:endParaRPr lang="ko-KR" altLang="en-US" sz="1200" dirty="0">
              <a:solidFill>
                <a:schemeClr val="bg1"/>
              </a:solidFill>
              <a:cs typeface="Arial" pitchFamily="34" charset="0"/>
            </a:endParaRPr>
          </a:p>
        </p:txBody>
      </p:sp>
      <p:sp>
        <p:nvSpPr>
          <p:cNvPr id="54" name="TextBox 12"/>
          <p:cNvSpPr txBox="1"/>
          <p:nvPr/>
        </p:nvSpPr>
        <p:spPr bwMode="auto">
          <a:xfrm>
            <a:off x="1888412" y="1969790"/>
            <a:ext cx="5446250" cy="276999"/>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1200" dirty="0">
                <a:solidFill>
                  <a:schemeClr val="bg1"/>
                </a:solidFill>
                <a:cs typeface="Arial" pitchFamily="34" charset="0"/>
              </a:rPr>
              <a:t>Get a modern PowerPoint  Presentation that is beautifully designed</a:t>
            </a:r>
            <a:endParaRPr lang="ko-KR" altLang="en-US" sz="1200" dirty="0">
              <a:solidFill>
                <a:schemeClr val="bg1"/>
              </a:solidFill>
              <a:cs typeface="Arial" pitchFamily="34" charset="0"/>
            </a:endParaRPr>
          </a:p>
        </p:txBody>
      </p:sp>
      <p:sp>
        <p:nvSpPr>
          <p:cNvPr id="55" name="TextBox 12"/>
          <p:cNvSpPr txBox="1"/>
          <p:nvPr/>
        </p:nvSpPr>
        <p:spPr bwMode="auto">
          <a:xfrm>
            <a:off x="1888412" y="2714536"/>
            <a:ext cx="5446250" cy="276999"/>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1200" dirty="0">
                <a:solidFill>
                  <a:schemeClr val="bg1"/>
                </a:solidFill>
                <a:cs typeface="Arial" pitchFamily="34" charset="0"/>
              </a:rPr>
              <a:t>Get a modern PowerPoint  Presentation that is beautifully designed</a:t>
            </a:r>
            <a:endParaRPr lang="ko-KR" altLang="en-US" sz="1200" dirty="0">
              <a:solidFill>
                <a:schemeClr val="bg1"/>
              </a:solidFill>
              <a:cs typeface="Arial" pitchFamily="34" charset="0"/>
            </a:endParaRPr>
          </a:p>
        </p:txBody>
      </p:sp>
      <p:sp>
        <p:nvSpPr>
          <p:cNvPr id="56" name="TextBox 12"/>
          <p:cNvSpPr txBox="1"/>
          <p:nvPr/>
        </p:nvSpPr>
        <p:spPr bwMode="auto">
          <a:xfrm>
            <a:off x="1901976" y="4204027"/>
            <a:ext cx="5446250" cy="276999"/>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1200" dirty="0">
                <a:solidFill>
                  <a:schemeClr val="bg1"/>
                </a:solidFill>
                <a:cs typeface="Arial" pitchFamily="34" charset="0"/>
              </a:rPr>
              <a:t>Get a modern PowerPoint  Presentation that is beautifully designed</a:t>
            </a:r>
            <a:endParaRPr lang="ko-KR" altLang="en-US" sz="1200" dirty="0">
              <a:solidFill>
                <a:schemeClr val="bg1"/>
              </a:solidFill>
              <a:cs typeface="Arial" pitchFamily="34" charset="0"/>
            </a:endParaRPr>
          </a:p>
        </p:txBody>
      </p:sp>
      <p:sp>
        <p:nvSpPr>
          <p:cNvPr id="57" name="TextBox 12"/>
          <p:cNvSpPr txBox="1"/>
          <p:nvPr/>
        </p:nvSpPr>
        <p:spPr bwMode="auto">
          <a:xfrm>
            <a:off x="1888412" y="3459282"/>
            <a:ext cx="5446250" cy="276999"/>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1200" dirty="0">
                <a:solidFill>
                  <a:schemeClr val="bg1"/>
                </a:solidFill>
                <a:cs typeface="Arial" pitchFamily="34" charset="0"/>
              </a:rPr>
              <a:t>Get a modern PowerPoint  Presentation that is beautifully designed</a:t>
            </a:r>
            <a:endParaRPr lang="ko-KR" altLang="en-US" sz="1200" dirty="0">
              <a:solidFill>
                <a:schemeClr val="bg1"/>
              </a:solidFill>
              <a:cs typeface="Arial" pitchFamily="34" charset="0"/>
            </a:endParaRPr>
          </a:p>
        </p:txBody>
      </p:sp>
    </p:spTree>
    <p:extLst>
      <p:ext uri="{BB962C8B-B14F-4D97-AF65-F5344CB8AC3E}">
        <p14:creationId xmlns:p14="http://schemas.microsoft.com/office/powerpoint/2010/main" val="2677203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群組 19"/>
          <p:cNvGrpSpPr/>
          <p:nvPr/>
        </p:nvGrpSpPr>
        <p:grpSpPr>
          <a:xfrm>
            <a:off x="683568" y="1459465"/>
            <a:ext cx="7583161" cy="3182763"/>
            <a:chOff x="618875" y="1456416"/>
            <a:chExt cx="7583161" cy="3182763"/>
          </a:xfrm>
        </p:grpSpPr>
        <p:grpSp>
          <p:nvGrpSpPr>
            <p:cNvPr id="32" name="Group 31"/>
            <p:cNvGrpSpPr/>
            <p:nvPr/>
          </p:nvGrpSpPr>
          <p:grpSpPr>
            <a:xfrm>
              <a:off x="6324926" y="1456416"/>
              <a:ext cx="1877110" cy="1877110"/>
              <a:chOff x="6201135" y="2192311"/>
              <a:chExt cx="1800000" cy="1800000"/>
            </a:xfrm>
          </p:grpSpPr>
          <p:sp>
            <p:nvSpPr>
              <p:cNvPr id="33" name="Teardrop 32"/>
              <p:cNvSpPr/>
              <p:nvPr/>
            </p:nvSpPr>
            <p:spPr>
              <a:xfrm rot="2700000">
                <a:off x="6201135" y="2192311"/>
                <a:ext cx="1800000" cy="1800000"/>
              </a:xfrm>
              <a:prstGeom prst="teardrop">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Oval 33"/>
              <p:cNvSpPr/>
              <p:nvPr/>
            </p:nvSpPr>
            <p:spPr>
              <a:xfrm>
                <a:off x="6291135" y="2282311"/>
                <a:ext cx="1620000" cy="1620000"/>
              </a:xfrm>
              <a:prstGeom prst="ellipse">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a:solidFill>
                    <a:schemeClr val="tx1">
                      <a:lumMod val="65000"/>
                      <a:lumOff val="35000"/>
                    </a:schemeClr>
                  </a:solidFill>
                </a:endParaRPr>
              </a:p>
            </p:txBody>
          </p:sp>
        </p:grpSp>
        <p:grpSp>
          <p:nvGrpSpPr>
            <p:cNvPr id="7" name="Group 6"/>
            <p:cNvGrpSpPr/>
            <p:nvPr/>
          </p:nvGrpSpPr>
          <p:grpSpPr>
            <a:xfrm>
              <a:off x="4422908" y="1456416"/>
              <a:ext cx="1877110" cy="1877110"/>
              <a:chOff x="6201135" y="2192311"/>
              <a:chExt cx="1800000" cy="1800000"/>
            </a:xfrm>
          </p:grpSpPr>
          <p:sp>
            <p:nvSpPr>
              <p:cNvPr id="8" name="Teardrop 7"/>
              <p:cNvSpPr/>
              <p:nvPr/>
            </p:nvSpPr>
            <p:spPr>
              <a:xfrm rot="2700000">
                <a:off x="6201135" y="2192311"/>
                <a:ext cx="1800000" cy="1800000"/>
              </a:xfrm>
              <a:prstGeom prst="teardrop">
                <a:avLst/>
              </a:prstGeom>
              <a:solidFill>
                <a:schemeClr val="accent3"/>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Oval 8"/>
              <p:cNvSpPr/>
              <p:nvPr/>
            </p:nvSpPr>
            <p:spPr>
              <a:xfrm>
                <a:off x="6291135" y="2282311"/>
                <a:ext cx="1620000" cy="1620000"/>
              </a:xfrm>
              <a:prstGeom prst="ellipse">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a:solidFill>
                    <a:schemeClr val="tx1">
                      <a:lumMod val="65000"/>
                      <a:lumOff val="35000"/>
                    </a:schemeClr>
                  </a:solidFill>
                </a:endParaRPr>
              </a:p>
            </p:txBody>
          </p:sp>
        </p:grpSp>
        <p:grpSp>
          <p:nvGrpSpPr>
            <p:cNvPr id="10" name="Group 9"/>
            <p:cNvGrpSpPr/>
            <p:nvPr/>
          </p:nvGrpSpPr>
          <p:grpSpPr>
            <a:xfrm>
              <a:off x="2520892" y="1456416"/>
              <a:ext cx="1877110" cy="1877110"/>
              <a:chOff x="6201135" y="2192311"/>
              <a:chExt cx="1800000" cy="1800000"/>
            </a:xfrm>
          </p:grpSpPr>
          <p:sp>
            <p:nvSpPr>
              <p:cNvPr id="11" name="Teardrop 10"/>
              <p:cNvSpPr/>
              <p:nvPr/>
            </p:nvSpPr>
            <p:spPr>
              <a:xfrm rot="2700000">
                <a:off x="6201135" y="2192311"/>
                <a:ext cx="1800000" cy="1800000"/>
              </a:xfrm>
              <a:prstGeom prst="teardrop">
                <a:avLst/>
              </a:prstGeom>
              <a:solidFill>
                <a:schemeClr val="accent4"/>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Oval 11"/>
              <p:cNvSpPr/>
              <p:nvPr/>
            </p:nvSpPr>
            <p:spPr>
              <a:xfrm>
                <a:off x="6291135" y="2282311"/>
                <a:ext cx="1620000" cy="1620000"/>
              </a:xfrm>
              <a:prstGeom prst="ellipse">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a:solidFill>
                    <a:schemeClr val="tx1">
                      <a:lumMod val="65000"/>
                      <a:lumOff val="35000"/>
                    </a:schemeClr>
                  </a:solidFill>
                </a:endParaRPr>
              </a:p>
            </p:txBody>
          </p:sp>
        </p:grpSp>
        <p:grpSp>
          <p:nvGrpSpPr>
            <p:cNvPr id="13" name="Group 12"/>
            <p:cNvGrpSpPr/>
            <p:nvPr/>
          </p:nvGrpSpPr>
          <p:grpSpPr>
            <a:xfrm>
              <a:off x="618875" y="1456416"/>
              <a:ext cx="1877110" cy="1877110"/>
              <a:chOff x="6201135" y="2192311"/>
              <a:chExt cx="1800000" cy="1800000"/>
            </a:xfrm>
          </p:grpSpPr>
          <p:sp>
            <p:nvSpPr>
              <p:cNvPr id="14" name="Teardrop 13"/>
              <p:cNvSpPr/>
              <p:nvPr/>
            </p:nvSpPr>
            <p:spPr>
              <a:xfrm rot="2700000">
                <a:off x="6201135" y="2192311"/>
                <a:ext cx="1800000" cy="1800000"/>
              </a:xfrm>
              <a:prstGeom prst="teardrop">
                <a:avLst/>
              </a:prstGeom>
              <a:solidFill>
                <a:schemeClr val="accent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Oval 14"/>
              <p:cNvSpPr/>
              <p:nvPr/>
            </p:nvSpPr>
            <p:spPr>
              <a:xfrm>
                <a:off x="6291135" y="2282311"/>
                <a:ext cx="1620000" cy="1620000"/>
              </a:xfrm>
              <a:prstGeom prst="ellipse">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a:solidFill>
                    <a:schemeClr val="tx1">
                      <a:lumMod val="65000"/>
                      <a:lumOff val="35000"/>
                    </a:schemeClr>
                  </a:solidFill>
                </a:endParaRPr>
              </a:p>
            </p:txBody>
          </p:sp>
        </p:grpSp>
        <p:sp>
          <p:nvSpPr>
            <p:cNvPr id="16" name="TextBox 15"/>
            <p:cNvSpPr txBox="1"/>
            <p:nvPr/>
          </p:nvSpPr>
          <p:spPr>
            <a:xfrm>
              <a:off x="1028397" y="2571750"/>
              <a:ext cx="1082424" cy="307777"/>
            </a:xfrm>
            <a:prstGeom prst="rect">
              <a:avLst/>
            </a:prstGeom>
            <a:noFill/>
          </p:spPr>
          <p:txBody>
            <a:bodyPr wrap="square" rtlCol="0">
              <a:spAutoFit/>
            </a:bodyPr>
            <a:lstStyle/>
            <a:p>
              <a:pPr algn="ctr"/>
              <a:r>
                <a:rPr lang="en-US" altLang="ko-KR" sz="1400" b="1" dirty="0">
                  <a:solidFill>
                    <a:schemeClr val="tx1">
                      <a:lumMod val="65000"/>
                      <a:lumOff val="35000"/>
                    </a:schemeClr>
                  </a:solidFill>
                  <a:latin typeface="Arial" pitchFamily="34" charset="0"/>
                  <a:cs typeface="Arial" pitchFamily="34" charset="0"/>
                </a:rPr>
                <a:t>Text Here</a:t>
              </a:r>
              <a:endParaRPr lang="ko-KR" altLang="en-US" sz="1400" b="1" dirty="0">
                <a:solidFill>
                  <a:schemeClr val="tx1">
                    <a:lumMod val="65000"/>
                    <a:lumOff val="35000"/>
                  </a:schemeClr>
                </a:solidFill>
                <a:latin typeface="Arial" pitchFamily="34" charset="0"/>
                <a:cs typeface="Arial" pitchFamily="34" charset="0"/>
              </a:endParaRPr>
            </a:p>
          </p:txBody>
        </p:sp>
        <p:sp>
          <p:nvSpPr>
            <p:cNvPr id="17" name="TextBox 16"/>
            <p:cNvSpPr txBox="1"/>
            <p:nvPr/>
          </p:nvSpPr>
          <p:spPr>
            <a:xfrm>
              <a:off x="2918235" y="2571751"/>
              <a:ext cx="1082424" cy="307777"/>
            </a:xfrm>
            <a:prstGeom prst="rect">
              <a:avLst/>
            </a:prstGeom>
            <a:noFill/>
          </p:spPr>
          <p:txBody>
            <a:bodyPr wrap="square" rtlCol="0">
              <a:spAutoFit/>
            </a:bodyPr>
            <a:lstStyle/>
            <a:p>
              <a:pPr algn="ctr"/>
              <a:r>
                <a:rPr lang="en-US" altLang="ko-KR" sz="1400" b="1" dirty="0">
                  <a:solidFill>
                    <a:schemeClr val="tx1">
                      <a:lumMod val="65000"/>
                      <a:lumOff val="35000"/>
                    </a:schemeClr>
                  </a:solidFill>
                  <a:latin typeface="Arial" pitchFamily="34" charset="0"/>
                  <a:cs typeface="Arial" pitchFamily="34" charset="0"/>
                </a:rPr>
                <a:t>Text Here</a:t>
              </a:r>
              <a:endParaRPr lang="ko-KR" altLang="en-US" sz="1400" b="1" dirty="0">
                <a:solidFill>
                  <a:schemeClr val="tx1">
                    <a:lumMod val="65000"/>
                    <a:lumOff val="35000"/>
                  </a:schemeClr>
                </a:solidFill>
                <a:latin typeface="Arial" pitchFamily="34" charset="0"/>
                <a:cs typeface="Arial" pitchFamily="34" charset="0"/>
              </a:endParaRPr>
            </a:p>
          </p:txBody>
        </p:sp>
        <p:sp>
          <p:nvSpPr>
            <p:cNvPr id="18" name="TextBox 17"/>
            <p:cNvSpPr txBox="1"/>
            <p:nvPr/>
          </p:nvSpPr>
          <p:spPr>
            <a:xfrm>
              <a:off x="4820251" y="2571751"/>
              <a:ext cx="1082424" cy="307777"/>
            </a:xfrm>
            <a:prstGeom prst="rect">
              <a:avLst/>
            </a:prstGeom>
            <a:noFill/>
          </p:spPr>
          <p:txBody>
            <a:bodyPr wrap="square" rtlCol="0">
              <a:spAutoFit/>
            </a:bodyPr>
            <a:lstStyle/>
            <a:p>
              <a:pPr algn="ctr"/>
              <a:r>
                <a:rPr lang="en-US" altLang="ko-KR" sz="1400" b="1" dirty="0">
                  <a:solidFill>
                    <a:schemeClr val="tx1">
                      <a:lumMod val="65000"/>
                      <a:lumOff val="35000"/>
                    </a:schemeClr>
                  </a:solidFill>
                  <a:latin typeface="Arial" pitchFamily="34" charset="0"/>
                  <a:cs typeface="Arial" pitchFamily="34" charset="0"/>
                </a:rPr>
                <a:t>Text Here</a:t>
              </a:r>
              <a:endParaRPr lang="ko-KR" altLang="en-US" sz="1400" b="1" dirty="0">
                <a:solidFill>
                  <a:schemeClr val="tx1">
                    <a:lumMod val="65000"/>
                    <a:lumOff val="35000"/>
                  </a:schemeClr>
                </a:solidFill>
                <a:latin typeface="Arial" pitchFamily="34" charset="0"/>
                <a:cs typeface="Arial" pitchFamily="34" charset="0"/>
              </a:endParaRPr>
            </a:p>
          </p:txBody>
        </p:sp>
        <p:grpSp>
          <p:nvGrpSpPr>
            <p:cNvPr id="22" name="Group 21"/>
            <p:cNvGrpSpPr/>
            <p:nvPr/>
          </p:nvGrpSpPr>
          <p:grpSpPr>
            <a:xfrm>
              <a:off x="705513" y="3557228"/>
              <a:ext cx="1728192" cy="1081951"/>
              <a:chOff x="1062658" y="3986014"/>
              <a:chExt cx="1728192" cy="1081951"/>
            </a:xfrm>
          </p:grpSpPr>
          <p:sp>
            <p:nvSpPr>
              <p:cNvPr id="23" name="TextBox 22"/>
              <p:cNvSpPr txBox="1"/>
              <p:nvPr/>
            </p:nvSpPr>
            <p:spPr>
              <a:xfrm>
                <a:off x="1062658" y="3986014"/>
                <a:ext cx="1728192" cy="307777"/>
              </a:xfrm>
              <a:prstGeom prst="rect">
                <a:avLst/>
              </a:prstGeom>
              <a:noFill/>
            </p:spPr>
            <p:txBody>
              <a:bodyPr wrap="square" rtlCol="0">
                <a:spAutoFit/>
              </a:bodyPr>
              <a:lstStyle/>
              <a:p>
                <a:pPr algn="ctr"/>
                <a:r>
                  <a:rPr lang="en-US" altLang="ko-KR" sz="1400" b="1" dirty="0">
                    <a:solidFill>
                      <a:schemeClr val="tx1">
                        <a:lumMod val="65000"/>
                        <a:lumOff val="35000"/>
                      </a:schemeClr>
                    </a:solidFill>
                    <a:latin typeface="Calibri" pitchFamily="34" charset="0"/>
                    <a:cs typeface="Calibri" pitchFamily="34" charset="0"/>
                  </a:rPr>
                  <a:t>Your Text Here</a:t>
                </a:r>
                <a:endParaRPr lang="ko-KR" altLang="en-US" sz="1400" b="1" dirty="0">
                  <a:solidFill>
                    <a:schemeClr val="tx1">
                      <a:lumMod val="65000"/>
                      <a:lumOff val="35000"/>
                    </a:schemeClr>
                  </a:solidFill>
                  <a:latin typeface="Calibri" pitchFamily="34" charset="0"/>
                  <a:cs typeface="Calibri" pitchFamily="34" charset="0"/>
                </a:endParaRPr>
              </a:p>
            </p:txBody>
          </p:sp>
          <p:sp>
            <p:nvSpPr>
              <p:cNvPr id="24" name="TextBox 23"/>
              <p:cNvSpPr txBox="1"/>
              <p:nvPr/>
            </p:nvSpPr>
            <p:spPr>
              <a:xfrm>
                <a:off x="1062658" y="4236968"/>
                <a:ext cx="1728192" cy="830997"/>
              </a:xfrm>
              <a:prstGeom prst="rect">
                <a:avLst/>
              </a:prstGeom>
              <a:noFill/>
            </p:spPr>
            <p:txBody>
              <a:bodyPr wrap="square" rtlCol="0">
                <a:spAutoFit/>
              </a:bodyPr>
              <a:lstStyle/>
              <a:p>
                <a:pPr algn="ctr"/>
                <a:r>
                  <a:rPr lang="en-US" altLang="ko-KR" sz="1200" dirty="0">
                    <a:solidFill>
                      <a:schemeClr val="tx1">
                        <a:lumMod val="65000"/>
                        <a:lumOff val="35000"/>
                      </a:schemeClr>
                    </a:solidFill>
                  </a:rPr>
                  <a:t>Get a modern PowerPoint  Presentation that is beautifully designed.</a:t>
                </a:r>
              </a:p>
            </p:txBody>
          </p:sp>
        </p:grpSp>
        <p:grpSp>
          <p:nvGrpSpPr>
            <p:cNvPr id="25" name="Group 24"/>
            <p:cNvGrpSpPr/>
            <p:nvPr/>
          </p:nvGrpSpPr>
          <p:grpSpPr>
            <a:xfrm>
              <a:off x="2601724" y="3557228"/>
              <a:ext cx="1728192" cy="1081951"/>
              <a:chOff x="1062658" y="3986014"/>
              <a:chExt cx="1728192" cy="1081951"/>
            </a:xfrm>
          </p:grpSpPr>
          <p:sp>
            <p:nvSpPr>
              <p:cNvPr id="26" name="TextBox 25"/>
              <p:cNvSpPr txBox="1"/>
              <p:nvPr/>
            </p:nvSpPr>
            <p:spPr>
              <a:xfrm>
                <a:off x="1062658" y="3986014"/>
                <a:ext cx="1728192" cy="307777"/>
              </a:xfrm>
              <a:prstGeom prst="rect">
                <a:avLst/>
              </a:prstGeom>
              <a:noFill/>
            </p:spPr>
            <p:txBody>
              <a:bodyPr wrap="square" rtlCol="0">
                <a:spAutoFit/>
              </a:bodyPr>
              <a:lstStyle/>
              <a:p>
                <a:pPr algn="ctr"/>
                <a:r>
                  <a:rPr lang="en-US" altLang="ko-KR" sz="1400" b="1" dirty="0">
                    <a:solidFill>
                      <a:schemeClr val="tx1">
                        <a:lumMod val="65000"/>
                        <a:lumOff val="35000"/>
                      </a:schemeClr>
                    </a:solidFill>
                    <a:latin typeface="Calibri" pitchFamily="34" charset="0"/>
                    <a:cs typeface="Calibri" pitchFamily="34" charset="0"/>
                  </a:rPr>
                  <a:t>Your Text Here</a:t>
                </a:r>
                <a:endParaRPr lang="ko-KR" altLang="en-US" sz="1400" b="1" dirty="0">
                  <a:solidFill>
                    <a:schemeClr val="tx1">
                      <a:lumMod val="65000"/>
                      <a:lumOff val="35000"/>
                    </a:schemeClr>
                  </a:solidFill>
                  <a:latin typeface="Calibri" pitchFamily="34" charset="0"/>
                  <a:cs typeface="Calibri" pitchFamily="34" charset="0"/>
                </a:endParaRPr>
              </a:p>
            </p:txBody>
          </p:sp>
          <p:sp>
            <p:nvSpPr>
              <p:cNvPr id="27" name="TextBox 26"/>
              <p:cNvSpPr txBox="1"/>
              <p:nvPr/>
            </p:nvSpPr>
            <p:spPr>
              <a:xfrm>
                <a:off x="1062658" y="4236968"/>
                <a:ext cx="1728192" cy="830997"/>
              </a:xfrm>
              <a:prstGeom prst="rect">
                <a:avLst/>
              </a:prstGeom>
              <a:noFill/>
            </p:spPr>
            <p:txBody>
              <a:bodyPr wrap="square" rtlCol="0">
                <a:spAutoFit/>
              </a:bodyPr>
              <a:lstStyle/>
              <a:p>
                <a:pPr algn="ctr"/>
                <a:r>
                  <a:rPr lang="en-US" altLang="ko-KR" sz="1200" dirty="0">
                    <a:solidFill>
                      <a:schemeClr val="tx1">
                        <a:lumMod val="65000"/>
                        <a:lumOff val="35000"/>
                      </a:schemeClr>
                    </a:solidFill>
                  </a:rPr>
                  <a:t>Get a modern PowerPoint  Presentation that is beautifully designed.</a:t>
                </a:r>
              </a:p>
            </p:txBody>
          </p:sp>
        </p:grpSp>
        <p:grpSp>
          <p:nvGrpSpPr>
            <p:cNvPr id="28" name="Group 27"/>
            <p:cNvGrpSpPr/>
            <p:nvPr/>
          </p:nvGrpSpPr>
          <p:grpSpPr>
            <a:xfrm>
              <a:off x="4497935" y="3557228"/>
              <a:ext cx="1728192" cy="1081951"/>
              <a:chOff x="1062658" y="3986014"/>
              <a:chExt cx="1728192" cy="1081951"/>
            </a:xfrm>
          </p:grpSpPr>
          <p:sp>
            <p:nvSpPr>
              <p:cNvPr id="29" name="TextBox 28"/>
              <p:cNvSpPr txBox="1"/>
              <p:nvPr/>
            </p:nvSpPr>
            <p:spPr>
              <a:xfrm>
                <a:off x="1062658" y="3986014"/>
                <a:ext cx="1728192" cy="307777"/>
              </a:xfrm>
              <a:prstGeom prst="rect">
                <a:avLst/>
              </a:prstGeom>
              <a:noFill/>
            </p:spPr>
            <p:txBody>
              <a:bodyPr wrap="square" rtlCol="0">
                <a:spAutoFit/>
              </a:bodyPr>
              <a:lstStyle/>
              <a:p>
                <a:pPr algn="ctr"/>
                <a:r>
                  <a:rPr lang="en-US" altLang="ko-KR" sz="1400" b="1" dirty="0">
                    <a:solidFill>
                      <a:schemeClr val="tx1">
                        <a:lumMod val="65000"/>
                        <a:lumOff val="35000"/>
                      </a:schemeClr>
                    </a:solidFill>
                    <a:latin typeface="Calibri" pitchFamily="34" charset="0"/>
                    <a:cs typeface="Calibri" pitchFamily="34" charset="0"/>
                  </a:rPr>
                  <a:t>Your Text Here</a:t>
                </a:r>
                <a:endParaRPr lang="ko-KR" altLang="en-US" sz="1400" b="1" dirty="0">
                  <a:solidFill>
                    <a:schemeClr val="tx1">
                      <a:lumMod val="65000"/>
                      <a:lumOff val="35000"/>
                    </a:schemeClr>
                  </a:solidFill>
                  <a:latin typeface="Calibri" pitchFamily="34" charset="0"/>
                  <a:cs typeface="Calibri" pitchFamily="34" charset="0"/>
                </a:endParaRPr>
              </a:p>
            </p:txBody>
          </p:sp>
          <p:sp>
            <p:nvSpPr>
              <p:cNvPr id="30" name="TextBox 29"/>
              <p:cNvSpPr txBox="1"/>
              <p:nvPr/>
            </p:nvSpPr>
            <p:spPr>
              <a:xfrm>
                <a:off x="1062658" y="4236968"/>
                <a:ext cx="1728192" cy="830997"/>
              </a:xfrm>
              <a:prstGeom prst="rect">
                <a:avLst/>
              </a:prstGeom>
              <a:noFill/>
            </p:spPr>
            <p:txBody>
              <a:bodyPr wrap="square" rtlCol="0">
                <a:spAutoFit/>
              </a:bodyPr>
              <a:lstStyle/>
              <a:p>
                <a:pPr algn="ctr"/>
                <a:r>
                  <a:rPr lang="en-US" altLang="ko-KR" sz="1200" dirty="0">
                    <a:solidFill>
                      <a:schemeClr val="tx1">
                        <a:lumMod val="65000"/>
                        <a:lumOff val="35000"/>
                      </a:schemeClr>
                    </a:solidFill>
                  </a:rPr>
                  <a:t>Get a modern PowerPoint  Presentation that is beautifully designed.</a:t>
                </a:r>
              </a:p>
            </p:txBody>
          </p:sp>
        </p:grpSp>
        <p:sp>
          <p:nvSpPr>
            <p:cNvPr id="35" name="TextBox 34"/>
            <p:cNvSpPr txBox="1"/>
            <p:nvPr/>
          </p:nvSpPr>
          <p:spPr>
            <a:xfrm>
              <a:off x="6717029" y="2571751"/>
              <a:ext cx="1082424" cy="307777"/>
            </a:xfrm>
            <a:prstGeom prst="rect">
              <a:avLst/>
            </a:prstGeom>
            <a:noFill/>
          </p:spPr>
          <p:txBody>
            <a:bodyPr wrap="square" rtlCol="0">
              <a:spAutoFit/>
            </a:bodyPr>
            <a:lstStyle/>
            <a:p>
              <a:pPr algn="ctr"/>
              <a:r>
                <a:rPr lang="en-US" altLang="ko-KR" sz="1400" b="1" dirty="0">
                  <a:solidFill>
                    <a:schemeClr val="tx1">
                      <a:lumMod val="65000"/>
                      <a:lumOff val="35000"/>
                    </a:schemeClr>
                  </a:solidFill>
                  <a:latin typeface="Arial" pitchFamily="34" charset="0"/>
                  <a:cs typeface="Arial" pitchFamily="34" charset="0"/>
                </a:rPr>
                <a:t>Text Here</a:t>
              </a:r>
              <a:endParaRPr lang="ko-KR" altLang="en-US" sz="1400" b="1" dirty="0">
                <a:solidFill>
                  <a:schemeClr val="tx1">
                    <a:lumMod val="65000"/>
                    <a:lumOff val="35000"/>
                  </a:schemeClr>
                </a:solidFill>
                <a:latin typeface="Arial" pitchFamily="34" charset="0"/>
                <a:cs typeface="Arial" pitchFamily="34" charset="0"/>
              </a:endParaRPr>
            </a:p>
          </p:txBody>
        </p:sp>
        <p:grpSp>
          <p:nvGrpSpPr>
            <p:cNvPr id="36" name="Group 35"/>
            <p:cNvGrpSpPr/>
            <p:nvPr/>
          </p:nvGrpSpPr>
          <p:grpSpPr>
            <a:xfrm>
              <a:off x="6394145" y="3557228"/>
              <a:ext cx="1728192" cy="1081951"/>
              <a:chOff x="1062658" y="3986014"/>
              <a:chExt cx="1728192" cy="1081951"/>
            </a:xfrm>
          </p:grpSpPr>
          <p:sp>
            <p:nvSpPr>
              <p:cNvPr id="37" name="TextBox 36"/>
              <p:cNvSpPr txBox="1"/>
              <p:nvPr/>
            </p:nvSpPr>
            <p:spPr>
              <a:xfrm>
                <a:off x="1062658" y="3986014"/>
                <a:ext cx="1728192" cy="307777"/>
              </a:xfrm>
              <a:prstGeom prst="rect">
                <a:avLst/>
              </a:prstGeom>
              <a:noFill/>
            </p:spPr>
            <p:txBody>
              <a:bodyPr wrap="square" rtlCol="0">
                <a:spAutoFit/>
              </a:bodyPr>
              <a:lstStyle/>
              <a:p>
                <a:pPr algn="ctr"/>
                <a:r>
                  <a:rPr lang="en-US" altLang="ko-KR" sz="1400" b="1" dirty="0">
                    <a:solidFill>
                      <a:schemeClr val="tx1">
                        <a:lumMod val="65000"/>
                        <a:lumOff val="35000"/>
                      </a:schemeClr>
                    </a:solidFill>
                    <a:latin typeface="Calibri" pitchFamily="34" charset="0"/>
                    <a:cs typeface="Calibri" pitchFamily="34" charset="0"/>
                  </a:rPr>
                  <a:t>Your Text Here</a:t>
                </a:r>
                <a:endParaRPr lang="ko-KR" altLang="en-US" sz="1400" b="1" dirty="0">
                  <a:solidFill>
                    <a:schemeClr val="tx1">
                      <a:lumMod val="65000"/>
                      <a:lumOff val="35000"/>
                    </a:schemeClr>
                  </a:solidFill>
                  <a:latin typeface="Calibri" pitchFamily="34" charset="0"/>
                  <a:cs typeface="Calibri" pitchFamily="34" charset="0"/>
                </a:endParaRPr>
              </a:p>
            </p:txBody>
          </p:sp>
          <p:sp>
            <p:nvSpPr>
              <p:cNvPr id="38" name="TextBox 37"/>
              <p:cNvSpPr txBox="1"/>
              <p:nvPr/>
            </p:nvSpPr>
            <p:spPr>
              <a:xfrm>
                <a:off x="1062658" y="4236968"/>
                <a:ext cx="1728192" cy="830997"/>
              </a:xfrm>
              <a:prstGeom prst="rect">
                <a:avLst/>
              </a:prstGeom>
              <a:noFill/>
            </p:spPr>
            <p:txBody>
              <a:bodyPr wrap="square" rtlCol="0">
                <a:spAutoFit/>
              </a:bodyPr>
              <a:lstStyle/>
              <a:p>
                <a:pPr algn="ctr"/>
                <a:r>
                  <a:rPr lang="en-US" altLang="ko-KR" sz="1200" dirty="0">
                    <a:solidFill>
                      <a:schemeClr val="tx1">
                        <a:lumMod val="65000"/>
                        <a:lumOff val="35000"/>
                      </a:schemeClr>
                    </a:solidFill>
                  </a:rPr>
                  <a:t>Get a modern PowerPoint  Presentation that is beautifully designed.</a:t>
                </a:r>
              </a:p>
            </p:txBody>
          </p:sp>
        </p:grpSp>
        <p:sp>
          <p:nvSpPr>
            <p:cNvPr id="39" name="Freeform 38"/>
            <p:cNvSpPr>
              <a:spLocks noChangeAspect="1"/>
            </p:cNvSpPr>
            <p:nvPr/>
          </p:nvSpPr>
          <p:spPr>
            <a:xfrm>
              <a:off x="1242969" y="1779662"/>
              <a:ext cx="653279" cy="652882"/>
            </a:xfrm>
            <a:custGeom>
              <a:avLst/>
              <a:gdLst>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7575 w 1901727"/>
                <a:gd name="connsiteY5" fmla="*/ 403907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5619 w 1901727"/>
                <a:gd name="connsiteY10" fmla="*/ 633909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7575 w 1901727"/>
                <a:gd name="connsiteY5" fmla="*/ 403907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7575 w 1901727"/>
                <a:gd name="connsiteY5" fmla="*/ 403907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7575 w 1901727"/>
                <a:gd name="connsiteY5" fmla="*/ 403907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55622 w 1901727"/>
                <a:gd name="connsiteY4" fmla="*/ 572201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55622 w 1901727"/>
                <a:gd name="connsiteY4" fmla="*/ 572201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55622 w 1901727"/>
                <a:gd name="connsiteY4" fmla="*/ 572201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42424"/>
                <a:gd name="connsiteY0" fmla="*/ 0 h 1985875"/>
                <a:gd name="connsiteX1" fmla="*/ 790984 w 1942424"/>
                <a:gd name="connsiteY1" fmla="*/ 0 h 1985875"/>
                <a:gd name="connsiteX2" fmla="*/ 1026596 w 1942424"/>
                <a:gd name="connsiteY2" fmla="*/ 5610 h 1985875"/>
                <a:gd name="connsiteX3" fmla="*/ 1020986 w 1942424"/>
                <a:gd name="connsiteY3" fmla="*/ 493664 h 1985875"/>
                <a:gd name="connsiteX4" fmla="*/ 1155622 w 1942424"/>
                <a:gd name="connsiteY4" fmla="*/ 572201 h 1985875"/>
                <a:gd name="connsiteX5" fmla="*/ 1351965 w 1942424"/>
                <a:gd name="connsiteY5" fmla="*/ 375858 h 1985875"/>
                <a:gd name="connsiteX6" fmla="*/ 1901727 w 1942424"/>
                <a:gd name="connsiteY6" fmla="*/ 1924167 h 1985875"/>
                <a:gd name="connsiteX7" fmla="*/ 992937 w 1942424"/>
                <a:gd name="connsiteY7" fmla="*/ 1480991 h 1985875"/>
                <a:gd name="connsiteX8" fmla="*/ 1054645 w 1942424"/>
                <a:gd name="connsiteY8" fmla="*/ 1121963 h 1985875"/>
                <a:gd name="connsiteX9" fmla="*/ 1088304 w 1942424"/>
                <a:gd name="connsiteY9" fmla="*/ 757325 h 1985875"/>
                <a:gd name="connsiteX10" fmla="*/ 920009 w 1942424"/>
                <a:gd name="connsiteY10" fmla="*/ 611470 h 1985875"/>
                <a:gd name="connsiteX11" fmla="*/ 729276 w 1942424"/>
                <a:gd name="connsiteY11" fmla="*/ 751715 h 1985875"/>
                <a:gd name="connsiteX12" fmla="*/ 740495 w 1942424"/>
                <a:gd name="connsiteY12" fmla="*/ 1161232 h 1985875"/>
                <a:gd name="connsiteX13" fmla="*/ 785374 w 1942424"/>
                <a:gd name="connsiteY13" fmla="*/ 1509040 h 1985875"/>
                <a:gd name="connsiteX14" fmla="*/ 0 w 1942424"/>
                <a:gd name="connsiteY14" fmla="*/ 1985875 h 1985875"/>
                <a:gd name="connsiteX15" fmla="*/ 437565 w 1942424"/>
                <a:gd name="connsiteY15" fmla="*/ 387077 h 1985875"/>
                <a:gd name="connsiteX16" fmla="*/ 650738 w 1942424"/>
                <a:gd name="connsiteY16" fmla="*/ 611470 h 1985875"/>
                <a:gd name="connsiteX17" fmla="*/ 813423 w 1942424"/>
                <a:gd name="connsiteY17" fmla="*/ 499274 h 1985875"/>
                <a:gd name="connsiteX18" fmla="*/ 790984 w 1942424"/>
                <a:gd name="connsiteY18" fmla="*/ 0 h 1985875"/>
                <a:gd name="connsiteX0" fmla="*/ 790984 w 1942424"/>
                <a:gd name="connsiteY0" fmla="*/ 0 h 1985875"/>
                <a:gd name="connsiteX1" fmla="*/ 790984 w 1942424"/>
                <a:gd name="connsiteY1" fmla="*/ 0 h 1985875"/>
                <a:gd name="connsiteX2" fmla="*/ 1026596 w 1942424"/>
                <a:gd name="connsiteY2" fmla="*/ 5610 h 1985875"/>
                <a:gd name="connsiteX3" fmla="*/ 1020986 w 1942424"/>
                <a:gd name="connsiteY3" fmla="*/ 493664 h 1985875"/>
                <a:gd name="connsiteX4" fmla="*/ 1155622 w 1942424"/>
                <a:gd name="connsiteY4" fmla="*/ 572201 h 1985875"/>
                <a:gd name="connsiteX5" fmla="*/ 1351965 w 1942424"/>
                <a:gd name="connsiteY5" fmla="*/ 375858 h 1985875"/>
                <a:gd name="connsiteX6" fmla="*/ 1901727 w 1942424"/>
                <a:gd name="connsiteY6" fmla="*/ 1924167 h 1985875"/>
                <a:gd name="connsiteX7" fmla="*/ 992937 w 1942424"/>
                <a:gd name="connsiteY7" fmla="*/ 1480991 h 1985875"/>
                <a:gd name="connsiteX8" fmla="*/ 1054645 w 1942424"/>
                <a:gd name="connsiteY8" fmla="*/ 1121963 h 1985875"/>
                <a:gd name="connsiteX9" fmla="*/ 1088304 w 1942424"/>
                <a:gd name="connsiteY9" fmla="*/ 757325 h 1985875"/>
                <a:gd name="connsiteX10" fmla="*/ 920009 w 1942424"/>
                <a:gd name="connsiteY10" fmla="*/ 611470 h 1985875"/>
                <a:gd name="connsiteX11" fmla="*/ 729276 w 1942424"/>
                <a:gd name="connsiteY11" fmla="*/ 751715 h 1985875"/>
                <a:gd name="connsiteX12" fmla="*/ 740495 w 1942424"/>
                <a:gd name="connsiteY12" fmla="*/ 1161232 h 1985875"/>
                <a:gd name="connsiteX13" fmla="*/ 785374 w 1942424"/>
                <a:gd name="connsiteY13" fmla="*/ 1509040 h 1985875"/>
                <a:gd name="connsiteX14" fmla="*/ 0 w 1942424"/>
                <a:gd name="connsiteY14" fmla="*/ 1985875 h 1985875"/>
                <a:gd name="connsiteX15" fmla="*/ 437565 w 1942424"/>
                <a:gd name="connsiteY15" fmla="*/ 387077 h 1985875"/>
                <a:gd name="connsiteX16" fmla="*/ 650738 w 1942424"/>
                <a:gd name="connsiteY16" fmla="*/ 611470 h 1985875"/>
                <a:gd name="connsiteX17" fmla="*/ 813423 w 1942424"/>
                <a:gd name="connsiteY17" fmla="*/ 499274 h 1985875"/>
                <a:gd name="connsiteX18" fmla="*/ 790984 w 194242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54645 w 1946874"/>
                <a:gd name="connsiteY8" fmla="*/ 112196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54645 w 1946874"/>
                <a:gd name="connsiteY8" fmla="*/ 112196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71474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20736 w 1946874"/>
                <a:gd name="connsiteY15" fmla="*/ 375858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20736 w 1946874"/>
                <a:gd name="connsiteY15" fmla="*/ 375858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858302 w 2014192"/>
                <a:gd name="connsiteY0" fmla="*/ 0 h 1958316"/>
                <a:gd name="connsiteX1" fmla="*/ 858302 w 2014192"/>
                <a:gd name="connsiteY1" fmla="*/ 0 h 1958316"/>
                <a:gd name="connsiteX2" fmla="*/ 1093914 w 2014192"/>
                <a:gd name="connsiteY2" fmla="*/ 5610 h 1958316"/>
                <a:gd name="connsiteX3" fmla="*/ 1088304 w 2014192"/>
                <a:gd name="connsiteY3" fmla="*/ 493664 h 1958316"/>
                <a:gd name="connsiteX4" fmla="*/ 1222940 w 2014192"/>
                <a:gd name="connsiteY4" fmla="*/ 572201 h 1958316"/>
                <a:gd name="connsiteX5" fmla="*/ 1419283 w 2014192"/>
                <a:gd name="connsiteY5" fmla="*/ 375858 h 1958316"/>
                <a:gd name="connsiteX6" fmla="*/ 1969045 w 2014192"/>
                <a:gd name="connsiteY6" fmla="*/ 1924167 h 1958316"/>
                <a:gd name="connsiteX7" fmla="*/ 1121962 w 2014192"/>
                <a:gd name="connsiteY7" fmla="*/ 1486600 h 1958316"/>
                <a:gd name="connsiteX8" fmla="*/ 1105134 w 2014192"/>
                <a:gd name="connsiteY8" fmla="*/ 1144403 h 1958316"/>
                <a:gd name="connsiteX9" fmla="*/ 1155622 w 2014192"/>
                <a:gd name="connsiteY9" fmla="*/ 757325 h 1958316"/>
                <a:gd name="connsiteX10" fmla="*/ 987327 w 2014192"/>
                <a:gd name="connsiteY10" fmla="*/ 611470 h 1958316"/>
                <a:gd name="connsiteX11" fmla="*/ 796594 w 2014192"/>
                <a:gd name="connsiteY11" fmla="*/ 751715 h 1958316"/>
                <a:gd name="connsiteX12" fmla="*/ 807813 w 2014192"/>
                <a:gd name="connsiteY12" fmla="*/ 1161232 h 1958316"/>
                <a:gd name="connsiteX13" fmla="*/ 852692 w 2014192"/>
                <a:gd name="connsiteY13" fmla="*/ 1509040 h 1958316"/>
                <a:gd name="connsiteX14" fmla="*/ 0 w 2014192"/>
                <a:gd name="connsiteY14" fmla="*/ 1952216 h 1958316"/>
                <a:gd name="connsiteX15" fmla="*/ 488054 w 2014192"/>
                <a:gd name="connsiteY15" fmla="*/ 375858 h 1958316"/>
                <a:gd name="connsiteX16" fmla="*/ 718056 w 2014192"/>
                <a:gd name="connsiteY16" fmla="*/ 611470 h 1958316"/>
                <a:gd name="connsiteX17" fmla="*/ 880741 w 2014192"/>
                <a:gd name="connsiteY17" fmla="*/ 499274 h 1958316"/>
                <a:gd name="connsiteX18" fmla="*/ 858302 w 2014192"/>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41893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41893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227994 w 2103393"/>
                <a:gd name="connsiteY8" fmla="*/ 1194891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227994 w 2103393"/>
                <a:gd name="connsiteY8" fmla="*/ 1194891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27994 w 2103393"/>
                <a:gd name="connsiteY8" fmla="*/ 1194891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22384 w 2103393"/>
                <a:gd name="connsiteY8" fmla="*/ 117806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61617"/>
                <a:gd name="connsiteX1" fmla="*/ 947503 w 2103393"/>
                <a:gd name="connsiteY1" fmla="*/ 0 h 1961617"/>
                <a:gd name="connsiteX2" fmla="*/ 1183115 w 2103393"/>
                <a:gd name="connsiteY2" fmla="*/ 5610 h 1961617"/>
                <a:gd name="connsiteX3" fmla="*/ 1177505 w 2103393"/>
                <a:gd name="connsiteY3" fmla="*/ 493664 h 1961617"/>
                <a:gd name="connsiteX4" fmla="*/ 1312141 w 2103393"/>
                <a:gd name="connsiteY4" fmla="*/ 572201 h 1961617"/>
                <a:gd name="connsiteX5" fmla="*/ 1508484 w 2103393"/>
                <a:gd name="connsiteY5" fmla="*/ 375858 h 1961617"/>
                <a:gd name="connsiteX6" fmla="*/ 2058246 w 2103393"/>
                <a:gd name="connsiteY6" fmla="*/ 1924167 h 1961617"/>
                <a:gd name="connsiteX7" fmla="*/ 1244822 w 2103393"/>
                <a:gd name="connsiteY7" fmla="*/ 1514649 h 1961617"/>
                <a:gd name="connsiteX8" fmla="*/ 1205554 w 2103393"/>
                <a:gd name="connsiteY8" fmla="*/ 1200502 h 1961617"/>
                <a:gd name="connsiteX9" fmla="*/ 1244823 w 2103393"/>
                <a:gd name="connsiteY9" fmla="*/ 757325 h 1961617"/>
                <a:gd name="connsiteX10" fmla="*/ 1076528 w 2103393"/>
                <a:gd name="connsiteY10" fmla="*/ 611470 h 1961617"/>
                <a:gd name="connsiteX11" fmla="*/ 885795 w 2103393"/>
                <a:gd name="connsiteY11" fmla="*/ 751715 h 1961617"/>
                <a:gd name="connsiteX12" fmla="*/ 919453 w 2103393"/>
                <a:gd name="connsiteY12" fmla="*/ 1189281 h 1961617"/>
                <a:gd name="connsiteX13" fmla="*/ 891405 w 2103393"/>
                <a:gd name="connsiteY13" fmla="*/ 1509040 h 1961617"/>
                <a:gd name="connsiteX14" fmla="*/ 89201 w 2103393"/>
                <a:gd name="connsiteY14" fmla="*/ 1952216 h 1961617"/>
                <a:gd name="connsiteX15" fmla="*/ 577255 w 2103393"/>
                <a:gd name="connsiteY15" fmla="*/ 375858 h 1961617"/>
                <a:gd name="connsiteX16" fmla="*/ 807257 w 2103393"/>
                <a:gd name="connsiteY16" fmla="*/ 611470 h 1961617"/>
                <a:gd name="connsiteX17" fmla="*/ 969942 w 2103393"/>
                <a:gd name="connsiteY17" fmla="*/ 499274 h 1961617"/>
                <a:gd name="connsiteX18" fmla="*/ 947503 w 2103393"/>
                <a:gd name="connsiteY18" fmla="*/ 0 h 1961617"/>
                <a:gd name="connsiteX0" fmla="*/ 947503 w 2103393"/>
                <a:gd name="connsiteY0" fmla="*/ 0 h 1961617"/>
                <a:gd name="connsiteX1" fmla="*/ 947503 w 2103393"/>
                <a:gd name="connsiteY1" fmla="*/ 0 h 1961617"/>
                <a:gd name="connsiteX2" fmla="*/ 1183115 w 2103393"/>
                <a:gd name="connsiteY2" fmla="*/ 5610 h 1961617"/>
                <a:gd name="connsiteX3" fmla="*/ 1177505 w 2103393"/>
                <a:gd name="connsiteY3" fmla="*/ 493664 h 1961617"/>
                <a:gd name="connsiteX4" fmla="*/ 1312141 w 2103393"/>
                <a:gd name="connsiteY4" fmla="*/ 572201 h 1961617"/>
                <a:gd name="connsiteX5" fmla="*/ 1508484 w 2103393"/>
                <a:gd name="connsiteY5" fmla="*/ 375858 h 1961617"/>
                <a:gd name="connsiteX6" fmla="*/ 2058246 w 2103393"/>
                <a:gd name="connsiteY6" fmla="*/ 1924167 h 1961617"/>
                <a:gd name="connsiteX7" fmla="*/ 1244822 w 2103393"/>
                <a:gd name="connsiteY7" fmla="*/ 1514649 h 1961617"/>
                <a:gd name="connsiteX8" fmla="*/ 1205554 w 2103393"/>
                <a:gd name="connsiteY8" fmla="*/ 1200502 h 1961617"/>
                <a:gd name="connsiteX9" fmla="*/ 1244823 w 2103393"/>
                <a:gd name="connsiteY9" fmla="*/ 757325 h 1961617"/>
                <a:gd name="connsiteX10" fmla="*/ 1076528 w 2103393"/>
                <a:gd name="connsiteY10" fmla="*/ 611470 h 1961617"/>
                <a:gd name="connsiteX11" fmla="*/ 885795 w 2103393"/>
                <a:gd name="connsiteY11" fmla="*/ 751715 h 1961617"/>
                <a:gd name="connsiteX12" fmla="*/ 919453 w 2103393"/>
                <a:gd name="connsiteY12" fmla="*/ 1189281 h 1961617"/>
                <a:gd name="connsiteX13" fmla="*/ 891405 w 2103393"/>
                <a:gd name="connsiteY13" fmla="*/ 1509040 h 1961617"/>
                <a:gd name="connsiteX14" fmla="*/ 89201 w 2103393"/>
                <a:gd name="connsiteY14" fmla="*/ 1952216 h 1961617"/>
                <a:gd name="connsiteX15" fmla="*/ 577255 w 2103393"/>
                <a:gd name="connsiteY15" fmla="*/ 375858 h 1961617"/>
                <a:gd name="connsiteX16" fmla="*/ 807257 w 2103393"/>
                <a:gd name="connsiteY16" fmla="*/ 611470 h 1961617"/>
                <a:gd name="connsiteX17" fmla="*/ 969942 w 2103393"/>
                <a:gd name="connsiteY17" fmla="*/ 499274 h 1961617"/>
                <a:gd name="connsiteX18" fmla="*/ 947503 w 2103393"/>
                <a:gd name="connsiteY18" fmla="*/ 0 h 1961617"/>
                <a:gd name="connsiteX0" fmla="*/ 947503 w 2103393"/>
                <a:gd name="connsiteY0" fmla="*/ 0 h 1963064"/>
                <a:gd name="connsiteX1" fmla="*/ 947503 w 2103393"/>
                <a:gd name="connsiteY1" fmla="*/ 0 h 1963064"/>
                <a:gd name="connsiteX2" fmla="*/ 1183115 w 2103393"/>
                <a:gd name="connsiteY2" fmla="*/ 5610 h 1963064"/>
                <a:gd name="connsiteX3" fmla="*/ 1177505 w 2103393"/>
                <a:gd name="connsiteY3" fmla="*/ 493664 h 1963064"/>
                <a:gd name="connsiteX4" fmla="*/ 1312141 w 2103393"/>
                <a:gd name="connsiteY4" fmla="*/ 572201 h 1963064"/>
                <a:gd name="connsiteX5" fmla="*/ 1508484 w 2103393"/>
                <a:gd name="connsiteY5" fmla="*/ 375858 h 1963064"/>
                <a:gd name="connsiteX6" fmla="*/ 2058246 w 2103393"/>
                <a:gd name="connsiteY6" fmla="*/ 1924167 h 1963064"/>
                <a:gd name="connsiteX7" fmla="*/ 1244822 w 2103393"/>
                <a:gd name="connsiteY7" fmla="*/ 1514649 h 1963064"/>
                <a:gd name="connsiteX8" fmla="*/ 1205554 w 2103393"/>
                <a:gd name="connsiteY8" fmla="*/ 1200502 h 1963064"/>
                <a:gd name="connsiteX9" fmla="*/ 1244823 w 2103393"/>
                <a:gd name="connsiteY9" fmla="*/ 757325 h 1963064"/>
                <a:gd name="connsiteX10" fmla="*/ 1076528 w 2103393"/>
                <a:gd name="connsiteY10" fmla="*/ 611470 h 1963064"/>
                <a:gd name="connsiteX11" fmla="*/ 885795 w 2103393"/>
                <a:gd name="connsiteY11" fmla="*/ 751715 h 1963064"/>
                <a:gd name="connsiteX12" fmla="*/ 919453 w 2103393"/>
                <a:gd name="connsiteY12" fmla="*/ 1189281 h 1963064"/>
                <a:gd name="connsiteX13" fmla="*/ 891405 w 2103393"/>
                <a:gd name="connsiteY13" fmla="*/ 1509040 h 1963064"/>
                <a:gd name="connsiteX14" fmla="*/ 89201 w 2103393"/>
                <a:gd name="connsiteY14" fmla="*/ 1952216 h 1963064"/>
                <a:gd name="connsiteX15" fmla="*/ 577255 w 2103393"/>
                <a:gd name="connsiteY15" fmla="*/ 375858 h 1963064"/>
                <a:gd name="connsiteX16" fmla="*/ 807257 w 2103393"/>
                <a:gd name="connsiteY16" fmla="*/ 611470 h 1963064"/>
                <a:gd name="connsiteX17" fmla="*/ 969942 w 2103393"/>
                <a:gd name="connsiteY17" fmla="*/ 499274 h 1963064"/>
                <a:gd name="connsiteX18" fmla="*/ 947503 w 2103393"/>
                <a:gd name="connsiteY18" fmla="*/ 0 h 1963064"/>
                <a:gd name="connsiteX0" fmla="*/ 947503 w 2103393"/>
                <a:gd name="connsiteY0" fmla="*/ 0 h 1964995"/>
                <a:gd name="connsiteX1" fmla="*/ 947503 w 2103393"/>
                <a:gd name="connsiteY1" fmla="*/ 0 h 1964995"/>
                <a:gd name="connsiteX2" fmla="*/ 1183115 w 2103393"/>
                <a:gd name="connsiteY2" fmla="*/ 5610 h 1964995"/>
                <a:gd name="connsiteX3" fmla="*/ 1177505 w 2103393"/>
                <a:gd name="connsiteY3" fmla="*/ 493664 h 1964995"/>
                <a:gd name="connsiteX4" fmla="*/ 1312141 w 2103393"/>
                <a:gd name="connsiteY4" fmla="*/ 572201 h 1964995"/>
                <a:gd name="connsiteX5" fmla="*/ 1508484 w 2103393"/>
                <a:gd name="connsiteY5" fmla="*/ 375858 h 1964995"/>
                <a:gd name="connsiteX6" fmla="*/ 2058246 w 2103393"/>
                <a:gd name="connsiteY6" fmla="*/ 1924167 h 1964995"/>
                <a:gd name="connsiteX7" fmla="*/ 1244822 w 2103393"/>
                <a:gd name="connsiteY7" fmla="*/ 1514649 h 1964995"/>
                <a:gd name="connsiteX8" fmla="*/ 1205554 w 2103393"/>
                <a:gd name="connsiteY8" fmla="*/ 1200502 h 1964995"/>
                <a:gd name="connsiteX9" fmla="*/ 1244823 w 2103393"/>
                <a:gd name="connsiteY9" fmla="*/ 757325 h 1964995"/>
                <a:gd name="connsiteX10" fmla="*/ 1076528 w 2103393"/>
                <a:gd name="connsiteY10" fmla="*/ 611470 h 1964995"/>
                <a:gd name="connsiteX11" fmla="*/ 885795 w 2103393"/>
                <a:gd name="connsiteY11" fmla="*/ 751715 h 1964995"/>
                <a:gd name="connsiteX12" fmla="*/ 919453 w 2103393"/>
                <a:gd name="connsiteY12" fmla="*/ 1189281 h 1964995"/>
                <a:gd name="connsiteX13" fmla="*/ 891405 w 2103393"/>
                <a:gd name="connsiteY13" fmla="*/ 1509040 h 1964995"/>
                <a:gd name="connsiteX14" fmla="*/ 89201 w 2103393"/>
                <a:gd name="connsiteY14" fmla="*/ 1952216 h 1964995"/>
                <a:gd name="connsiteX15" fmla="*/ 577255 w 2103393"/>
                <a:gd name="connsiteY15" fmla="*/ 375858 h 1964995"/>
                <a:gd name="connsiteX16" fmla="*/ 807257 w 2103393"/>
                <a:gd name="connsiteY16" fmla="*/ 611470 h 1964995"/>
                <a:gd name="connsiteX17" fmla="*/ 969942 w 2103393"/>
                <a:gd name="connsiteY17" fmla="*/ 499274 h 1964995"/>
                <a:gd name="connsiteX18" fmla="*/ 947503 w 2103393"/>
                <a:gd name="connsiteY18" fmla="*/ 0 h 1964995"/>
                <a:gd name="connsiteX0" fmla="*/ 947503 w 2103393"/>
                <a:gd name="connsiteY0" fmla="*/ 13781 h 1978776"/>
                <a:gd name="connsiteX1" fmla="*/ 947503 w 2103393"/>
                <a:gd name="connsiteY1" fmla="*/ 13781 h 1978776"/>
                <a:gd name="connsiteX2" fmla="*/ 1183115 w 2103393"/>
                <a:gd name="connsiteY2" fmla="*/ 19391 h 1978776"/>
                <a:gd name="connsiteX3" fmla="*/ 1177505 w 2103393"/>
                <a:gd name="connsiteY3" fmla="*/ 507445 h 1978776"/>
                <a:gd name="connsiteX4" fmla="*/ 1312141 w 2103393"/>
                <a:gd name="connsiteY4" fmla="*/ 585982 h 1978776"/>
                <a:gd name="connsiteX5" fmla="*/ 1508484 w 2103393"/>
                <a:gd name="connsiteY5" fmla="*/ 389639 h 1978776"/>
                <a:gd name="connsiteX6" fmla="*/ 2058246 w 2103393"/>
                <a:gd name="connsiteY6" fmla="*/ 1937948 h 1978776"/>
                <a:gd name="connsiteX7" fmla="*/ 1244822 w 2103393"/>
                <a:gd name="connsiteY7" fmla="*/ 1528430 h 1978776"/>
                <a:gd name="connsiteX8" fmla="*/ 1205554 w 2103393"/>
                <a:gd name="connsiteY8" fmla="*/ 1214283 h 1978776"/>
                <a:gd name="connsiteX9" fmla="*/ 1244823 w 2103393"/>
                <a:gd name="connsiteY9" fmla="*/ 771106 h 1978776"/>
                <a:gd name="connsiteX10" fmla="*/ 1076528 w 2103393"/>
                <a:gd name="connsiteY10" fmla="*/ 625251 h 1978776"/>
                <a:gd name="connsiteX11" fmla="*/ 885795 w 2103393"/>
                <a:gd name="connsiteY11" fmla="*/ 765496 h 1978776"/>
                <a:gd name="connsiteX12" fmla="*/ 919453 w 2103393"/>
                <a:gd name="connsiteY12" fmla="*/ 1203062 h 1978776"/>
                <a:gd name="connsiteX13" fmla="*/ 891405 w 2103393"/>
                <a:gd name="connsiteY13" fmla="*/ 1522821 h 1978776"/>
                <a:gd name="connsiteX14" fmla="*/ 89201 w 2103393"/>
                <a:gd name="connsiteY14" fmla="*/ 1965997 h 1978776"/>
                <a:gd name="connsiteX15" fmla="*/ 577255 w 2103393"/>
                <a:gd name="connsiteY15" fmla="*/ 389639 h 1978776"/>
                <a:gd name="connsiteX16" fmla="*/ 807257 w 2103393"/>
                <a:gd name="connsiteY16" fmla="*/ 625251 h 1978776"/>
                <a:gd name="connsiteX17" fmla="*/ 969942 w 2103393"/>
                <a:gd name="connsiteY17" fmla="*/ 513055 h 1978776"/>
                <a:gd name="connsiteX18" fmla="*/ 947503 w 2103393"/>
                <a:gd name="connsiteY18" fmla="*/ 13781 h 1978776"/>
                <a:gd name="connsiteX0" fmla="*/ 964333 w 2103393"/>
                <a:gd name="connsiteY0" fmla="*/ 55026 h 1980752"/>
                <a:gd name="connsiteX1" fmla="*/ 947503 w 2103393"/>
                <a:gd name="connsiteY1" fmla="*/ 15757 h 1980752"/>
                <a:gd name="connsiteX2" fmla="*/ 1183115 w 2103393"/>
                <a:gd name="connsiteY2" fmla="*/ 21367 h 1980752"/>
                <a:gd name="connsiteX3" fmla="*/ 1177505 w 2103393"/>
                <a:gd name="connsiteY3" fmla="*/ 509421 h 1980752"/>
                <a:gd name="connsiteX4" fmla="*/ 1312141 w 2103393"/>
                <a:gd name="connsiteY4" fmla="*/ 587958 h 1980752"/>
                <a:gd name="connsiteX5" fmla="*/ 1508484 w 2103393"/>
                <a:gd name="connsiteY5" fmla="*/ 391615 h 1980752"/>
                <a:gd name="connsiteX6" fmla="*/ 2058246 w 2103393"/>
                <a:gd name="connsiteY6" fmla="*/ 1939924 h 1980752"/>
                <a:gd name="connsiteX7" fmla="*/ 1244822 w 2103393"/>
                <a:gd name="connsiteY7" fmla="*/ 1530406 h 1980752"/>
                <a:gd name="connsiteX8" fmla="*/ 1205554 w 2103393"/>
                <a:gd name="connsiteY8" fmla="*/ 1216259 h 1980752"/>
                <a:gd name="connsiteX9" fmla="*/ 1244823 w 2103393"/>
                <a:gd name="connsiteY9" fmla="*/ 773082 h 1980752"/>
                <a:gd name="connsiteX10" fmla="*/ 1076528 w 2103393"/>
                <a:gd name="connsiteY10" fmla="*/ 627227 h 1980752"/>
                <a:gd name="connsiteX11" fmla="*/ 885795 w 2103393"/>
                <a:gd name="connsiteY11" fmla="*/ 767472 h 1980752"/>
                <a:gd name="connsiteX12" fmla="*/ 919453 w 2103393"/>
                <a:gd name="connsiteY12" fmla="*/ 1205038 h 1980752"/>
                <a:gd name="connsiteX13" fmla="*/ 891405 w 2103393"/>
                <a:gd name="connsiteY13" fmla="*/ 1524797 h 1980752"/>
                <a:gd name="connsiteX14" fmla="*/ 89201 w 2103393"/>
                <a:gd name="connsiteY14" fmla="*/ 1967973 h 1980752"/>
                <a:gd name="connsiteX15" fmla="*/ 577255 w 2103393"/>
                <a:gd name="connsiteY15" fmla="*/ 391615 h 1980752"/>
                <a:gd name="connsiteX16" fmla="*/ 807257 w 2103393"/>
                <a:gd name="connsiteY16" fmla="*/ 627227 h 1980752"/>
                <a:gd name="connsiteX17" fmla="*/ 969942 w 2103393"/>
                <a:gd name="connsiteY17" fmla="*/ 515031 h 1980752"/>
                <a:gd name="connsiteX18" fmla="*/ 964333 w 2103393"/>
                <a:gd name="connsiteY18" fmla="*/ 55026 h 1980752"/>
                <a:gd name="connsiteX0" fmla="*/ 913845 w 2103393"/>
                <a:gd name="connsiteY0" fmla="*/ 72662 h 1981559"/>
                <a:gd name="connsiteX1" fmla="*/ 947503 w 2103393"/>
                <a:gd name="connsiteY1" fmla="*/ 16564 h 1981559"/>
                <a:gd name="connsiteX2" fmla="*/ 1183115 w 2103393"/>
                <a:gd name="connsiteY2" fmla="*/ 22174 h 1981559"/>
                <a:gd name="connsiteX3" fmla="*/ 1177505 w 2103393"/>
                <a:gd name="connsiteY3" fmla="*/ 510228 h 1981559"/>
                <a:gd name="connsiteX4" fmla="*/ 1312141 w 2103393"/>
                <a:gd name="connsiteY4" fmla="*/ 588765 h 1981559"/>
                <a:gd name="connsiteX5" fmla="*/ 1508484 w 2103393"/>
                <a:gd name="connsiteY5" fmla="*/ 392422 h 1981559"/>
                <a:gd name="connsiteX6" fmla="*/ 2058246 w 2103393"/>
                <a:gd name="connsiteY6" fmla="*/ 1940731 h 1981559"/>
                <a:gd name="connsiteX7" fmla="*/ 1244822 w 2103393"/>
                <a:gd name="connsiteY7" fmla="*/ 1531213 h 1981559"/>
                <a:gd name="connsiteX8" fmla="*/ 1205554 w 2103393"/>
                <a:gd name="connsiteY8" fmla="*/ 1217066 h 1981559"/>
                <a:gd name="connsiteX9" fmla="*/ 1244823 w 2103393"/>
                <a:gd name="connsiteY9" fmla="*/ 773889 h 1981559"/>
                <a:gd name="connsiteX10" fmla="*/ 1076528 w 2103393"/>
                <a:gd name="connsiteY10" fmla="*/ 628034 h 1981559"/>
                <a:gd name="connsiteX11" fmla="*/ 885795 w 2103393"/>
                <a:gd name="connsiteY11" fmla="*/ 768279 h 1981559"/>
                <a:gd name="connsiteX12" fmla="*/ 919453 w 2103393"/>
                <a:gd name="connsiteY12" fmla="*/ 1205845 h 1981559"/>
                <a:gd name="connsiteX13" fmla="*/ 891405 w 2103393"/>
                <a:gd name="connsiteY13" fmla="*/ 1525604 h 1981559"/>
                <a:gd name="connsiteX14" fmla="*/ 89201 w 2103393"/>
                <a:gd name="connsiteY14" fmla="*/ 1968780 h 1981559"/>
                <a:gd name="connsiteX15" fmla="*/ 577255 w 2103393"/>
                <a:gd name="connsiteY15" fmla="*/ 392422 h 1981559"/>
                <a:gd name="connsiteX16" fmla="*/ 807257 w 2103393"/>
                <a:gd name="connsiteY16" fmla="*/ 628034 h 1981559"/>
                <a:gd name="connsiteX17" fmla="*/ 969942 w 2103393"/>
                <a:gd name="connsiteY17" fmla="*/ 515838 h 1981559"/>
                <a:gd name="connsiteX18" fmla="*/ 913845 w 2103393"/>
                <a:gd name="connsiteY18" fmla="*/ 72662 h 1981559"/>
                <a:gd name="connsiteX0" fmla="*/ 913845 w 2103393"/>
                <a:gd name="connsiteY0" fmla="*/ 103017 h 2011914"/>
                <a:gd name="connsiteX1" fmla="*/ 1003601 w 2103393"/>
                <a:gd name="connsiteY1" fmla="*/ 2040 h 2011914"/>
                <a:gd name="connsiteX2" fmla="*/ 1183115 w 2103393"/>
                <a:gd name="connsiteY2" fmla="*/ 52529 h 2011914"/>
                <a:gd name="connsiteX3" fmla="*/ 1177505 w 2103393"/>
                <a:gd name="connsiteY3" fmla="*/ 540583 h 2011914"/>
                <a:gd name="connsiteX4" fmla="*/ 1312141 w 2103393"/>
                <a:gd name="connsiteY4" fmla="*/ 619120 h 2011914"/>
                <a:gd name="connsiteX5" fmla="*/ 1508484 w 2103393"/>
                <a:gd name="connsiteY5" fmla="*/ 422777 h 2011914"/>
                <a:gd name="connsiteX6" fmla="*/ 2058246 w 2103393"/>
                <a:gd name="connsiteY6" fmla="*/ 1971086 h 2011914"/>
                <a:gd name="connsiteX7" fmla="*/ 1244822 w 2103393"/>
                <a:gd name="connsiteY7" fmla="*/ 1561568 h 2011914"/>
                <a:gd name="connsiteX8" fmla="*/ 1205554 w 2103393"/>
                <a:gd name="connsiteY8" fmla="*/ 1247421 h 2011914"/>
                <a:gd name="connsiteX9" fmla="*/ 1244823 w 2103393"/>
                <a:gd name="connsiteY9" fmla="*/ 804244 h 2011914"/>
                <a:gd name="connsiteX10" fmla="*/ 1076528 w 2103393"/>
                <a:gd name="connsiteY10" fmla="*/ 658389 h 2011914"/>
                <a:gd name="connsiteX11" fmla="*/ 885795 w 2103393"/>
                <a:gd name="connsiteY11" fmla="*/ 798634 h 2011914"/>
                <a:gd name="connsiteX12" fmla="*/ 919453 w 2103393"/>
                <a:gd name="connsiteY12" fmla="*/ 1236200 h 2011914"/>
                <a:gd name="connsiteX13" fmla="*/ 891405 w 2103393"/>
                <a:gd name="connsiteY13" fmla="*/ 1555959 h 2011914"/>
                <a:gd name="connsiteX14" fmla="*/ 89201 w 2103393"/>
                <a:gd name="connsiteY14" fmla="*/ 1999135 h 2011914"/>
                <a:gd name="connsiteX15" fmla="*/ 577255 w 2103393"/>
                <a:gd name="connsiteY15" fmla="*/ 422777 h 2011914"/>
                <a:gd name="connsiteX16" fmla="*/ 807257 w 2103393"/>
                <a:gd name="connsiteY16" fmla="*/ 658389 h 2011914"/>
                <a:gd name="connsiteX17" fmla="*/ 969942 w 2103393"/>
                <a:gd name="connsiteY17" fmla="*/ 546193 h 2011914"/>
                <a:gd name="connsiteX18" fmla="*/ 913845 w 2103393"/>
                <a:gd name="connsiteY18" fmla="*/ 103017 h 2011914"/>
                <a:gd name="connsiteX0" fmla="*/ 930675 w 2103393"/>
                <a:gd name="connsiteY0" fmla="*/ 67702 h 2010258"/>
                <a:gd name="connsiteX1" fmla="*/ 1003601 w 2103393"/>
                <a:gd name="connsiteY1" fmla="*/ 384 h 2010258"/>
                <a:gd name="connsiteX2" fmla="*/ 1183115 w 2103393"/>
                <a:gd name="connsiteY2" fmla="*/ 50873 h 2010258"/>
                <a:gd name="connsiteX3" fmla="*/ 1177505 w 2103393"/>
                <a:gd name="connsiteY3" fmla="*/ 538927 h 2010258"/>
                <a:gd name="connsiteX4" fmla="*/ 1312141 w 2103393"/>
                <a:gd name="connsiteY4" fmla="*/ 617464 h 2010258"/>
                <a:gd name="connsiteX5" fmla="*/ 1508484 w 2103393"/>
                <a:gd name="connsiteY5" fmla="*/ 421121 h 2010258"/>
                <a:gd name="connsiteX6" fmla="*/ 2058246 w 2103393"/>
                <a:gd name="connsiteY6" fmla="*/ 1969430 h 2010258"/>
                <a:gd name="connsiteX7" fmla="*/ 1244822 w 2103393"/>
                <a:gd name="connsiteY7" fmla="*/ 1559912 h 2010258"/>
                <a:gd name="connsiteX8" fmla="*/ 1205554 w 2103393"/>
                <a:gd name="connsiteY8" fmla="*/ 1245765 h 2010258"/>
                <a:gd name="connsiteX9" fmla="*/ 1244823 w 2103393"/>
                <a:gd name="connsiteY9" fmla="*/ 802588 h 2010258"/>
                <a:gd name="connsiteX10" fmla="*/ 1076528 w 2103393"/>
                <a:gd name="connsiteY10" fmla="*/ 656733 h 2010258"/>
                <a:gd name="connsiteX11" fmla="*/ 885795 w 2103393"/>
                <a:gd name="connsiteY11" fmla="*/ 796978 h 2010258"/>
                <a:gd name="connsiteX12" fmla="*/ 919453 w 2103393"/>
                <a:gd name="connsiteY12" fmla="*/ 1234544 h 2010258"/>
                <a:gd name="connsiteX13" fmla="*/ 891405 w 2103393"/>
                <a:gd name="connsiteY13" fmla="*/ 1554303 h 2010258"/>
                <a:gd name="connsiteX14" fmla="*/ 89201 w 2103393"/>
                <a:gd name="connsiteY14" fmla="*/ 1997479 h 2010258"/>
                <a:gd name="connsiteX15" fmla="*/ 577255 w 2103393"/>
                <a:gd name="connsiteY15" fmla="*/ 421121 h 2010258"/>
                <a:gd name="connsiteX16" fmla="*/ 807257 w 2103393"/>
                <a:gd name="connsiteY16" fmla="*/ 656733 h 2010258"/>
                <a:gd name="connsiteX17" fmla="*/ 969942 w 2103393"/>
                <a:gd name="connsiteY17" fmla="*/ 544537 h 2010258"/>
                <a:gd name="connsiteX18" fmla="*/ 930675 w 2103393"/>
                <a:gd name="connsiteY18" fmla="*/ 67702 h 2010258"/>
                <a:gd name="connsiteX0" fmla="*/ 930675 w 2103393"/>
                <a:gd name="connsiteY0" fmla="*/ 69239 h 2011795"/>
                <a:gd name="connsiteX1" fmla="*/ 1183115 w 2103393"/>
                <a:gd name="connsiteY1" fmla="*/ 52410 h 2011795"/>
                <a:gd name="connsiteX2" fmla="*/ 1177505 w 2103393"/>
                <a:gd name="connsiteY2" fmla="*/ 540464 h 2011795"/>
                <a:gd name="connsiteX3" fmla="*/ 1312141 w 2103393"/>
                <a:gd name="connsiteY3" fmla="*/ 619001 h 2011795"/>
                <a:gd name="connsiteX4" fmla="*/ 1508484 w 2103393"/>
                <a:gd name="connsiteY4" fmla="*/ 422658 h 2011795"/>
                <a:gd name="connsiteX5" fmla="*/ 2058246 w 2103393"/>
                <a:gd name="connsiteY5" fmla="*/ 1970967 h 2011795"/>
                <a:gd name="connsiteX6" fmla="*/ 1244822 w 2103393"/>
                <a:gd name="connsiteY6" fmla="*/ 1561449 h 2011795"/>
                <a:gd name="connsiteX7" fmla="*/ 1205554 w 2103393"/>
                <a:gd name="connsiteY7" fmla="*/ 1247302 h 2011795"/>
                <a:gd name="connsiteX8" fmla="*/ 1244823 w 2103393"/>
                <a:gd name="connsiteY8" fmla="*/ 804125 h 2011795"/>
                <a:gd name="connsiteX9" fmla="*/ 1076528 w 2103393"/>
                <a:gd name="connsiteY9" fmla="*/ 658270 h 2011795"/>
                <a:gd name="connsiteX10" fmla="*/ 885795 w 2103393"/>
                <a:gd name="connsiteY10" fmla="*/ 798515 h 2011795"/>
                <a:gd name="connsiteX11" fmla="*/ 919453 w 2103393"/>
                <a:gd name="connsiteY11" fmla="*/ 1236081 h 2011795"/>
                <a:gd name="connsiteX12" fmla="*/ 891405 w 2103393"/>
                <a:gd name="connsiteY12" fmla="*/ 1555840 h 2011795"/>
                <a:gd name="connsiteX13" fmla="*/ 89201 w 2103393"/>
                <a:gd name="connsiteY13" fmla="*/ 1999016 h 2011795"/>
                <a:gd name="connsiteX14" fmla="*/ 577255 w 2103393"/>
                <a:gd name="connsiteY14" fmla="*/ 422658 h 2011795"/>
                <a:gd name="connsiteX15" fmla="*/ 807257 w 2103393"/>
                <a:gd name="connsiteY15" fmla="*/ 658270 h 2011795"/>
                <a:gd name="connsiteX16" fmla="*/ 969942 w 2103393"/>
                <a:gd name="connsiteY16" fmla="*/ 546074 h 2011795"/>
                <a:gd name="connsiteX17" fmla="*/ 930675 w 2103393"/>
                <a:gd name="connsiteY17" fmla="*/ 69239 h 2011795"/>
                <a:gd name="connsiteX0" fmla="*/ 930675 w 2103393"/>
                <a:gd name="connsiteY0" fmla="*/ 63795 h 2006351"/>
                <a:gd name="connsiteX1" fmla="*/ 1183115 w 2103393"/>
                <a:gd name="connsiteY1" fmla="*/ 46966 h 2006351"/>
                <a:gd name="connsiteX2" fmla="*/ 1177505 w 2103393"/>
                <a:gd name="connsiteY2" fmla="*/ 535020 h 2006351"/>
                <a:gd name="connsiteX3" fmla="*/ 1312141 w 2103393"/>
                <a:gd name="connsiteY3" fmla="*/ 613557 h 2006351"/>
                <a:gd name="connsiteX4" fmla="*/ 1508484 w 2103393"/>
                <a:gd name="connsiteY4" fmla="*/ 417214 h 2006351"/>
                <a:gd name="connsiteX5" fmla="*/ 2058246 w 2103393"/>
                <a:gd name="connsiteY5" fmla="*/ 1965523 h 2006351"/>
                <a:gd name="connsiteX6" fmla="*/ 1244822 w 2103393"/>
                <a:gd name="connsiteY6" fmla="*/ 1556005 h 2006351"/>
                <a:gd name="connsiteX7" fmla="*/ 1205554 w 2103393"/>
                <a:gd name="connsiteY7" fmla="*/ 1241858 h 2006351"/>
                <a:gd name="connsiteX8" fmla="*/ 1244823 w 2103393"/>
                <a:gd name="connsiteY8" fmla="*/ 798681 h 2006351"/>
                <a:gd name="connsiteX9" fmla="*/ 1076528 w 2103393"/>
                <a:gd name="connsiteY9" fmla="*/ 652826 h 2006351"/>
                <a:gd name="connsiteX10" fmla="*/ 885795 w 2103393"/>
                <a:gd name="connsiteY10" fmla="*/ 793071 h 2006351"/>
                <a:gd name="connsiteX11" fmla="*/ 919453 w 2103393"/>
                <a:gd name="connsiteY11" fmla="*/ 1230637 h 2006351"/>
                <a:gd name="connsiteX12" fmla="*/ 891405 w 2103393"/>
                <a:gd name="connsiteY12" fmla="*/ 1550396 h 2006351"/>
                <a:gd name="connsiteX13" fmla="*/ 89201 w 2103393"/>
                <a:gd name="connsiteY13" fmla="*/ 1993572 h 2006351"/>
                <a:gd name="connsiteX14" fmla="*/ 577255 w 2103393"/>
                <a:gd name="connsiteY14" fmla="*/ 417214 h 2006351"/>
                <a:gd name="connsiteX15" fmla="*/ 807257 w 2103393"/>
                <a:gd name="connsiteY15" fmla="*/ 652826 h 2006351"/>
                <a:gd name="connsiteX16" fmla="*/ 969942 w 2103393"/>
                <a:gd name="connsiteY16" fmla="*/ 540630 h 2006351"/>
                <a:gd name="connsiteX17" fmla="*/ 930675 w 2103393"/>
                <a:gd name="connsiteY17" fmla="*/ 63795 h 2006351"/>
                <a:gd name="connsiteX0" fmla="*/ 930675 w 2103393"/>
                <a:gd name="connsiteY0" fmla="*/ 51191 h 2016186"/>
                <a:gd name="connsiteX1" fmla="*/ 1183115 w 2103393"/>
                <a:gd name="connsiteY1" fmla="*/ 56801 h 2016186"/>
                <a:gd name="connsiteX2" fmla="*/ 1177505 w 2103393"/>
                <a:gd name="connsiteY2" fmla="*/ 544855 h 2016186"/>
                <a:gd name="connsiteX3" fmla="*/ 1312141 w 2103393"/>
                <a:gd name="connsiteY3" fmla="*/ 623392 h 2016186"/>
                <a:gd name="connsiteX4" fmla="*/ 1508484 w 2103393"/>
                <a:gd name="connsiteY4" fmla="*/ 427049 h 2016186"/>
                <a:gd name="connsiteX5" fmla="*/ 2058246 w 2103393"/>
                <a:gd name="connsiteY5" fmla="*/ 1975358 h 2016186"/>
                <a:gd name="connsiteX6" fmla="*/ 1244822 w 2103393"/>
                <a:gd name="connsiteY6" fmla="*/ 1565840 h 2016186"/>
                <a:gd name="connsiteX7" fmla="*/ 1205554 w 2103393"/>
                <a:gd name="connsiteY7" fmla="*/ 1251693 h 2016186"/>
                <a:gd name="connsiteX8" fmla="*/ 1244823 w 2103393"/>
                <a:gd name="connsiteY8" fmla="*/ 808516 h 2016186"/>
                <a:gd name="connsiteX9" fmla="*/ 1076528 w 2103393"/>
                <a:gd name="connsiteY9" fmla="*/ 662661 h 2016186"/>
                <a:gd name="connsiteX10" fmla="*/ 885795 w 2103393"/>
                <a:gd name="connsiteY10" fmla="*/ 802906 h 2016186"/>
                <a:gd name="connsiteX11" fmla="*/ 919453 w 2103393"/>
                <a:gd name="connsiteY11" fmla="*/ 1240472 h 2016186"/>
                <a:gd name="connsiteX12" fmla="*/ 891405 w 2103393"/>
                <a:gd name="connsiteY12" fmla="*/ 1560231 h 2016186"/>
                <a:gd name="connsiteX13" fmla="*/ 89201 w 2103393"/>
                <a:gd name="connsiteY13" fmla="*/ 2003407 h 2016186"/>
                <a:gd name="connsiteX14" fmla="*/ 577255 w 2103393"/>
                <a:gd name="connsiteY14" fmla="*/ 427049 h 2016186"/>
                <a:gd name="connsiteX15" fmla="*/ 807257 w 2103393"/>
                <a:gd name="connsiteY15" fmla="*/ 662661 h 2016186"/>
                <a:gd name="connsiteX16" fmla="*/ 969942 w 2103393"/>
                <a:gd name="connsiteY16" fmla="*/ 550465 h 2016186"/>
                <a:gd name="connsiteX17" fmla="*/ 930675 w 2103393"/>
                <a:gd name="connsiteY17" fmla="*/ 51191 h 2016186"/>
                <a:gd name="connsiteX0" fmla="*/ 930675 w 2103393"/>
                <a:gd name="connsiteY0" fmla="*/ 47103 h 2012098"/>
                <a:gd name="connsiteX1" fmla="*/ 1183115 w 2103393"/>
                <a:gd name="connsiteY1" fmla="*/ 52713 h 2012098"/>
                <a:gd name="connsiteX2" fmla="*/ 1177505 w 2103393"/>
                <a:gd name="connsiteY2" fmla="*/ 540767 h 2012098"/>
                <a:gd name="connsiteX3" fmla="*/ 1312141 w 2103393"/>
                <a:gd name="connsiteY3" fmla="*/ 619304 h 2012098"/>
                <a:gd name="connsiteX4" fmla="*/ 1508484 w 2103393"/>
                <a:gd name="connsiteY4" fmla="*/ 422961 h 2012098"/>
                <a:gd name="connsiteX5" fmla="*/ 2058246 w 2103393"/>
                <a:gd name="connsiteY5" fmla="*/ 1971270 h 2012098"/>
                <a:gd name="connsiteX6" fmla="*/ 1244822 w 2103393"/>
                <a:gd name="connsiteY6" fmla="*/ 1561752 h 2012098"/>
                <a:gd name="connsiteX7" fmla="*/ 1205554 w 2103393"/>
                <a:gd name="connsiteY7" fmla="*/ 1247605 h 2012098"/>
                <a:gd name="connsiteX8" fmla="*/ 1244823 w 2103393"/>
                <a:gd name="connsiteY8" fmla="*/ 804428 h 2012098"/>
                <a:gd name="connsiteX9" fmla="*/ 1076528 w 2103393"/>
                <a:gd name="connsiteY9" fmla="*/ 658573 h 2012098"/>
                <a:gd name="connsiteX10" fmla="*/ 885795 w 2103393"/>
                <a:gd name="connsiteY10" fmla="*/ 798818 h 2012098"/>
                <a:gd name="connsiteX11" fmla="*/ 919453 w 2103393"/>
                <a:gd name="connsiteY11" fmla="*/ 1236384 h 2012098"/>
                <a:gd name="connsiteX12" fmla="*/ 891405 w 2103393"/>
                <a:gd name="connsiteY12" fmla="*/ 1556143 h 2012098"/>
                <a:gd name="connsiteX13" fmla="*/ 89201 w 2103393"/>
                <a:gd name="connsiteY13" fmla="*/ 1999319 h 2012098"/>
                <a:gd name="connsiteX14" fmla="*/ 577255 w 2103393"/>
                <a:gd name="connsiteY14" fmla="*/ 422961 h 2012098"/>
                <a:gd name="connsiteX15" fmla="*/ 807257 w 2103393"/>
                <a:gd name="connsiteY15" fmla="*/ 658573 h 2012098"/>
                <a:gd name="connsiteX16" fmla="*/ 969942 w 2103393"/>
                <a:gd name="connsiteY16" fmla="*/ 546377 h 2012098"/>
                <a:gd name="connsiteX17" fmla="*/ 930675 w 2103393"/>
                <a:gd name="connsiteY17" fmla="*/ 47103 h 2012098"/>
                <a:gd name="connsiteX0" fmla="*/ 930675 w 2103393"/>
                <a:gd name="connsiteY0" fmla="*/ 47103 h 2012098"/>
                <a:gd name="connsiteX1" fmla="*/ 1183115 w 2103393"/>
                <a:gd name="connsiteY1" fmla="*/ 52713 h 2012098"/>
                <a:gd name="connsiteX2" fmla="*/ 1177505 w 2103393"/>
                <a:gd name="connsiteY2" fmla="*/ 540767 h 2012098"/>
                <a:gd name="connsiteX3" fmla="*/ 1312141 w 2103393"/>
                <a:gd name="connsiteY3" fmla="*/ 619304 h 2012098"/>
                <a:gd name="connsiteX4" fmla="*/ 1508484 w 2103393"/>
                <a:gd name="connsiteY4" fmla="*/ 422961 h 2012098"/>
                <a:gd name="connsiteX5" fmla="*/ 2058246 w 2103393"/>
                <a:gd name="connsiteY5" fmla="*/ 1971270 h 2012098"/>
                <a:gd name="connsiteX6" fmla="*/ 1244822 w 2103393"/>
                <a:gd name="connsiteY6" fmla="*/ 1561752 h 2012098"/>
                <a:gd name="connsiteX7" fmla="*/ 1205554 w 2103393"/>
                <a:gd name="connsiteY7" fmla="*/ 1247605 h 2012098"/>
                <a:gd name="connsiteX8" fmla="*/ 1244823 w 2103393"/>
                <a:gd name="connsiteY8" fmla="*/ 804428 h 2012098"/>
                <a:gd name="connsiteX9" fmla="*/ 1076528 w 2103393"/>
                <a:gd name="connsiteY9" fmla="*/ 658573 h 2012098"/>
                <a:gd name="connsiteX10" fmla="*/ 885795 w 2103393"/>
                <a:gd name="connsiteY10" fmla="*/ 798818 h 2012098"/>
                <a:gd name="connsiteX11" fmla="*/ 919453 w 2103393"/>
                <a:gd name="connsiteY11" fmla="*/ 1236384 h 2012098"/>
                <a:gd name="connsiteX12" fmla="*/ 891405 w 2103393"/>
                <a:gd name="connsiteY12" fmla="*/ 1556143 h 2012098"/>
                <a:gd name="connsiteX13" fmla="*/ 89201 w 2103393"/>
                <a:gd name="connsiteY13" fmla="*/ 1999319 h 2012098"/>
                <a:gd name="connsiteX14" fmla="*/ 577255 w 2103393"/>
                <a:gd name="connsiteY14" fmla="*/ 422961 h 2012098"/>
                <a:gd name="connsiteX15" fmla="*/ 807257 w 2103393"/>
                <a:gd name="connsiteY15" fmla="*/ 658573 h 2012098"/>
                <a:gd name="connsiteX16" fmla="*/ 969942 w 2103393"/>
                <a:gd name="connsiteY16" fmla="*/ 546377 h 2012098"/>
                <a:gd name="connsiteX17" fmla="*/ 930675 w 2103393"/>
                <a:gd name="connsiteY17" fmla="*/ 47103 h 2012098"/>
                <a:gd name="connsiteX0" fmla="*/ 930675 w 2103393"/>
                <a:gd name="connsiteY0" fmla="*/ 24191 h 2051098"/>
                <a:gd name="connsiteX1" fmla="*/ 1183115 w 2103393"/>
                <a:gd name="connsiteY1" fmla="*/ 91713 h 2051098"/>
                <a:gd name="connsiteX2" fmla="*/ 1177505 w 2103393"/>
                <a:gd name="connsiteY2" fmla="*/ 579767 h 2051098"/>
                <a:gd name="connsiteX3" fmla="*/ 1312141 w 2103393"/>
                <a:gd name="connsiteY3" fmla="*/ 658304 h 2051098"/>
                <a:gd name="connsiteX4" fmla="*/ 1508484 w 2103393"/>
                <a:gd name="connsiteY4" fmla="*/ 461961 h 2051098"/>
                <a:gd name="connsiteX5" fmla="*/ 2058246 w 2103393"/>
                <a:gd name="connsiteY5" fmla="*/ 2010270 h 2051098"/>
                <a:gd name="connsiteX6" fmla="*/ 1244822 w 2103393"/>
                <a:gd name="connsiteY6" fmla="*/ 1600752 h 2051098"/>
                <a:gd name="connsiteX7" fmla="*/ 1205554 w 2103393"/>
                <a:gd name="connsiteY7" fmla="*/ 1286605 h 2051098"/>
                <a:gd name="connsiteX8" fmla="*/ 1244823 w 2103393"/>
                <a:gd name="connsiteY8" fmla="*/ 843428 h 2051098"/>
                <a:gd name="connsiteX9" fmla="*/ 1076528 w 2103393"/>
                <a:gd name="connsiteY9" fmla="*/ 697573 h 2051098"/>
                <a:gd name="connsiteX10" fmla="*/ 885795 w 2103393"/>
                <a:gd name="connsiteY10" fmla="*/ 837818 h 2051098"/>
                <a:gd name="connsiteX11" fmla="*/ 919453 w 2103393"/>
                <a:gd name="connsiteY11" fmla="*/ 1275384 h 2051098"/>
                <a:gd name="connsiteX12" fmla="*/ 891405 w 2103393"/>
                <a:gd name="connsiteY12" fmla="*/ 1595143 h 2051098"/>
                <a:gd name="connsiteX13" fmla="*/ 89201 w 2103393"/>
                <a:gd name="connsiteY13" fmla="*/ 2038319 h 2051098"/>
                <a:gd name="connsiteX14" fmla="*/ 577255 w 2103393"/>
                <a:gd name="connsiteY14" fmla="*/ 461961 h 2051098"/>
                <a:gd name="connsiteX15" fmla="*/ 807257 w 2103393"/>
                <a:gd name="connsiteY15" fmla="*/ 697573 h 2051098"/>
                <a:gd name="connsiteX16" fmla="*/ 969942 w 2103393"/>
                <a:gd name="connsiteY16" fmla="*/ 585377 h 2051098"/>
                <a:gd name="connsiteX17" fmla="*/ 930675 w 2103393"/>
                <a:gd name="connsiteY17" fmla="*/ 24191 h 2051098"/>
                <a:gd name="connsiteX0" fmla="*/ 930675 w 2103393"/>
                <a:gd name="connsiteY0" fmla="*/ 51153 h 2078060"/>
                <a:gd name="connsiteX1" fmla="*/ 1190398 w 2103393"/>
                <a:gd name="connsiteY1" fmla="*/ 49480 h 2078060"/>
                <a:gd name="connsiteX2" fmla="*/ 1177505 w 2103393"/>
                <a:gd name="connsiteY2" fmla="*/ 606729 h 2078060"/>
                <a:gd name="connsiteX3" fmla="*/ 1312141 w 2103393"/>
                <a:gd name="connsiteY3" fmla="*/ 685266 h 2078060"/>
                <a:gd name="connsiteX4" fmla="*/ 1508484 w 2103393"/>
                <a:gd name="connsiteY4" fmla="*/ 488923 h 2078060"/>
                <a:gd name="connsiteX5" fmla="*/ 2058246 w 2103393"/>
                <a:gd name="connsiteY5" fmla="*/ 2037232 h 2078060"/>
                <a:gd name="connsiteX6" fmla="*/ 1244822 w 2103393"/>
                <a:gd name="connsiteY6" fmla="*/ 1627714 h 2078060"/>
                <a:gd name="connsiteX7" fmla="*/ 1205554 w 2103393"/>
                <a:gd name="connsiteY7" fmla="*/ 1313567 h 2078060"/>
                <a:gd name="connsiteX8" fmla="*/ 1244823 w 2103393"/>
                <a:gd name="connsiteY8" fmla="*/ 870390 h 2078060"/>
                <a:gd name="connsiteX9" fmla="*/ 1076528 w 2103393"/>
                <a:gd name="connsiteY9" fmla="*/ 724535 h 2078060"/>
                <a:gd name="connsiteX10" fmla="*/ 885795 w 2103393"/>
                <a:gd name="connsiteY10" fmla="*/ 864780 h 2078060"/>
                <a:gd name="connsiteX11" fmla="*/ 919453 w 2103393"/>
                <a:gd name="connsiteY11" fmla="*/ 1302346 h 2078060"/>
                <a:gd name="connsiteX12" fmla="*/ 891405 w 2103393"/>
                <a:gd name="connsiteY12" fmla="*/ 1622105 h 2078060"/>
                <a:gd name="connsiteX13" fmla="*/ 89201 w 2103393"/>
                <a:gd name="connsiteY13" fmla="*/ 2065281 h 2078060"/>
                <a:gd name="connsiteX14" fmla="*/ 577255 w 2103393"/>
                <a:gd name="connsiteY14" fmla="*/ 488923 h 2078060"/>
                <a:gd name="connsiteX15" fmla="*/ 807257 w 2103393"/>
                <a:gd name="connsiteY15" fmla="*/ 724535 h 2078060"/>
                <a:gd name="connsiteX16" fmla="*/ 969942 w 2103393"/>
                <a:gd name="connsiteY16" fmla="*/ 612339 h 2078060"/>
                <a:gd name="connsiteX17" fmla="*/ 930675 w 2103393"/>
                <a:gd name="connsiteY17" fmla="*/ 51153 h 2078060"/>
                <a:gd name="connsiteX0" fmla="*/ 930675 w 2103393"/>
                <a:gd name="connsiteY0" fmla="*/ 57180 h 2084087"/>
                <a:gd name="connsiteX1" fmla="*/ 1190398 w 2103393"/>
                <a:gd name="connsiteY1" fmla="*/ 55507 h 2084087"/>
                <a:gd name="connsiteX2" fmla="*/ 1177505 w 2103393"/>
                <a:gd name="connsiteY2" fmla="*/ 612756 h 2084087"/>
                <a:gd name="connsiteX3" fmla="*/ 1312141 w 2103393"/>
                <a:gd name="connsiteY3" fmla="*/ 691293 h 2084087"/>
                <a:gd name="connsiteX4" fmla="*/ 1508484 w 2103393"/>
                <a:gd name="connsiteY4" fmla="*/ 494950 h 2084087"/>
                <a:gd name="connsiteX5" fmla="*/ 2058246 w 2103393"/>
                <a:gd name="connsiteY5" fmla="*/ 2043259 h 2084087"/>
                <a:gd name="connsiteX6" fmla="*/ 1244822 w 2103393"/>
                <a:gd name="connsiteY6" fmla="*/ 1633741 h 2084087"/>
                <a:gd name="connsiteX7" fmla="*/ 1205554 w 2103393"/>
                <a:gd name="connsiteY7" fmla="*/ 1319594 h 2084087"/>
                <a:gd name="connsiteX8" fmla="*/ 1244823 w 2103393"/>
                <a:gd name="connsiteY8" fmla="*/ 876417 h 2084087"/>
                <a:gd name="connsiteX9" fmla="*/ 1076528 w 2103393"/>
                <a:gd name="connsiteY9" fmla="*/ 730562 h 2084087"/>
                <a:gd name="connsiteX10" fmla="*/ 885795 w 2103393"/>
                <a:gd name="connsiteY10" fmla="*/ 870807 h 2084087"/>
                <a:gd name="connsiteX11" fmla="*/ 919453 w 2103393"/>
                <a:gd name="connsiteY11" fmla="*/ 1308373 h 2084087"/>
                <a:gd name="connsiteX12" fmla="*/ 891405 w 2103393"/>
                <a:gd name="connsiteY12" fmla="*/ 1628132 h 2084087"/>
                <a:gd name="connsiteX13" fmla="*/ 89201 w 2103393"/>
                <a:gd name="connsiteY13" fmla="*/ 2071308 h 2084087"/>
                <a:gd name="connsiteX14" fmla="*/ 577255 w 2103393"/>
                <a:gd name="connsiteY14" fmla="*/ 494950 h 2084087"/>
                <a:gd name="connsiteX15" fmla="*/ 807257 w 2103393"/>
                <a:gd name="connsiteY15" fmla="*/ 730562 h 2084087"/>
                <a:gd name="connsiteX16" fmla="*/ 969942 w 2103393"/>
                <a:gd name="connsiteY16" fmla="*/ 618366 h 2084087"/>
                <a:gd name="connsiteX17" fmla="*/ 930675 w 2103393"/>
                <a:gd name="connsiteY17" fmla="*/ 57180 h 2084087"/>
                <a:gd name="connsiteX0" fmla="*/ 930675 w 2103393"/>
                <a:gd name="connsiteY0" fmla="*/ 65797 h 2092704"/>
                <a:gd name="connsiteX1" fmla="*/ 1190398 w 2103393"/>
                <a:gd name="connsiteY1" fmla="*/ 64124 h 2092704"/>
                <a:gd name="connsiteX2" fmla="*/ 1177505 w 2103393"/>
                <a:gd name="connsiteY2" fmla="*/ 621373 h 2092704"/>
                <a:gd name="connsiteX3" fmla="*/ 1312141 w 2103393"/>
                <a:gd name="connsiteY3" fmla="*/ 699910 h 2092704"/>
                <a:gd name="connsiteX4" fmla="*/ 1508484 w 2103393"/>
                <a:gd name="connsiteY4" fmla="*/ 503567 h 2092704"/>
                <a:gd name="connsiteX5" fmla="*/ 2058246 w 2103393"/>
                <a:gd name="connsiteY5" fmla="*/ 2051876 h 2092704"/>
                <a:gd name="connsiteX6" fmla="*/ 1244822 w 2103393"/>
                <a:gd name="connsiteY6" fmla="*/ 1642358 h 2092704"/>
                <a:gd name="connsiteX7" fmla="*/ 1205554 w 2103393"/>
                <a:gd name="connsiteY7" fmla="*/ 1328211 h 2092704"/>
                <a:gd name="connsiteX8" fmla="*/ 1244823 w 2103393"/>
                <a:gd name="connsiteY8" fmla="*/ 885034 h 2092704"/>
                <a:gd name="connsiteX9" fmla="*/ 1076528 w 2103393"/>
                <a:gd name="connsiteY9" fmla="*/ 739179 h 2092704"/>
                <a:gd name="connsiteX10" fmla="*/ 885795 w 2103393"/>
                <a:gd name="connsiteY10" fmla="*/ 879424 h 2092704"/>
                <a:gd name="connsiteX11" fmla="*/ 919453 w 2103393"/>
                <a:gd name="connsiteY11" fmla="*/ 1316990 h 2092704"/>
                <a:gd name="connsiteX12" fmla="*/ 891405 w 2103393"/>
                <a:gd name="connsiteY12" fmla="*/ 1636749 h 2092704"/>
                <a:gd name="connsiteX13" fmla="*/ 89201 w 2103393"/>
                <a:gd name="connsiteY13" fmla="*/ 2079925 h 2092704"/>
                <a:gd name="connsiteX14" fmla="*/ 577255 w 2103393"/>
                <a:gd name="connsiteY14" fmla="*/ 503567 h 2092704"/>
                <a:gd name="connsiteX15" fmla="*/ 807257 w 2103393"/>
                <a:gd name="connsiteY15" fmla="*/ 739179 h 2092704"/>
                <a:gd name="connsiteX16" fmla="*/ 969942 w 2103393"/>
                <a:gd name="connsiteY16" fmla="*/ 626983 h 2092704"/>
                <a:gd name="connsiteX17" fmla="*/ 930675 w 2103393"/>
                <a:gd name="connsiteY17" fmla="*/ 65797 h 2092704"/>
                <a:gd name="connsiteX0" fmla="*/ 930675 w 2103393"/>
                <a:gd name="connsiteY0" fmla="*/ 65797 h 2092704"/>
                <a:gd name="connsiteX1" fmla="*/ 1190398 w 2103393"/>
                <a:gd name="connsiteY1" fmla="*/ 64124 h 2092704"/>
                <a:gd name="connsiteX2" fmla="*/ 1177505 w 2103393"/>
                <a:gd name="connsiteY2" fmla="*/ 621373 h 2092704"/>
                <a:gd name="connsiteX3" fmla="*/ 1312141 w 2103393"/>
                <a:gd name="connsiteY3" fmla="*/ 699910 h 2092704"/>
                <a:gd name="connsiteX4" fmla="*/ 1508484 w 2103393"/>
                <a:gd name="connsiteY4" fmla="*/ 503567 h 2092704"/>
                <a:gd name="connsiteX5" fmla="*/ 2058246 w 2103393"/>
                <a:gd name="connsiteY5" fmla="*/ 2051876 h 2092704"/>
                <a:gd name="connsiteX6" fmla="*/ 1244822 w 2103393"/>
                <a:gd name="connsiteY6" fmla="*/ 1642358 h 2092704"/>
                <a:gd name="connsiteX7" fmla="*/ 1205554 w 2103393"/>
                <a:gd name="connsiteY7" fmla="*/ 1328211 h 2092704"/>
                <a:gd name="connsiteX8" fmla="*/ 1244823 w 2103393"/>
                <a:gd name="connsiteY8" fmla="*/ 885034 h 2092704"/>
                <a:gd name="connsiteX9" fmla="*/ 1076528 w 2103393"/>
                <a:gd name="connsiteY9" fmla="*/ 739179 h 2092704"/>
                <a:gd name="connsiteX10" fmla="*/ 885795 w 2103393"/>
                <a:gd name="connsiteY10" fmla="*/ 879424 h 2092704"/>
                <a:gd name="connsiteX11" fmla="*/ 919453 w 2103393"/>
                <a:gd name="connsiteY11" fmla="*/ 1316990 h 2092704"/>
                <a:gd name="connsiteX12" fmla="*/ 891405 w 2103393"/>
                <a:gd name="connsiteY12" fmla="*/ 1636749 h 2092704"/>
                <a:gd name="connsiteX13" fmla="*/ 89201 w 2103393"/>
                <a:gd name="connsiteY13" fmla="*/ 2079925 h 2092704"/>
                <a:gd name="connsiteX14" fmla="*/ 577255 w 2103393"/>
                <a:gd name="connsiteY14" fmla="*/ 503567 h 2092704"/>
                <a:gd name="connsiteX15" fmla="*/ 807257 w 2103393"/>
                <a:gd name="connsiteY15" fmla="*/ 739179 h 2092704"/>
                <a:gd name="connsiteX16" fmla="*/ 969942 w 2103393"/>
                <a:gd name="connsiteY16" fmla="*/ 626983 h 2092704"/>
                <a:gd name="connsiteX17" fmla="*/ 930675 w 2103393"/>
                <a:gd name="connsiteY17" fmla="*/ 65797 h 2092704"/>
                <a:gd name="connsiteX0" fmla="*/ 930675 w 2103393"/>
                <a:gd name="connsiteY0" fmla="*/ 73853 h 2100760"/>
                <a:gd name="connsiteX1" fmla="*/ 1190398 w 2103393"/>
                <a:gd name="connsiteY1" fmla="*/ 72180 h 2100760"/>
                <a:gd name="connsiteX2" fmla="*/ 1177505 w 2103393"/>
                <a:gd name="connsiteY2" fmla="*/ 629429 h 2100760"/>
                <a:gd name="connsiteX3" fmla="*/ 1312141 w 2103393"/>
                <a:gd name="connsiteY3" fmla="*/ 707966 h 2100760"/>
                <a:gd name="connsiteX4" fmla="*/ 1508484 w 2103393"/>
                <a:gd name="connsiteY4" fmla="*/ 511623 h 2100760"/>
                <a:gd name="connsiteX5" fmla="*/ 2058246 w 2103393"/>
                <a:gd name="connsiteY5" fmla="*/ 2059932 h 2100760"/>
                <a:gd name="connsiteX6" fmla="*/ 1244822 w 2103393"/>
                <a:gd name="connsiteY6" fmla="*/ 1650414 h 2100760"/>
                <a:gd name="connsiteX7" fmla="*/ 1205554 w 2103393"/>
                <a:gd name="connsiteY7" fmla="*/ 1336267 h 2100760"/>
                <a:gd name="connsiteX8" fmla="*/ 1244823 w 2103393"/>
                <a:gd name="connsiteY8" fmla="*/ 893090 h 2100760"/>
                <a:gd name="connsiteX9" fmla="*/ 1076528 w 2103393"/>
                <a:gd name="connsiteY9" fmla="*/ 747235 h 2100760"/>
                <a:gd name="connsiteX10" fmla="*/ 885795 w 2103393"/>
                <a:gd name="connsiteY10" fmla="*/ 887480 h 2100760"/>
                <a:gd name="connsiteX11" fmla="*/ 919453 w 2103393"/>
                <a:gd name="connsiteY11" fmla="*/ 1325046 h 2100760"/>
                <a:gd name="connsiteX12" fmla="*/ 891405 w 2103393"/>
                <a:gd name="connsiteY12" fmla="*/ 1644805 h 2100760"/>
                <a:gd name="connsiteX13" fmla="*/ 89201 w 2103393"/>
                <a:gd name="connsiteY13" fmla="*/ 2087981 h 2100760"/>
                <a:gd name="connsiteX14" fmla="*/ 577255 w 2103393"/>
                <a:gd name="connsiteY14" fmla="*/ 511623 h 2100760"/>
                <a:gd name="connsiteX15" fmla="*/ 807257 w 2103393"/>
                <a:gd name="connsiteY15" fmla="*/ 747235 h 2100760"/>
                <a:gd name="connsiteX16" fmla="*/ 969942 w 2103393"/>
                <a:gd name="connsiteY16" fmla="*/ 635039 h 2100760"/>
                <a:gd name="connsiteX17" fmla="*/ 930675 w 2103393"/>
                <a:gd name="connsiteY17" fmla="*/ 73853 h 2100760"/>
                <a:gd name="connsiteX0" fmla="*/ 930675 w 2103393"/>
                <a:gd name="connsiteY0" fmla="*/ 77953 h 2104860"/>
                <a:gd name="connsiteX1" fmla="*/ 1190398 w 2103393"/>
                <a:gd name="connsiteY1" fmla="*/ 76280 h 2104860"/>
                <a:gd name="connsiteX2" fmla="*/ 1177505 w 2103393"/>
                <a:gd name="connsiteY2" fmla="*/ 633529 h 2104860"/>
                <a:gd name="connsiteX3" fmla="*/ 1312141 w 2103393"/>
                <a:gd name="connsiteY3" fmla="*/ 712066 h 2104860"/>
                <a:gd name="connsiteX4" fmla="*/ 1508484 w 2103393"/>
                <a:gd name="connsiteY4" fmla="*/ 515723 h 2104860"/>
                <a:gd name="connsiteX5" fmla="*/ 2058246 w 2103393"/>
                <a:gd name="connsiteY5" fmla="*/ 2064032 h 2104860"/>
                <a:gd name="connsiteX6" fmla="*/ 1244822 w 2103393"/>
                <a:gd name="connsiteY6" fmla="*/ 1654514 h 2104860"/>
                <a:gd name="connsiteX7" fmla="*/ 1205554 w 2103393"/>
                <a:gd name="connsiteY7" fmla="*/ 1340367 h 2104860"/>
                <a:gd name="connsiteX8" fmla="*/ 1244823 w 2103393"/>
                <a:gd name="connsiteY8" fmla="*/ 897190 h 2104860"/>
                <a:gd name="connsiteX9" fmla="*/ 1076528 w 2103393"/>
                <a:gd name="connsiteY9" fmla="*/ 751335 h 2104860"/>
                <a:gd name="connsiteX10" fmla="*/ 885795 w 2103393"/>
                <a:gd name="connsiteY10" fmla="*/ 891580 h 2104860"/>
                <a:gd name="connsiteX11" fmla="*/ 919453 w 2103393"/>
                <a:gd name="connsiteY11" fmla="*/ 1329146 h 2104860"/>
                <a:gd name="connsiteX12" fmla="*/ 891405 w 2103393"/>
                <a:gd name="connsiteY12" fmla="*/ 1648905 h 2104860"/>
                <a:gd name="connsiteX13" fmla="*/ 89201 w 2103393"/>
                <a:gd name="connsiteY13" fmla="*/ 2092081 h 2104860"/>
                <a:gd name="connsiteX14" fmla="*/ 577255 w 2103393"/>
                <a:gd name="connsiteY14" fmla="*/ 515723 h 2104860"/>
                <a:gd name="connsiteX15" fmla="*/ 807257 w 2103393"/>
                <a:gd name="connsiteY15" fmla="*/ 751335 h 2104860"/>
                <a:gd name="connsiteX16" fmla="*/ 969942 w 2103393"/>
                <a:gd name="connsiteY16" fmla="*/ 639139 h 2104860"/>
                <a:gd name="connsiteX17" fmla="*/ 930675 w 2103393"/>
                <a:gd name="connsiteY17" fmla="*/ 77953 h 2104860"/>
                <a:gd name="connsiteX0" fmla="*/ 930675 w 2103393"/>
                <a:gd name="connsiteY0" fmla="*/ 71187 h 2098094"/>
                <a:gd name="connsiteX1" fmla="*/ 1190398 w 2103393"/>
                <a:gd name="connsiteY1" fmla="*/ 69514 h 2098094"/>
                <a:gd name="connsiteX2" fmla="*/ 1177505 w 2103393"/>
                <a:gd name="connsiteY2" fmla="*/ 626763 h 2098094"/>
                <a:gd name="connsiteX3" fmla="*/ 1312141 w 2103393"/>
                <a:gd name="connsiteY3" fmla="*/ 705300 h 2098094"/>
                <a:gd name="connsiteX4" fmla="*/ 1508484 w 2103393"/>
                <a:gd name="connsiteY4" fmla="*/ 508957 h 2098094"/>
                <a:gd name="connsiteX5" fmla="*/ 2058246 w 2103393"/>
                <a:gd name="connsiteY5" fmla="*/ 2057266 h 2098094"/>
                <a:gd name="connsiteX6" fmla="*/ 1244822 w 2103393"/>
                <a:gd name="connsiteY6" fmla="*/ 1647748 h 2098094"/>
                <a:gd name="connsiteX7" fmla="*/ 1205554 w 2103393"/>
                <a:gd name="connsiteY7" fmla="*/ 1333601 h 2098094"/>
                <a:gd name="connsiteX8" fmla="*/ 1244823 w 2103393"/>
                <a:gd name="connsiteY8" fmla="*/ 890424 h 2098094"/>
                <a:gd name="connsiteX9" fmla="*/ 1076528 w 2103393"/>
                <a:gd name="connsiteY9" fmla="*/ 744569 h 2098094"/>
                <a:gd name="connsiteX10" fmla="*/ 885795 w 2103393"/>
                <a:gd name="connsiteY10" fmla="*/ 884814 h 2098094"/>
                <a:gd name="connsiteX11" fmla="*/ 919453 w 2103393"/>
                <a:gd name="connsiteY11" fmla="*/ 1322380 h 2098094"/>
                <a:gd name="connsiteX12" fmla="*/ 891405 w 2103393"/>
                <a:gd name="connsiteY12" fmla="*/ 1642139 h 2098094"/>
                <a:gd name="connsiteX13" fmla="*/ 89201 w 2103393"/>
                <a:gd name="connsiteY13" fmla="*/ 2085315 h 2098094"/>
                <a:gd name="connsiteX14" fmla="*/ 577255 w 2103393"/>
                <a:gd name="connsiteY14" fmla="*/ 508957 h 2098094"/>
                <a:gd name="connsiteX15" fmla="*/ 807257 w 2103393"/>
                <a:gd name="connsiteY15" fmla="*/ 744569 h 2098094"/>
                <a:gd name="connsiteX16" fmla="*/ 969942 w 2103393"/>
                <a:gd name="connsiteY16" fmla="*/ 632373 h 2098094"/>
                <a:gd name="connsiteX17" fmla="*/ 930675 w 2103393"/>
                <a:gd name="connsiteY17" fmla="*/ 71187 h 2098094"/>
                <a:gd name="connsiteX0" fmla="*/ 930675 w 2103393"/>
                <a:gd name="connsiteY0" fmla="*/ 75207 h 2102114"/>
                <a:gd name="connsiteX1" fmla="*/ 1190398 w 2103393"/>
                <a:gd name="connsiteY1" fmla="*/ 73534 h 2102114"/>
                <a:gd name="connsiteX2" fmla="*/ 1177505 w 2103393"/>
                <a:gd name="connsiteY2" fmla="*/ 630783 h 2102114"/>
                <a:gd name="connsiteX3" fmla="*/ 1312141 w 2103393"/>
                <a:gd name="connsiteY3" fmla="*/ 709320 h 2102114"/>
                <a:gd name="connsiteX4" fmla="*/ 1508484 w 2103393"/>
                <a:gd name="connsiteY4" fmla="*/ 512977 h 2102114"/>
                <a:gd name="connsiteX5" fmla="*/ 2058246 w 2103393"/>
                <a:gd name="connsiteY5" fmla="*/ 2061286 h 2102114"/>
                <a:gd name="connsiteX6" fmla="*/ 1244822 w 2103393"/>
                <a:gd name="connsiteY6" fmla="*/ 1651768 h 2102114"/>
                <a:gd name="connsiteX7" fmla="*/ 1205554 w 2103393"/>
                <a:gd name="connsiteY7" fmla="*/ 1337621 h 2102114"/>
                <a:gd name="connsiteX8" fmla="*/ 1244823 w 2103393"/>
                <a:gd name="connsiteY8" fmla="*/ 894444 h 2102114"/>
                <a:gd name="connsiteX9" fmla="*/ 1076528 w 2103393"/>
                <a:gd name="connsiteY9" fmla="*/ 748589 h 2102114"/>
                <a:gd name="connsiteX10" fmla="*/ 885795 w 2103393"/>
                <a:gd name="connsiteY10" fmla="*/ 888834 h 2102114"/>
                <a:gd name="connsiteX11" fmla="*/ 919453 w 2103393"/>
                <a:gd name="connsiteY11" fmla="*/ 1326400 h 2102114"/>
                <a:gd name="connsiteX12" fmla="*/ 891405 w 2103393"/>
                <a:gd name="connsiteY12" fmla="*/ 1646159 h 2102114"/>
                <a:gd name="connsiteX13" fmla="*/ 89201 w 2103393"/>
                <a:gd name="connsiteY13" fmla="*/ 2089335 h 2102114"/>
                <a:gd name="connsiteX14" fmla="*/ 577255 w 2103393"/>
                <a:gd name="connsiteY14" fmla="*/ 512977 h 2102114"/>
                <a:gd name="connsiteX15" fmla="*/ 807257 w 2103393"/>
                <a:gd name="connsiteY15" fmla="*/ 748589 h 2102114"/>
                <a:gd name="connsiteX16" fmla="*/ 969942 w 2103393"/>
                <a:gd name="connsiteY16" fmla="*/ 636393 h 2102114"/>
                <a:gd name="connsiteX17" fmla="*/ 930675 w 2103393"/>
                <a:gd name="connsiteY17" fmla="*/ 75207 h 2102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03393" h="2102114">
                  <a:moveTo>
                    <a:pt x="930675" y="75207"/>
                  </a:moveTo>
                  <a:cubicBezTo>
                    <a:pt x="914336" y="-26367"/>
                    <a:pt x="1202803" y="-23213"/>
                    <a:pt x="1190398" y="73534"/>
                  </a:cubicBezTo>
                  <a:lnTo>
                    <a:pt x="1177505" y="630783"/>
                  </a:lnTo>
                  <a:lnTo>
                    <a:pt x="1312141" y="709320"/>
                  </a:lnTo>
                  <a:cubicBezTo>
                    <a:pt x="1349539" y="621433"/>
                    <a:pt x="1403768" y="466228"/>
                    <a:pt x="1508484" y="512977"/>
                  </a:cubicBezTo>
                  <a:cubicBezTo>
                    <a:pt x="1961009" y="692492"/>
                    <a:pt x="2211581" y="1696648"/>
                    <a:pt x="2058246" y="2061286"/>
                  </a:cubicBezTo>
                  <a:cubicBezTo>
                    <a:pt x="1912391" y="2233320"/>
                    <a:pt x="1542142" y="1816322"/>
                    <a:pt x="1244822" y="1651768"/>
                  </a:cubicBezTo>
                  <a:cubicBezTo>
                    <a:pt x="1113927" y="1590061"/>
                    <a:pt x="1184984" y="1466646"/>
                    <a:pt x="1205554" y="1337621"/>
                  </a:cubicBezTo>
                  <a:cubicBezTo>
                    <a:pt x="1233603" y="1238514"/>
                    <a:pt x="1127017" y="1161846"/>
                    <a:pt x="1244823" y="894444"/>
                  </a:cubicBezTo>
                  <a:cubicBezTo>
                    <a:pt x="1188725" y="845826"/>
                    <a:pt x="1155065" y="802817"/>
                    <a:pt x="1076528" y="748589"/>
                  </a:cubicBezTo>
                  <a:cubicBezTo>
                    <a:pt x="973682" y="789728"/>
                    <a:pt x="949373" y="842086"/>
                    <a:pt x="885795" y="888834"/>
                  </a:cubicBezTo>
                  <a:cubicBezTo>
                    <a:pt x="951243" y="1053389"/>
                    <a:pt x="898883" y="1240382"/>
                    <a:pt x="919453" y="1326400"/>
                  </a:cubicBezTo>
                  <a:cubicBezTo>
                    <a:pt x="930673" y="1432986"/>
                    <a:pt x="1003602" y="1595671"/>
                    <a:pt x="891405" y="1646159"/>
                  </a:cubicBezTo>
                  <a:cubicBezTo>
                    <a:pt x="685711" y="1737785"/>
                    <a:pt x="311722" y="2121123"/>
                    <a:pt x="89201" y="2089335"/>
                  </a:cubicBezTo>
                  <a:cubicBezTo>
                    <a:pt x="-118362" y="2035107"/>
                    <a:pt x="33103" y="774768"/>
                    <a:pt x="577255" y="512977"/>
                  </a:cubicBezTo>
                  <a:cubicBezTo>
                    <a:pt x="704411" y="464359"/>
                    <a:pt x="736199" y="673791"/>
                    <a:pt x="807257" y="748589"/>
                  </a:cubicBezTo>
                  <a:lnTo>
                    <a:pt x="969942" y="636393"/>
                  </a:lnTo>
                  <a:cubicBezTo>
                    <a:pt x="968072" y="483058"/>
                    <a:pt x="947112" y="235825"/>
                    <a:pt x="930675" y="75207"/>
                  </a:cubicBezTo>
                  <a:close/>
                </a:path>
              </a:pathLst>
            </a:custGeom>
            <a:solidFill>
              <a:schemeClr val="accent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Freeform 43"/>
            <p:cNvSpPr/>
            <p:nvPr/>
          </p:nvSpPr>
          <p:spPr>
            <a:xfrm>
              <a:off x="3203848" y="1961860"/>
              <a:ext cx="653280" cy="544063"/>
            </a:xfrm>
            <a:custGeom>
              <a:avLst/>
              <a:gdLst/>
              <a:ahLst/>
              <a:cxnLst/>
              <a:rect l="l" t="t" r="r" b="b"/>
              <a:pathLst>
                <a:path w="3240001" h="2698329">
                  <a:moveTo>
                    <a:pt x="2548075" y="5025"/>
                  </a:moveTo>
                  <a:cubicBezTo>
                    <a:pt x="2888705" y="21427"/>
                    <a:pt x="3205543" y="144443"/>
                    <a:pt x="3236875" y="324866"/>
                  </a:cubicBezTo>
                  <a:cubicBezTo>
                    <a:pt x="3272384" y="584869"/>
                    <a:pt x="3000845" y="793843"/>
                    <a:pt x="2654112" y="922630"/>
                  </a:cubicBezTo>
                  <a:cubicBezTo>
                    <a:pt x="2512076" y="1002818"/>
                    <a:pt x="2288579" y="1396468"/>
                    <a:pt x="2077615" y="1155904"/>
                  </a:cubicBezTo>
                  <a:cubicBezTo>
                    <a:pt x="1902159" y="985808"/>
                    <a:pt x="1914692" y="662627"/>
                    <a:pt x="1946024" y="426923"/>
                  </a:cubicBezTo>
                  <a:cubicBezTo>
                    <a:pt x="1958557" y="234957"/>
                    <a:pt x="1977355" y="79442"/>
                    <a:pt x="2209208" y="25983"/>
                  </a:cubicBezTo>
                  <a:cubicBezTo>
                    <a:pt x="2318345" y="5936"/>
                    <a:pt x="2434532" y="-443"/>
                    <a:pt x="2548075" y="5025"/>
                  </a:cubicBezTo>
                  <a:close/>
                  <a:moveTo>
                    <a:pt x="1184195" y="86"/>
                  </a:moveTo>
                  <a:cubicBezTo>
                    <a:pt x="1412849" y="2955"/>
                    <a:pt x="1621488" y="77771"/>
                    <a:pt x="1732975" y="244677"/>
                  </a:cubicBezTo>
                  <a:cubicBezTo>
                    <a:pt x="1866656" y="436642"/>
                    <a:pt x="1793548" y="672347"/>
                    <a:pt x="1801904" y="871602"/>
                  </a:cubicBezTo>
                  <a:cubicBezTo>
                    <a:pt x="1820702" y="1041698"/>
                    <a:pt x="1996160" y="1255532"/>
                    <a:pt x="1889631" y="1396469"/>
                  </a:cubicBezTo>
                  <a:cubicBezTo>
                    <a:pt x="1714174" y="1644320"/>
                    <a:pt x="1482324" y="1717219"/>
                    <a:pt x="1300601" y="1906754"/>
                  </a:cubicBezTo>
                  <a:cubicBezTo>
                    <a:pt x="1068750" y="2152178"/>
                    <a:pt x="736639" y="2754803"/>
                    <a:pt x="442124" y="2694054"/>
                  </a:cubicBezTo>
                  <a:cubicBezTo>
                    <a:pt x="189385" y="2609005"/>
                    <a:pt x="149697" y="2276103"/>
                    <a:pt x="78680" y="2016101"/>
                  </a:cubicBezTo>
                  <a:cubicBezTo>
                    <a:pt x="-50823" y="1442635"/>
                    <a:pt x="-61268" y="759824"/>
                    <a:pt x="366928" y="302996"/>
                  </a:cubicBezTo>
                  <a:cubicBezTo>
                    <a:pt x="563141" y="111638"/>
                    <a:pt x="890211" y="-3604"/>
                    <a:pt x="1184195" y="86"/>
                  </a:cubicBezTo>
                  <a:close/>
                </a:path>
              </a:pathLst>
            </a:custGeom>
            <a:solidFill>
              <a:schemeClr val="accent4"/>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Freeform 44"/>
            <p:cNvSpPr/>
            <p:nvPr/>
          </p:nvSpPr>
          <p:spPr>
            <a:xfrm>
              <a:off x="6961488" y="1823998"/>
              <a:ext cx="603986" cy="603986"/>
            </a:xfrm>
            <a:custGeom>
              <a:avLst/>
              <a:gdLst>
                <a:gd name="connsiteX0" fmla="*/ 1054645 w 3259303"/>
                <a:gd name="connsiteY0" fmla="*/ 0 h 3248084"/>
                <a:gd name="connsiteX1" fmla="*/ 1469772 w 3259303"/>
                <a:gd name="connsiteY1" fmla="*/ 28049 h 3248084"/>
                <a:gd name="connsiteX2" fmla="*/ 1682945 w 3259303"/>
                <a:gd name="connsiteY2" fmla="*/ 740496 h 3248084"/>
                <a:gd name="connsiteX3" fmla="*/ 2417830 w 3259303"/>
                <a:gd name="connsiteY3" fmla="*/ 566592 h 3248084"/>
                <a:gd name="connsiteX4" fmla="*/ 3259303 w 3259303"/>
                <a:gd name="connsiteY4" fmla="*/ 1834410 h 3248084"/>
                <a:gd name="connsiteX5" fmla="*/ 2311244 w 3259303"/>
                <a:gd name="connsiteY5" fmla="*/ 3113448 h 3248084"/>
                <a:gd name="connsiteX6" fmla="*/ 622689 w 3259303"/>
                <a:gd name="connsiteY6" fmla="*/ 2670273 h 3248084"/>
                <a:gd name="connsiteX7" fmla="*/ 398297 w 3259303"/>
                <a:gd name="connsiteY7" fmla="*/ 3248084 h 3248084"/>
                <a:gd name="connsiteX8" fmla="*/ 0 w 3259303"/>
                <a:gd name="connsiteY8" fmla="*/ 3242474 h 3248084"/>
                <a:gd name="connsiteX9" fmla="*/ 218783 w 3259303"/>
                <a:gd name="connsiteY9" fmla="*/ 2333684 h 3248084"/>
                <a:gd name="connsiteX10" fmla="*/ 1593187 w 3259303"/>
                <a:gd name="connsiteY10" fmla="*/ 1997095 h 3248084"/>
                <a:gd name="connsiteX11" fmla="*/ 1250989 w 3259303"/>
                <a:gd name="connsiteY11" fmla="*/ 964889 h 3248084"/>
                <a:gd name="connsiteX12" fmla="*/ 1054645 w 3259303"/>
                <a:gd name="connsiteY12" fmla="*/ 0 h 3248084"/>
                <a:gd name="connsiteX0" fmla="*/ 1054645 w 3259303"/>
                <a:gd name="connsiteY0" fmla="*/ 0 h 3225645"/>
                <a:gd name="connsiteX1" fmla="*/ 1469772 w 3259303"/>
                <a:gd name="connsiteY1" fmla="*/ 5610 h 3225645"/>
                <a:gd name="connsiteX2" fmla="*/ 1682945 w 3259303"/>
                <a:gd name="connsiteY2" fmla="*/ 718057 h 3225645"/>
                <a:gd name="connsiteX3" fmla="*/ 2417830 w 3259303"/>
                <a:gd name="connsiteY3" fmla="*/ 544153 h 3225645"/>
                <a:gd name="connsiteX4" fmla="*/ 3259303 w 3259303"/>
                <a:gd name="connsiteY4" fmla="*/ 1811971 h 3225645"/>
                <a:gd name="connsiteX5" fmla="*/ 2311244 w 3259303"/>
                <a:gd name="connsiteY5" fmla="*/ 3091009 h 3225645"/>
                <a:gd name="connsiteX6" fmla="*/ 622689 w 3259303"/>
                <a:gd name="connsiteY6" fmla="*/ 2647834 h 3225645"/>
                <a:gd name="connsiteX7" fmla="*/ 398297 w 3259303"/>
                <a:gd name="connsiteY7" fmla="*/ 3225645 h 3225645"/>
                <a:gd name="connsiteX8" fmla="*/ 0 w 3259303"/>
                <a:gd name="connsiteY8" fmla="*/ 3220035 h 3225645"/>
                <a:gd name="connsiteX9" fmla="*/ 218783 w 3259303"/>
                <a:gd name="connsiteY9" fmla="*/ 2311245 h 3225645"/>
                <a:gd name="connsiteX10" fmla="*/ 1593187 w 3259303"/>
                <a:gd name="connsiteY10" fmla="*/ 1974656 h 3225645"/>
                <a:gd name="connsiteX11" fmla="*/ 1250989 w 3259303"/>
                <a:gd name="connsiteY11" fmla="*/ 942450 h 3225645"/>
                <a:gd name="connsiteX12" fmla="*/ 1054645 w 3259303"/>
                <a:gd name="connsiteY12" fmla="*/ 0 h 3225645"/>
                <a:gd name="connsiteX0" fmla="*/ 1054645 w 3259303"/>
                <a:gd name="connsiteY0" fmla="*/ 0 h 3242475"/>
                <a:gd name="connsiteX1" fmla="*/ 1469772 w 3259303"/>
                <a:gd name="connsiteY1" fmla="*/ 22440 h 3242475"/>
                <a:gd name="connsiteX2" fmla="*/ 1682945 w 3259303"/>
                <a:gd name="connsiteY2" fmla="*/ 734887 h 3242475"/>
                <a:gd name="connsiteX3" fmla="*/ 2417830 w 3259303"/>
                <a:gd name="connsiteY3" fmla="*/ 560983 h 3242475"/>
                <a:gd name="connsiteX4" fmla="*/ 3259303 w 3259303"/>
                <a:gd name="connsiteY4" fmla="*/ 1828801 h 3242475"/>
                <a:gd name="connsiteX5" fmla="*/ 2311244 w 3259303"/>
                <a:gd name="connsiteY5" fmla="*/ 3107839 h 3242475"/>
                <a:gd name="connsiteX6" fmla="*/ 622689 w 3259303"/>
                <a:gd name="connsiteY6" fmla="*/ 2664664 h 3242475"/>
                <a:gd name="connsiteX7" fmla="*/ 398297 w 3259303"/>
                <a:gd name="connsiteY7" fmla="*/ 3242475 h 3242475"/>
                <a:gd name="connsiteX8" fmla="*/ 0 w 3259303"/>
                <a:gd name="connsiteY8" fmla="*/ 3236865 h 3242475"/>
                <a:gd name="connsiteX9" fmla="*/ 218783 w 3259303"/>
                <a:gd name="connsiteY9" fmla="*/ 2328075 h 3242475"/>
                <a:gd name="connsiteX10" fmla="*/ 1593187 w 3259303"/>
                <a:gd name="connsiteY10" fmla="*/ 1991486 h 3242475"/>
                <a:gd name="connsiteX11" fmla="*/ 1250989 w 3259303"/>
                <a:gd name="connsiteY11" fmla="*/ 959280 h 3242475"/>
                <a:gd name="connsiteX12" fmla="*/ 1054645 w 3259303"/>
                <a:gd name="connsiteY12" fmla="*/ 0 h 3242475"/>
                <a:gd name="connsiteX0" fmla="*/ 1054645 w 3259303"/>
                <a:gd name="connsiteY0" fmla="*/ 0 h 3242475"/>
                <a:gd name="connsiteX1" fmla="*/ 1464162 w 3259303"/>
                <a:gd name="connsiteY1" fmla="*/ 1 h 3242475"/>
                <a:gd name="connsiteX2" fmla="*/ 1682945 w 3259303"/>
                <a:gd name="connsiteY2" fmla="*/ 734887 h 3242475"/>
                <a:gd name="connsiteX3" fmla="*/ 2417830 w 3259303"/>
                <a:gd name="connsiteY3" fmla="*/ 560983 h 3242475"/>
                <a:gd name="connsiteX4" fmla="*/ 3259303 w 3259303"/>
                <a:gd name="connsiteY4" fmla="*/ 1828801 h 3242475"/>
                <a:gd name="connsiteX5" fmla="*/ 2311244 w 3259303"/>
                <a:gd name="connsiteY5" fmla="*/ 3107839 h 3242475"/>
                <a:gd name="connsiteX6" fmla="*/ 622689 w 3259303"/>
                <a:gd name="connsiteY6" fmla="*/ 2664664 h 3242475"/>
                <a:gd name="connsiteX7" fmla="*/ 398297 w 3259303"/>
                <a:gd name="connsiteY7" fmla="*/ 3242475 h 3242475"/>
                <a:gd name="connsiteX8" fmla="*/ 0 w 3259303"/>
                <a:gd name="connsiteY8" fmla="*/ 3236865 h 3242475"/>
                <a:gd name="connsiteX9" fmla="*/ 218783 w 3259303"/>
                <a:gd name="connsiteY9" fmla="*/ 2328075 h 3242475"/>
                <a:gd name="connsiteX10" fmla="*/ 1593187 w 3259303"/>
                <a:gd name="connsiteY10" fmla="*/ 1991486 h 3242475"/>
                <a:gd name="connsiteX11" fmla="*/ 1250989 w 3259303"/>
                <a:gd name="connsiteY11" fmla="*/ 959280 h 3242475"/>
                <a:gd name="connsiteX12" fmla="*/ 1054645 w 3259303"/>
                <a:gd name="connsiteY12" fmla="*/ 0 h 3242475"/>
                <a:gd name="connsiteX0" fmla="*/ 1065864 w 3259303"/>
                <a:gd name="connsiteY0" fmla="*/ 5609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5609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37566 w 3259303"/>
                <a:gd name="connsiteY9" fmla="*/ 2260757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37566 w 3259303"/>
                <a:gd name="connsiteY9" fmla="*/ 2260757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76358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76358 w 3259303"/>
                <a:gd name="connsiteY10" fmla="*/ 1991485 h 3242474"/>
                <a:gd name="connsiteX11" fmla="*/ 1250989 w 3259303"/>
                <a:gd name="connsiteY11" fmla="*/ 959279 h 3242474"/>
                <a:gd name="connsiteX12" fmla="*/ 1065864 w 3259303"/>
                <a:gd name="connsiteY12" fmla="*/ 16828 h 3242474"/>
                <a:gd name="connsiteX0" fmla="*/ 1004156 w 3197595"/>
                <a:gd name="connsiteY0" fmla="*/ 16828 h 3242474"/>
                <a:gd name="connsiteX1" fmla="*/ 1402454 w 3197595"/>
                <a:gd name="connsiteY1" fmla="*/ 0 h 3242474"/>
                <a:gd name="connsiteX2" fmla="*/ 1621237 w 3197595"/>
                <a:gd name="connsiteY2" fmla="*/ 734886 h 3242474"/>
                <a:gd name="connsiteX3" fmla="*/ 2356122 w 3197595"/>
                <a:gd name="connsiteY3" fmla="*/ 560982 h 3242474"/>
                <a:gd name="connsiteX4" fmla="*/ 3197595 w 3197595"/>
                <a:gd name="connsiteY4" fmla="*/ 1828800 h 3242474"/>
                <a:gd name="connsiteX5" fmla="*/ 2249536 w 3197595"/>
                <a:gd name="connsiteY5" fmla="*/ 3107838 h 3242474"/>
                <a:gd name="connsiteX6" fmla="*/ 560981 w 3197595"/>
                <a:gd name="connsiteY6" fmla="*/ 2664663 h 3242474"/>
                <a:gd name="connsiteX7" fmla="*/ 336589 w 3197595"/>
                <a:gd name="connsiteY7" fmla="*/ 3242474 h 3242474"/>
                <a:gd name="connsiteX8" fmla="*/ 0 w 3197595"/>
                <a:gd name="connsiteY8" fmla="*/ 3236864 h 3242474"/>
                <a:gd name="connsiteX9" fmla="*/ 387077 w 3197595"/>
                <a:gd name="connsiteY9" fmla="*/ 2232708 h 3242474"/>
                <a:gd name="connsiteX10" fmla="*/ 1514650 w 3197595"/>
                <a:gd name="connsiteY10" fmla="*/ 1991485 h 3242474"/>
                <a:gd name="connsiteX11" fmla="*/ 1189281 w 3197595"/>
                <a:gd name="connsiteY11" fmla="*/ 959279 h 3242474"/>
                <a:gd name="connsiteX12" fmla="*/ 1004156 w 3197595"/>
                <a:gd name="connsiteY12" fmla="*/ 16828 h 3242474"/>
                <a:gd name="connsiteX0" fmla="*/ 1011476 w 3204915"/>
                <a:gd name="connsiteY0" fmla="*/ 16828 h 3242474"/>
                <a:gd name="connsiteX1" fmla="*/ 1409774 w 3204915"/>
                <a:gd name="connsiteY1" fmla="*/ 0 h 3242474"/>
                <a:gd name="connsiteX2" fmla="*/ 1628557 w 3204915"/>
                <a:gd name="connsiteY2" fmla="*/ 734886 h 3242474"/>
                <a:gd name="connsiteX3" fmla="*/ 2363442 w 3204915"/>
                <a:gd name="connsiteY3" fmla="*/ 560982 h 3242474"/>
                <a:gd name="connsiteX4" fmla="*/ 3204915 w 3204915"/>
                <a:gd name="connsiteY4" fmla="*/ 1828800 h 3242474"/>
                <a:gd name="connsiteX5" fmla="*/ 2256856 w 3204915"/>
                <a:gd name="connsiteY5" fmla="*/ 3107838 h 3242474"/>
                <a:gd name="connsiteX6" fmla="*/ 568301 w 3204915"/>
                <a:gd name="connsiteY6" fmla="*/ 2664663 h 3242474"/>
                <a:gd name="connsiteX7" fmla="*/ 343909 w 3204915"/>
                <a:gd name="connsiteY7" fmla="*/ 3242474 h 3242474"/>
                <a:gd name="connsiteX8" fmla="*/ 7320 w 3204915"/>
                <a:gd name="connsiteY8" fmla="*/ 3236864 h 3242474"/>
                <a:gd name="connsiteX9" fmla="*/ 394397 w 3204915"/>
                <a:gd name="connsiteY9" fmla="*/ 2232708 h 3242474"/>
                <a:gd name="connsiteX10" fmla="*/ 1521970 w 3204915"/>
                <a:gd name="connsiteY10" fmla="*/ 1991485 h 3242474"/>
                <a:gd name="connsiteX11" fmla="*/ 1196601 w 3204915"/>
                <a:gd name="connsiteY11" fmla="*/ 959279 h 3242474"/>
                <a:gd name="connsiteX12" fmla="*/ 1011476 w 3204915"/>
                <a:gd name="connsiteY12" fmla="*/ 16828 h 3242474"/>
                <a:gd name="connsiteX0" fmla="*/ 1007292 w 3200731"/>
                <a:gd name="connsiteY0" fmla="*/ 16828 h 3242474"/>
                <a:gd name="connsiteX1" fmla="*/ 1405590 w 3200731"/>
                <a:gd name="connsiteY1" fmla="*/ 0 h 3242474"/>
                <a:gd name="connsiteX2" fmla="*/ 1624373 w 3200731"/>
                <a:gd name="connsiteY2" fmla="*/ 734886 h 3242474"/>
                <a:gd name="connsiteX3" fmla="*/ 2359258 w 3200731"/>
                <a:gd name="connsiteY3" fmla="*/ 560982 h 3242474"/>
                <a:gd name="connsiteX4" fmla="*/ 3200731 w 3200731"/>
                <a:gd name="connsiteY4" fmla="*/ 1828800 h 3242474"/>
                <a:gd name="connsiteX5" fmla="*/ 2252672 w 3200731"/>
                <a:gd name="connsiteY5" fmla="*/ 3107838 h 3242474"/>
                <a:gd name="connsiteX6" fmla="*/ 564117 w 3200731"/>
                <a:gd name="connsiteY6" fmla="*/ 2664663 h 3242474"/>
                <a:gd name="connsiteX7" fmla="*/ 339725 w 3200731"/>
                <a:gd name="connsiteY7" fmla="*/ 3242474 h 3242474"/>
                <a:gd name="connsiteX8" fmla="*/ 3136 w 3200731"/>
                <a:gd name="connsiteY8" fmla="*/ 3236864 h 3242474"/>
                <a:gd name="connsiteX9" fmla="*/ 390213 w 3200731"/>
                <a:gd name="connsiteY9" fmla="*/ 2232708 h 3242474"/>
                <a:gd name="connsiteX10" fmla="*/ 1517786 w 3200731"/>
                <a:gd name="connsiteY10" fmla="*/ 1991485 h 3242474"/>
                <a:gd name="connsiteX11" fmla="*/ 1192417 w 3200731"/>
                <a:gd name="connsiteY11" fmla="*/ 959279 h 3242474"/>
                <a:gd name="connsiteX12" fmla="*/ 1007292 w 3200731"/>
                <a:gd name="connsiteY12" fmla="*/ 16828 h 3242474"/>
                <a:gd name="connsiteX0" fmla="*/ 1051443 w 3244882"/>
                <a:gd name="connsiteY0" fmla="*/ 16828 h 3242474"/>
                <a:gd name="connsiteX1" fmla="*/ 1449741 w 3244882"/>
                <a:gd name="connsiteY1" fmla="*/ 0 h 3242474"/>
                <a:gd name="connsiteX2" fmla="*/ 1668524 w 3244882"/>
                <a:gd name="connsiteY2" fmla="*/ 734886 h 3242474"/>
                <a:gd name="connsiteX3" fmla="*/ 2403409 w 3244882"/>
                <a:gd name="connsiteY3" fmla="*/ 560982 h 3242474"/>
                <a:gd name="connsiteX4" fmla="*/ 3244882 w 3244882"/>
                <a:gd name="connsiteY4" fmla="*/ 1828800 h 3242474"/>
                <a:gd name="connsiteX5" fmla="*/ 2296823 w 3244882"/>
                <a:gd name="connsiteY5" fmla="*/ 3107838 h 3242474"/>
                <a:gd name="connsiteX6" fmla="*/ 608268 w 3244882"/>
                <a:gd name="connsiteY6" fmla="*/ 2664663 h 3242474"/>
                <a:gd name="connsiteX7" fmla="*/ 383876 w 3244882"/>
                <a:gd name="connsiteY7" fmla="*/ 3242474 h 3242474"/>
                <a:gd name="connsiteX8" fmla="*/ 2408 w 3244882"/>
                <a:gd name="connsiteY8" fmla="*/ 3236864 h 3242474"/>
                <a:gd name="connsiteX9" fmla="*/ 434364 w 3244882"/>
                <a:gd name="connsiteY9" fmla="*/ 2232708 h 3242474"/>
                <a:gd name="connsiteX10" fmla="*/ 1561937 w 3244882"/>
                <a:gd name="connsiteY10" fmla="*/ 1991485 h 3242474"/>
                <a:gd name="connsiteX11" fmla="*/ 1236568 w 3244882"/>
                <a:gd name="connsiteY11" fmla="*/ 959279 h 3242474"/>
                <a:gd name="connsiteX12" fmla="*/ 1051443 w 3244882"/>
                <a:gd name="connsiteY12" fmla="*/ 16828 h 3242474"/>
                <a:gd name="connsiteX0" fmla="*/ 1049313 w 3242752"/>
                <a:gd name="connsiteY0" fmla="*/ 16828 h 3242474"/>
                <a:gd name="connsiteX1" fmla="*/ 1447611 w 3242752"/>
                <a:gd name="connsiteY1" fmla="*/ 0 h 3242474"/>
                <a:gd name="connsiteX2" fmla="*/ 1666394 w 3242752"/>
                <a:gd name="connsiteY2" fmla="*/ 734886 h 3242474"/>
                <a:gd name="connsiteX3" fmla="*/ 2401279 w 3242752"/>
                <a:gd name="connsiteY3" fmla="*/ 560982 h 3242474"/>
                <a:gd name="connsiteX4" fmla="*/ 3242752 w 3242752"/>
                <a:gd name="connsiteY4" fmla="*/ 1828800 h 3242474"/>
                <a:gd name="connsiteX5" fmla="*/ 2294693 w 3242752"/>
                <a:gd name="connsiteY5" fmla="*/ 3107838 h 3242474"/>
                <a:gd name="connsiteX6" fmla="*/ 606138 w 3242752"/>
                <a:gd name="connsiteY6" fmla="*/ 2664663 h 3242474"/>
                <a:gd name="connsiteX7" fmla="*/ 381746 w 3242752"/>
                <a:gd name="connsiteY7" fmla="*/ 3242474 h 3242474"/>
                <a:gd name="connsiteX8" fmla="*/ 278 w 3242752"/>
                <a:gd name="connsiteY8" fmla="*/ 3236864 h 3242474"/>
                <a:gd name="connsiteX9" fmla="*/ 432234 w 3242752"/>
                <a:gd name="connsiteY9" fmla="*/ 2232708 h 3242474"/>
                <a:gd name="connsiteX10" fmla="*/ 1559807 w 3242752"/>
                <a:gd name="connsiteY10" fmla="*/ 1991485 h 3242474"/>
                <a:gd name="connsiteX11" fmla="*/ 1234438 w 3242752"/>
                <a:gd name="connsiteY11" fmla="*/ 959279 h 3242474"/>
                <a:gd name="connsiteX12" fmla="*/ 1049313 w 3242752"/>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294415 w 3242474"/>
                <a:gd name="connsiteY5" fmla="*/ 3107838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294415 w 3242474"/>
                <a:gd name="connsiteY5" fmla="*/ 3107838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294415 w 3242474"/>
                <a:gd name="connsiteY5" fmla="*/ 3107838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294415 w 3242474"/>
                <a:gd name="connsiteY5" fmla="*/ 3107838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300025 w 3242474"/>
                <a:gd name="connsiteY5" fmla="*/ 3046130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300025 w 3242474"/>
                <a:gd name="connsiteY5" fmla="*/ 3046130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300025 w 3242474"/>
                <a:gd name="connsiteY5" fmla="*/ 3046130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300025 w 3242474"/>
                <a:gd name="connsiteY5" fmla="*/ 3046130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186376"/>
                <a:gd name="connsiteY0" fmla="*/ 16828 h 3242474"/>
                <a:gd name="connsiteX1" fmla="*/ 1447333 w 3186376"/>
                <a:gd name="connsiteY1" fmla="*/ 0 h 3242474"/>
                <a:gd name="connsiteX2" fmla="*/ 1666116 w 3186376"/>
                <a:gd name="connsiteY2" fmla="*/ 734886 h 3242474"/>
                <a:gd name="connsiteX3" fmla="*/ 2401001 w 3186376"/>
                <a:gd name="connsiteY3" fmla="*/ 560982 h 3242474"/>
                <a:gd name="connsiteX4" fmla="*/ 3186376 w 3186376"/>
                <a:gd name="connsiteY4" fmla="*/ 1828800 h 3242474"/>
                <a:gd name="connsiteX5" fmla="*/ 2300025 w 3186376"/>
                <a:gd name="connsiteY5" fmla="*/ 3046130 h 3242474"/>
                <a:gd name="connsiteX6" fmla="*/ 605860 w 3186376"/>
                <a:gd name="connsiteY6" fmla="*/ 2664663 h 3242474"/>
                <a:gd name="connsiteX7" fmla="*/ 381468 w 3186376"/>
                <a:gd name="connsiteY7" fmla="*/ 3242474 h 3242474"/>
                <a:gd name="connsiteX8" fmla="*/ 0 w 3186376"/>
                <a:gd name="connsiteY8" fmla="*/ 3236864 h 3242474"/>
                <a:gd name="connsiteX9" fmla="*/ 431956 w 3186376"/>
                <a:gd name="connsiteY9" fmla="*/ 2232708 h 3242474"/>
                <a:gd name="connsiteX10" fmla="*/ 1559529 w 3186376"/>
                <a:gd name="connsiteY10" fmla="*/ 1991485 h 3242474"/>
                <a:gd name="connsiteX11" fmla="*/ 1234160 w 3186376"/>
                <a:gd name="connsiteY11" fmla="*/ 959279 h 3242474"/>
                <a:gd name="connsiteX12" fmla="*/ 1049035 w 3186376"/>
                <a:gd name="connsiteY12" fmla="*/ 16828 h 3242474"/>
                <a:gd name="connsiteX0" fmla="*/ 1049035 w 3186376"/>
                <a:gd name="connsiteY0" fmla="*/ 16828 h 3242474"/>
                <a:gd name="connsiteX1" fmla="*/ 1447333 w 3186376"/>
                <a:gd name="connsiteY1" fmla="*/ 0 h 3242474"/>
                <a:gd name="connsiteX2" fmla="*/ 1666116 w 3186376"/>
                <a:gd name="connsiteY2" fmla="*/ 734886 h 3242474"/>
                <a:gd name="connsiteX3" fmla="*/ 2401001 w 3186376"/>
                <a:gd name="connsiteY3" fmla="*/ 560982 h 3242474"/>
                <a:gd name="connsiteX4" fmla="*/ 3186376 w 3186376"/>
                <a:gd name="connsiteY4" fmla="*/ 1828800 h 3242474"/>
                <a:gd name="connsiteX5" fmla="*/ 2300025 w 3186376"/>
                <a:gd name="connsiteY5" fmla="*/ 3046130 h 3242474"/>
                <a:gd name="connsiteX6" fmla="*/ 605860 w 3186376"/>
                <a:gd name="connsiteY6" fmla="*/ 2664663 h 3242474"/>
                <a:gd name="connsiteX7" fmla="*/ 381468 w 3186376"/>
                <a:gd name="connsiteY7" fmla="*/ 3242474 h 3242474"/>
                <a:gd name="connsiteX8" fmla="*/ 0 w 3186376"/>
                <a:gd name="connsiteY8" fmla="*/ 3236864 h 3242474"/>
                <a:gd name="connsiteX9" fmla="*/ 431956 w 3186376"/>
                <a:gd name="connsiteY9" fmla="*/ 2232708 h 3242474"/>
                <a:gd name="connsiteX10" fmla="*/ 1559529 w 3186376"/>
                <a:gd name="connsiteY10" fmla="*/ 1991485 h 3242474"/>
                <a:gd name="connsiteX11" fmla="*/ 1234160 w 3186376"/>
                <a:gd name="connsiteY11" fmla="*/ 959279 h 3242474"/>
                <a:gd name="connsiteX12" fmla="*/ 1049035 w 3186376"/>
                <a:gd name="connsiteY12" fmla="*/ 16828 h 3242474"/>
                <a:gd name="connsiteX0" fmla="*/ 1049035 w 3186376"/>
                <a:gd name="connsiteY0" fmla="*/ 16828 h 3242474"/>
                <a:gd name="connsiteX1" fmla="*/ 1447333 w 3186376"/>
                <a:gd name="connsiteY1" fmla="*/ 0 h 3242474"/>
                <a:gd name="connsiteX2" fmla="*/ 1666116 w 3186376"/>
                <a:gd name="connsiteY2" fmla="*/ 734886 h 3242474"/>
                <a:gd name="connsiteX3" fmla="*/ 2401001 w 3186376"/>
                <a:gd name="connsiteY3" fmla="*/ 560982 h 3242474"/>
                <a:gd name="connsiteX4" fmla="*/ 3186376 w 3186376"/>
                <a:gd name="connsiteY4" fmla="*/ 1828800 h 3242474"/>
                <a:gd name="connsiteX5" fmla="*/ 2300025 w 3186376"/>
                <a:gd name="connsiteY5" fmla="*/ 3046130 h 3242474"/>
                <a:gd name="connsiteX6" fmla="*/ 605860 w 3186376"/>
                <a:gd name="connsiteY6" fmla="*/ 2664663 h 3242474"/>
                <a:gd name="connsiteX7" fmla="*/ 381468 w 3186376"/>
                <a:gd name="connsiteY7" fmla="*/ 3242474 h 3242474"/>
                <a:gd name="connsiteX8" fmla="*/ 0 w 3186376"/>
                <a:gd name="connsiteY8" fmla="*/ 3236864 h 3242474"/>
                <a:gd name="connsiteX9" fmla="*/ 431956 w 3186376"/>
                <a:gd name="connsiteY9" fmla="*/ 2232708 h 3242474"/>
                <a:gd name="connsiteX10" fmla="*/ 1559529 w 3186376"/>
                <a:gd name="connsiteY10" fmla="*/ 1991485 h 3242474"/>
                <a:gd name="connsiteX11" fmla="*/ 1234160 w 3186376"/>
                <a:gd name="connsiteY11" fmla="*/ 959279 h 3242474"/>
                <a:gd name="connsiteX12" fmla="*/ 1049035 w 3186376"/>
                <a:gd name="connsiteY12" fmla="*/ 16828 h 3242474"/>
                <a:gd name="connsiteX0" fmla="*/ 1049035 w 3203206"/>
                <a:gd name="connsiteY0" fmla="*/ 16828 h 3242474"/>
                <a:gd name="connsiteX1" fmla="*/ 1447333 w 3203206"/>
                <a:gd name="connsiteY1" fmla="*/ 0 h 3242474"/>
                <a:gd name="connsiteX2" fmla="*/ 1666116 w 3203206"/>
                <a:gd name="connsiteY2" fmla="*/ 734886 h 3242474"/>
                <a:gd name="connsiteX3" fmla="*/ 2401001 w 3203206"/>
                <a:gd name="connsiteY3" fmla="*/ 560982 h 3242474"/>
                <a:gd name="connsiteX4" fmla="*/ 3203206 w 3203206"/>
                <a:gd name="connsiteY4" fmla="*/ 1823190 h 3242474"/>
                <a:gd name="connsiteX5" fmla="*/ 2300025 w 3203206"/>
                <a:gd name="connsiteY5" fmla="*/ 3046130 h 3242474"/>
                <a:gd name="connsiteX6" fmla="*/ 605860 w 3203206"/>
                <a:gd name="connsiteY6" fmla="*/ 2664663 h 3242474"/>
                <a:gd name="connsiteX7" fmla="*/ 381468 w 3203206"/>
                <a:gd name="connsiteY7" fmla="*/ 3242474 h 3242474"/>
                <a:gd name="connsiteX8" fmla="*/ 0 w 3203206"/>
                <a:gd name="connsiteY8" fmla="*/ 3236864 h 3242474"/>
                <a:gd name="connsiteX9" fmla="*/ 431956 w 3203206"/>
                <a:gd name="connsiteY9" fmla="*/ 2232708 h 3242474"/>
                <a:gd name="connsiteX10" fmla="*/ 1559529 w 3203206"/>
                <a:gd name="connsiteY10" fmla="*/ 1991485 h 3242474"/>
                <a:gd name="connsiteX11" fmla="*/ 1234160 w 3203206"/>
                <a:gd name="connsiteY11" fmla="*/ 959279 h 3242474"/>
                <a:gd name="connsiteX12" fmla="*/ 1049035 w 3203206"/>
                <a:gd name="connsiteY12" fmla="*/ 16828 h 3242474"/>
                <a:gd name="connsiteX0" fmla="*/ 1049035 w 3203206"/>
                <a:gd name="connsiteY0" fmla="*/ 16828 h 3242474"/>
                <a:gd name="connsiteX1" fmla="*/ 1447333 w 3203206"/>
                <a:gd name="connsiteY1" fmla="*/ 0 h 3242474"/>
                <a:gd name="connsiteX2" fmla="*/ 1666116 w 3203206"/>
                <a:gd name="connsiteY2" fmla="*/ 734886 h 3242474"/>
                <a:gd name="connsiteX3" fmla="*/ 2401001 w 3203206"/>
                <a:gd name="connsiteY3" fmla="*/ 560982 h 3242474"/>
                <a:gd name="connsiteX4" fmla="*/ 3203206 w 3203206"/>
                <a:gd name="connsiteY4" fmla="*/ 1823190 h 3242474"/>
                <a:gd name="connsiteX5" fmla="*/ 2300025 w 3203206"/>
                <a:gd name="connsiteY5" fmla="*/ 3046130 h 3242474"/>
                <a:gd name="connsiteX6" fmla="*/ 605860 w 3203206"/>
                <a:gd name="connsiteY6" fmla="*/ 2664663 h 3242474"/>
                <a:gd name="connsiteX7" fmla="*/ 381468 w 3203206"/>
                <a:gd name="connsiteY7" fmla="*/ 3242474 h 3242474"/>
                <a:gd name="connsiteX8" fmla="*/ 0 w 3203206"/>
                <a:gd name="connsiteY8" fmla="*/ 3236864 h 3242474"/>
                <a:gd name="connsiteX9" fmla="*/ 431956 w 3203206"/>
                <a:gd name="connsiteY9" fmla="*/ 2232708 h 3242474"/>
                <a:gd name="connsiteX10" fmla="*/ 1559529 w 3203206"/>
                <a:gd name="connsiteY10" fmla="*/ 1991485 h 3242474"/>
                <a:gd name="connsiteX11" fmla="*/ 1234160 w 3203206"/>
                <a:gd name="connsiteY11" fmla="*/ 959279 h 3242474"/>
                <a:gd name="connsiteX12" fmla="*/ 1049035 w 3203206"/>
                <a:gd name="connsiteY12" fmla="*/ 16828 h 3242474"/>
                <a:gd name="connsiteX0" fmla="*/ 1049035 w 3203206"/>
                <a:gd name="connsiteY0" fmla="*/ 16828 h 3242474"/>
                <a:gd name="connsiteX1" fmla="*/ 1447333 w 3203206"/>
                <a:gd name="connsiteY1" fmla="*/ 0 h 3242474"/>
                <a:gd name="connsiteX2" fmla="*/ 1666116 w 3203206"/>
                <a:gd name="connsiteY2" fmla="*/ 734886 h 3242474"/>
                <a:gd name="connsiteX3" fmla="*/ 2401001 w 3203206"/>
                <a:gd name="connsiteY3" fmla="*/ 560982 h 3242474"/>
                <a:gd name="connsiteX4" fmla="*/ 3203206 w 3203206"/>
                <a:gd name="connsiteY4" fmla="*/ 1823190 h 3242474"/>
                <a:gd name="connsiteX5" fmla="*/ 2300025 w 3203206"/>
                <a:gd name="connsiteY5" fmla="*/ 3046130 h 3242474"/>
                <a:gd name="connsiteX6" fmla="*/ 605860 w 3203206"/>
                <a:gd name="connsiteY6" fmla="*/ 2664663 h 3242474"/>
                <a:gd name="connsiteX7" fmla="*/ 381468 w 3203206"/>
                <a:gd name="connsiteY7" fmla="*/ 3242474 h 3242474"/>
                <a:gd name="connsiteX8" fmla="*/ 0 w 3203206"/>
                <a:gd name="connsiteY8" fmla="*/ 3236864 h 3242474"/>
                <a:gd name="connsiteX9" fmla="*/ 431956 w 3203206"/>
                <a:gd name="connsiteY9" fmla="*/ 2232708 h 3242474"/>
                <a:gd name="connsiteX10" fmla="*/ 1559529 w 3203206"/>
                <a:gd name="connsiteY10" fmla="*/ 1991485 h 3242474"/>
                <a:gd name="connsiteX11" fmla="*/ 1234160 w 3203206"/>
                <a:gd name="connsiteY11" fmla="*/ 959279 h 3242474"/>
                <a:gd name="connsiteX12" fmla="*/ 1049035 w 3203206"/>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516103 w 3175157"/>
                <a:gd name="connsiteY9" fmla="*/ 224953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516103 w 3175157"/>
                <a:gd name="connsiteY9" fmla="*/ 224953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516103 w 3175157"/>
                <a:gd name="connsiteY9" fmla="*/ 224953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516103 w 3175157"/>
                <a:gd name="connsiteY9" fmla="*/ 224953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203206"/>
                <a:gd name="connsiteY0" fmla="*/ 16828 h 3242474"/>
                <a:gd name="connsiteX1" fmla="*/ 1447333 w 3203206"/>
                <a:gd name="connsiteY1" fmla="*/ 0 h 3242474"/>
                <a:gd name="connsiteX2" fmla="*/ 1666116 w 3203206"/>
                <a:gd name="connsiteY2" fmla="*/ 734886 h 3242474"/>
                <a:gd name="connsiteX3" fmla="*/ 2401001 w 3203206"/>
                <a:gd name="connsiteY3" fmla="*/ 560982 h 3242474"/>
                <a:gd name="connsiteX4" fmla="*/ 3203206 w 3203206"/>
                <a:gd name="connsiteY4" fmla="*/ 1834409 h 3242474"/>
                <a:gd name="connsiteX5" fmla="*/ 2300025 w 3203206"/>
                <a:gd name="connsiteY5" fmla="*/ 3046130 h 3242474"/>
                <a:gd name="connsiteX6" fmla="*/ 605860 w 3203206"/>
                <a:gd name="connsiteY6" fmla="*/ 2664663 h 3242474"/>
                <a:gd name="connsiteX7" fmla="*/ 381468 w 3203206"/>
                <a:gd name="connsiteY7" fmla="*/ 3242474 h 3242474"/>
                <a:gd name="connsiteX8" fmla="*/ 0 w 3203206"/>
                <a:gd name="connsiteY8" fmla="*/ 3236864 h 3242474"/>
                <a:gd name="connsiteX9" fmla="*/ 516103 w 3203206"/>
                <a:gd name="connsiteY9" fmla="*/ 2249538 h 3242474"/>
                <a:gd name="connsiteX10" fmla="*/ 1559529 w 3203206"/>
                <a:gd name="connsiteY10" fmla="*/ 1991485 h 3242474"/>
                <a:gd name="connsiteX11" fmla="*/ 1234160 w 3203206"/>
                <a:gd name="connsiteY11" fmla="*/ 959279 h 3242474"/>
                <a:gd name="connsiteX12" fmla="*/ 1049035 w 3203206"/>
                <a:gd name="connsiteY12" fmla="*/ 16828 h 3242474"/>
                <a:gd name="connsiteX0" fmla="*/ 1049035 w 3203570"/>
                <a:gd name="connsiteY0" fmla="*/ 16828 h 3242474"/>
                <a:gd name="connsiteX1" fmla="*/ 1447333 w 3203570"/>
                <a:gd name="connsiteY1" fmla="*/ 0 h 3242474"/>
                <a:gd name="connsiteX2" fmla="*/ 1666116 w 3203570"/>
                <a:gd name="connsiteY2" fmla="*/ 734886 h 3242474"/>
                <a:gd name="connsiteX3" fmla="*/ 2401001 w 3203570"/>
                <a:gd name="connsiteY3" fmla="*/ 560982 h 3242474"/>
                <a:gd name="connsiteX4" fmla="*/ 3203206 w 3203570"/>
                <a:gd name="connsiteY4" fmla="*/ 1834409 h 3242474"/>
                <a:gd name="connsiteX5" fmla="*/ 2300025 w 3203570"/>
                <a:gd name="connsiteY5" fmla="*/ 3046130 h 3242474"/>
                <a:gd name="connsiteX6" fmla="*/ 605860 w 3203570"/>
                <a:gd name="connsiteY6" fmla="*/ 2664663 h 3242474"/>
                <a:gd name="connsiteX7" fmla="*/ 381468 w 3203570"/>
                <a:gd name="connsiteY7" fmla="*/ 3242474 h 3242474"/>
                <a:gd name="connsiteX8" fmla="*/ 0 w 3203570"/>
                <a:gd name="connsiteY8" fmla="*/ 3236864 h 3242474"/>
                <a:gd name="connsiteX9" fmla="*/ 516103 w 3203570"/>
                <a:gd name="connsiteY9" fmla="*/ 2249538 h 3242474"/>
                <a:gd name="connsiteX10" fmla="*/ 1559529 w 3203570"/>
                <a:gd name="connsiteY10" fmla="*/ 1991485 h 3242474"/>
                <a:gd name="connsiteX11" fmla="*/ 1234160 w 3203570"/>
                <a:gd name="connsiteY11" fmla="*/ 959279 h 3242474"/>
                <a:gd name="connsiteX12" fmla="*/ 1049035 w 3203570"/>
                <a:gd name="connsiteY12" fmla="*/ 16828 h 3242474"/>
                <a:gd name="connsiteX0" fmla="*/ 1049035 w 3203570"/>
                <a:gd name="connsiteY0" fmla="*/ 16828 h 3242474"/>
                <a:gd name="connsiteX1" fmla="*/ 1447333 w 3203570"/>
                <a:gd name="connsiteY1" fmla="*/ 0 h 3242474"/>
                <a:gd name="connsiteX2" fmla="*/ 1666116 w 3203570"/>
                <a:gd name="connsiteY2" fmla="*/ 734886 h 3242474"/>
                <a:gd name="connsiteX3" fmla="*/ 2401001 w 3203570"/>
                <a:gd name="connsiteY3" fmla="*/ 560982 h 3242474"/>
                <a:gd name="connsiteX4" fmla="*/ 3203206 w 3203570"/>
                <a:gd name="connsiteY4" fmla="*/ 1834409 h 3242474"/>
                <a:gd name="connsiteX5" fmla="*/ 2300025 w 3203570"/>
                <a:gd name="connsiteY5" fmla="*/ 3046130 h 3242474"/>
                <a:gd name="connsiteX6" fmla="*/ 605860 w 3203570"/>
                <a:gd name="connsiteY6" fmla="*/ 2664663 h 3242474"/>
                <a:gd name="connsiteX7" fmla="*/ 381468 w 3203570"/>
                <a:gd name="connsiteY7" fmla="*/ 3242474 h 3242474"/>
                <a:gd name="connsiteX8" fmla="*/ 0 w 3203570"/>
                <a:gd name="connsiteY8" fmla="*/ 3236864 h 3242474"/>
                <a:gd name="connsiteX9" fmla="*/ 516103 w 3203570"/>
                <a:gd name="connsiteY9" fmla="*/ 2249538 h 3242474"/>
                <a:gd name="connsiteX10" fmla="*/ 1559529 w 3203570"/>
                <a:gd name="connsiteY10" fmla="*/ 1991485 h 3242474"/>
                <a:gd name="connsiteX11" fmla="*/ 1234160 w 3203570"/>
                <a:gd name="connsiteY11" fmla="*/ 959279 h 3242474"/>
                <a:gd name="connsiteX12" fmla="*/ 1049035 w 3203570"/>
                <a:gd name="connsiteY12" fmla="*/ 16828 h 3242474"/>
                <a:gd name="connsiteX0" fmla="*/ 1049035 w 3203570"/>
                <a:gd name="connsiteY0" fmla="*/ 16828 h 3242474"/>
                <a:gd name="connsiteX1" fmla="*/ 1447333 w 3203570"/>
                <a:gd name="connsiteY1" fmla="*/ 0 h 3242474"/>
                <a:gd name="connsiteX2" fmla="*/ 1666116 w 3203570"/>
                <a:gd name="connsiteY2" fmla="*/ 734886 h 3242474"/>
                <a:gd name="connsiteX3" fmla="*/ 2401001 w 3203570"/>
                <a:gd name="connsiteY3" fmla="*/ 560982 h 3242474"/>
                <a:gd name="connsiteX4" fmla="*/ 3203206 w 3203570"/>
                <a:gd name="connsiteY4" fmla="*/ 1834409 h 3242474"/>
                <a:gd name="connsiteX5" fmla="*/ 2300025 w 3203570"/>
                <a:gd name="connsiteY5" fmla="*/ 3046130 h 3242474"/>
                <a:gd name="connsiteX6" fmla="*/ 605860 w 3203570"/>
                <a:gd name="connsiteY6" fmla="*/ 2664663 h 3242474"/>
                <a:gd name="connsiteX7" fmla="*/ 381468 w 3203570"/>
                <a:gd name="connsiteY7" fmla="*/ 3242474 h 3242474"/>
                <a:gd name="connsiteX8" fmla="*/ 0 w 3203570"/>
                <a:gd name="connsiteY8" fmla="*/ 3236864 h 3242474"/>
                <a:gd name="connsiteX9" fmla="*/ 516103 w 3203570"/>
                <a:gd name="connsiteY9" fmla="*/ 2249538 h 3242474"/>
                <a:gd name="connsiteX10" fmla="*/ 1559529 w 3203570"/>
                <a:gd name="connsiteY10" fmla="*/ 1991485 h 3242474"/>
                <a:gd name="connsiteX11" fmla="*/ 1234160 w 3203570"/>
                <a:gd name="connsiteY11" fmla="*/ 959279 h 3242474"/>
                <a:gd name="connsiteX12" fmla="*/ 1049035 w 3203570"/>
                <a:gd name="connsiteY12" fmla="*/ 16828 h 3242474"/>
                <a:gd name="connsiteX0" fmla="*/ 1049035 w 3203570"/>
                <a:gd name="connsiteY0" fmla="*/ 16828 h 3242474"/>
                <a:gd name="connsiteX1" fmla="*/ 1447333 w 3203570"/>
                <a:gd name="connsiteY1" fmla="*/ 0 h 3242474"/>
                <a:gd name="connsiteX2" fmla="*/ 1666116 w 3203570"/>
                <a:gd name="connsiteY2" fmla="*/ 734886 h 3242474"/>
                <a:gd name="connsiteX3" fmla="*/ 2401001 w 3203570"/>
                <a:gd name="connsiteY3" fmla="*/ 560982 h 3242474"/>
                <a:gd name="connsiteX4" fmla="*/ 3203206 w 3203570"/>
                <a:gd name="connsiteY4" fmla="*/ 1834409 h 3242474"/>
                <a:gd name="connsiteX5" fmla="*/ 2300025 w 3203570"/>
                <a:gd name="connsiteY5" fmla="*/ 3046130 h 3242474"/>
                <a:gd name="connsiteX6" fmla="*/ 605860 w 3203570"/>
                <a:gd name="connsiteY6" fmla="*/ 2664663 h 3242474"/>
                <a:gd name="connsiteX7" fmla="*/ 381468 w 3203570"/>
                <a:gd name="connsiteY7" fmla="*/ 3242474 h 3242474"/>
                <a:gd name="connsiteX8" fmla="*/ 0 w 3203570"/>
                <a:gd name="connsiteY8" fmla="*/ 3236864 h 3242474"/>
                <a:gd name="connsiteX9" fmla="*/ 516103 w 3203570"/>
                <a:gd name="connsiteY9" fmla="*/ 2249538 h 3242474"/>
                <a:gd name="connsiteX10" fmla="*/ 1559529 w 3203570"/>
                <a:gd name="connsiteY10" fmla="*/ 1991485 h 3242474"/>
                <a:gd name="connsiteX11" fmla="*/ 1234160 w 3203570"/>
                <a:gd name="connsiteY11" fmla="*/ 959279 h 3242474"/>
                <a:gd name="connsiteX12" fmla="*/ 1049035 w 3203570"/>
                <a:gd name="connsiteY12" fmla="*/ 16828 h 3242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03570" h="3242474">
                  <a:moveTo>
                    <a:pt x="1049035" y="16828"/>
                  </a:moveTo>
                  <a:lnTo>
                    <a:pt x="1447333" y="0"/>
                  </a:lnTo>
                  <a:cubicBezTo>
                    <a:pt x="1441724" y="284231"/>
                    <a:pt x="1413674" y="613340"/>
                    <a:pt x="1666116" y="734886"/>
                  </a:cubicBezTo>
                  <a:cubicBezTo>
                    <a:pt x="1888639" y="783504"/>
                    <a:pt x="1937256" y="473095"/>
                    <a:pt x="2401001" y="560982"/>
                  </a:cubicBezTo>
                  <a:cubicBezTo>
                    <a:pt x="2875965" y="635779"/>
                    <a:pt x="3216295" y="1035945"/>
                    <a:pt x="3203206" y="1834409"/>
                  </a:cubicBezTo>
                  <a:cubicBezTo>
                    <a:pt x="3175156" y="2587994"/>
                    <a:pt x="2844177" y="2814257"/>
                    <a:pt x="2300025" y="3046130"/>
                  </a:cubicBezTo>
                  <a:cubicBezTo>
                    <a:pt x="1406194" y="3347190"/>
                    <a:pt x="820903" y="2705801"/>
                    <a:pt x="605860" y="2664663"/>
                  </a:cubicBezTo>
                  <a:cubicBezTo>
                    <a:pt x="379598" y="2621655"/>
                    <a:pt x="355288" y="2954503"/>
                    <a:pt x="381468" y="3242474"/>
                  </a:cubicBezTo>
                  <a:lnTo>
                    <a:pt x="0" y="3236864"/>
                  </a:lnTo>
                  <a:cubicBezTo>
                    <a:pt x="9350" y="2823607"/>
                    <a:pt x="-31788" y="2191567"/>
                    <a:pt x="516103" y="2249538"/>
                  </a:cubicBezTo>
                  <a:cubicBezTo>
                    <a:pt x="918138" y="2305637"/>
                    <a:pt x="1303347" y="2423441"/>
                    <a:pt x="1559529" y="1991485"/>
                  </a:cubicBezTo>
                  <a:cubicBezTo>
                    <a:pt x="1720344" y="1686686"/>
                    <a:pt x="1701645" y="1337006"/>
                    <a:pt x="1234160" y="959279"/>
                  </a:cubicBezTo>
                  <a:cubicBezTo>
                    <a:pt x="1155622" y="891961"/>
                    <a:pt x="981717" y="516102"/>
                    <a:pt x="1049035" y="16828"/>
                  </a:cubicBezTo>
                  <a:close/>
                </a:path>
              </a:pathLst>
            </a:cu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Freeform 45"/>
            <p:cNvSpPr/>
            <p:nvPr/>
          </p:nvSpPr>
          <p:spPr>
            <a:xfrm>
              <a:off x="5076056" y="1880886"/>
              <a:ext cx="653279" cy="551658"/>
            </a:xfrm>
            <a:custGeom>
              <a:avLst/>
              <a:gdLst/>
              <a:ahLst/>
              <a:cxnLst/>
              <a:rect l="l" t="t" r="r" b="b"/>
              <a:pathLst>
                <a:path w="3213653" h="2719059">
                  <a:moveTo>
                    <a:pt x="1378151" y="1333546"/>
                  </a:moveTo>
                  <a:cubicBezTo>
                    <a:pt x="1319627" y="1375402"/>
                    <a:pt x="1250513" y="1400241"/>
                    <a:pt x="1177640" y="1404742"/>
                  </a:cubicBezTo>
                  <a:cubicBezTo>
                    <a:pt x="1183273" y="1421668"/>
                    <a:pt x="1185388" y="1439329"/>
                    <a:pt x="1185029" y="1457608"/>
                  </a:cubicBezTo>
                  <a:lnTo>
                    <a:pt x="1182201" y="1517198"/>
                  </a:lnTo>
                  <a:cubicBezTo>
                    <a:pt x="1256472" y="1514781"/>
                    <a:pt x="1326341" y="1484168"/>
                    <a:pt x="1378151" y="1432005"/>
                  </a:cubicBezTo>
                  <a:close/>
                  <a:moveTo>
                    <a:pt x="1765736" y="0"/>
                  </a:moveTo>
                  <a:cubicBezTo>
                    <a:pt x="1820598" y="0"/>
                    <a:pt x="1865072" y="44474"/>
                    <a:pt x="1865072" y="99336"/>
                  </a:cubicBezTo>
                  <a:lnTo>
                    <a:pt x="1865072" y="1145199"/>
                  </a:lnTo>
                  <a:cubicBezTo>
                    <a:pt x="1927584" y="1198906"/>
                    <a:pt x="2002197" y="1234373"/>
                    <a:pt x="2081262" y="1252128"/>
                  </a:cubicBezTo>
                  <a:cubicBezTo>
                    <a:pt x="2096727" y="1219747"/>
                    <a:pt x="2112543" y="1186289"/>
                    <a:pt x="2123992" y="1149920"/>
                  </a:cubicBezTo>
                  <a:cubicBezTo>
                    <a:pt x="1899600" y="1041464"/>
                    <a:pt x="1832282" y="585198"/>
                    <a:pt x="1933258" y="437473"/>
                  </a:cubicBezTo>
                  <a:cubicBezTo>
                    <a:pt x="2028156" y="327848"/>
                    <a:pt x="2131647" y="265468"/>
                    <a:pt x="2345195" y="261608"/>
                  </a:cubicBezTo>
                  <a:cubicBezTo>
                    <a:pt x="2375702" y="261056"/>
                    <a:pt x="2408455" y="261699"/>
                    <a:pt x="2443750" y="263569"/>
                  </a:cubicBezTo>
                  <a:cubicBezTo>
                    <a:pt x="2954244" y="291618"/>
                    <a:pt x="3189856" y="886259"/>
                    <a:pt x="3206686" y="1323824"/>
                  </a:cubicBezTo>
                  <a:cubicBezTo>
                    <a:pt x="3247823" y="2015701"/>
                    <a:pt x="3103839" y="2270013"/>
                    <a:pt x="2853267" y="2462617"/>
                  </a:cubicBezTo>
                  <a:cubicBezTo>
                    <a:pt x="2511068" y="2735627"/>
                    <a:pt x="2157650" y="2470097"/>
                    <a:pt x="2084722" y="2170906"/>
                  </a:cubicBezTo>
                  <a:cubicBezTo>
                    <a:pt x="2058544" y="2038140"/>
                    <a:pt x="2127730" y="1922204"/>
                    <a:pt x="2202528" y="1800658"/>
                  </a:cubicBezTo>
                  <a:lnTo>
                    <a:pt x="2143866" y="1730900"/>
                  </a:lnTo>
                  <a:cubicBezTo>
                    <a:pt x="2096151" y="1741682"/>
                    <a:pt x="2046910" y="1746675"/>
                    <a:pt x="1997032" y="1746402"/>
                  </a:cubicBezTo>
                  <a:lnTo>
                    <a:pt x="1887189" y="1736891"/>
                  </a:lnTo>
                  <a:lnTo>
                    <a:pt x="1887189" y="2619722"/>
                  </a:lnTo>
                  <a:cubicBezTo>
                    <a:pt x="1887189" y="2674584"/>
                    <a:pt x="1842715" y="2719058"/>
                    <a:pt x="1787853" y="2719058"/>
                  </a:cubicBezTo>
                  <a:cubicBezTo>
                    <a:pt x="1732991" y="2719058"/>
                    <a:pt x="1688517" y="2674584"/>
                    <a:pt x="1688517" y="2619722"/>
                  </a:cubicBezTo>
                  <a:lnTo>
                    <a:pt x="1688517" y="1730093"/>
                  </a:lnTo>
                  <a:cubicBezTo>
                    <a:pt x="1688517" y="1710960"/>
                    <a:pt x="1693926" y="1693091"/>
                    <a:pt x="1704798" y="1678857"/>
                  </a:cubicBezTo>
                  <a:cubicBezTo>
                    <a:pt x="1659024" y="1659660"/>
                    <a:pt x="1616387" y="1633873"/>
                    <a:pt x="1576823" y="1603655"/>
                  </a:cubicBezTo>
                  <a:lnTo>
                    <a:pt x="1576823" y="2619723"/>
                  </a:lnTo>
                  <a:cubicBezTo>
                    <a:pt x="1576823" y="2674585"/>
                    <a:pt x="1532349" y="2719059"/>
                    <a:pt x="1477487" y="2719059"/>
                  </a:cubicBezTo>
                  <a:cubicBezTo>
                    <a:pt x="1422625" y="2719059"/>
                    <a:pt x="1378151" y="2674585"/>
                    <a:pt x="1378151" y="2619723"/>
                  </a:cubicBezTo>
                  <a:lnTo>
                    <a:pt x="1378151" y="1615564"/>
                  </a:lnTo>
                  <a:cubicBezTo>
                    <a:pt x="1313743" y="1650180"/>
                    <a:pt x="1240907" y="1668612"/>
                    <a:pt x="1165758" y="1668570"/>
                  </a:cubicBezTo>
                  <a:lnTo>
                    <a:pt x="1143358" y="1665899"/>
                  </a:lnTo>
                  <a:cubicBezTo>
                    <a:pt x="1108602" y="1733381"/>
                    <a:pt x="1056017" y="1769960"/>
                    <a:pt x="1011125" y="1833465"/>
                  </a:cubicBezTo>
                  <a:cubicBezTo>
                    <a:pt x="1085923" y="1955011"/>
                    <a:pt x="1155109" y="2070947"/>
                    <a:pt x="1128931" y="2203713"/>
                  </a:cubicBezTo>
                  <a:cubicBezTo>
                    <a:pt x="1056003" y="2502904"/>
                    <a:pt x="702585" y="2768434"/>
                    <a:pt x="360386" y="2495424"/>
                  </a:cubicBezTo>
                  <a:cubicBezTo>
                    <a:pt x="109814" y="2302820"/>
                    <a:pt x="-34170" y="2048508"/>
                    <a:pt x="6967" y="1356631"/>
                  </a:cubicBezTo>
                  <a:cubicBezTo>
                    <a:pt x="23797" y="919066"/>
                    <a:pt x="259409" y="324425"/>
                    <a:pt x="769903" y="296376"/>
                  </a:cubicBezTo>
                  <a:cubicBezTo>
                    <a:pt x="805198" y="294506"/>
                    <a:pt x="837951" y="293863"/>
                    <a:pt x="868458" y="294415"/>
                  </a:cubicBezTo>
                  <a:cubicBezTo>
                    <a:pt x="1082006" y="298276"/>
                    <a:pt x="1185497" y="360655"/>
                    <a:pt x="1280395" y="470280"/>
                  </a:cubicBezTo>
                  <a:cubicBezTo>
                    <a:pt x="1381371" y="618005"/>
                    <a:pt x="1314053" y="1074271"/>
                    <a:pt x="1089661" y="1182727"/>
                  </a:cubicBezTo>
                  <a:cubicBezTo>
                    <a:pt x="1098183" y="1209798"/>
                    <a:pt x="1109125" y="1235256"/>
                    <a:pt x="1120578" y="1259840"/>
                  </a:cubicBezTo>
                  <a:cubicBezTo>
                    <a:pt x="1123656" y="1260899"/>
                    <a:pt x="1126770" y="1260948"/>
                    <a:pt x="1129891" y="1260950"/>
                  </a:cubicBezTo>
                  <a:cubicBezTo>
                    <a:pt x="1227949" y="1261006"/>
                    <a:pt x="1320161" y="1214330"/>
                    <a:pt x="1378151" y="1135267"/>
                  </a:cubicBezTo>
                  <a:lnTo>
                    <a:pt x="1378151" y="118395"/>
                  </a:lnTo>
                  <a:cubicBezTo>
                    <a:pt x="1378151" y="63533"/>
                    <a:pt x="1422625" y="19059"/>
                    <a:pt x="1477487" y="19059"/>
                  </a:cubicBezTo>
                  <a:cubicBezTo>
                    <a:pt x="1532349" y="19059"/>
                    <a:pt x="1576823" y="63533"/>
                    <a:pt x="1576823" y="118395"/>
                  </a:cubicBezTo>
                  <a:lnTo>
                    <a:pt x="1576823" y="1413063"/>
                  </a:lnTo>
                  <a:cubicBezTo>
                    <a:pt x="1680597" y="1536757"/>
                    <a:pt x="1834575" y="1607590"/>
                    <a:pt x="1997786" y="1608484"/>
                  </a:cubicBezTo>
                  <a:lnTo>
                    <a:pt x="2057480" y="1605248"/>
                  </a:lnTo>
                  <a:cubicBezTo>
                    <a:pt x="2038910" y="1561698"/>
                    <a:pt x="2027992" y="1505121"/>
                    <a:pt x="2028624" y="1424801"/>
                  </a:cubicBezTo>
                  <a:lnTo>
                    <a:pt x="2034537" y="1382501"/>
                  </a:lnTo>
                  <a:cubicBezTo>
                    <a:pt x="1972012" y="1367348"/>
                    <a:pt x="1912047" y="1342676"/>
                    <a:pt x="1856155" y="1310037"/>
                  </a:cubicBezTo>
                  <a:cubicBezTo>
                    <a:pt x="1840993" y="1344880"/>
                    <a:pt x="1806188" y="1369059"/>
                    <a:pt x="1765736" y="1369059"/>
                  </a:cubicBezTo>
                  <a:cubicBezTo>
                    <a:pt x="1710874" y="1369059"/>
                    <a:pt x="1666400" y="1324585"/>
                    <a:pt x="1666400" y="1269723"/>
                  </a:cubicBezTo>
                  <a:lnTo>
                    <a:pt x="1666400" y="99336"/>
                  </a:lnTo>
                  <a:cubicBezTo>
                    <a:pt x="1666400" y="44474"/>
                    <a:pt x="1710874" y="0"/>
                    <a:pt x="1765736" y="0"/>
                  </a:cubicBezTo>
                  <a:close/>
                </a:path>
              </a:pathLst>
            </a:custGeom>
            <a:solidFill>
              <a:schemeClr val="accent3"/>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40" name="文字版面配置區 18"/>
          <p:cNvSpPr>
            <a:spLocks noGrp="1"/>
          </p:cNvSpPr>
          <p:nvPr>
            <p:ph type="body" sz="quarter" idx="11"/>
          </p:nvPr>
        </p:nvSpPr>
        <p:spPr>
          <a:xfrm>
            <a:off x="405880" y="936057"/>
            <a:ext cx="7505818" cy="216000"/>
          </a:xfrm>
        </p:spPr>
        <p:txBody>
          <a:bodyPr/>
          <a:lstStyle/>
          <a:p>
            <a:endParaRPr lang="zh-TW" altLang="en-US"/>
          </a:p>
        </p:txBody>
      </p:sp>
      <p:sp>
        <p:nvSpPr>
          <p:cNvPr id="41" name="Title 5"/>
          <p:cNvSpPr txBox="1">
            <a:spLocks/>
          </p:cNvSpPr>
          <p:nvPr/>
        </p:nvSpPr>
        <p:spPr>
          <a:xfrm>
            <a:off x="405880" y="248142"/>
            <a:ext cx="7505818" cy="687915"/>
          </a:xfrm>
          <a:prstGeom prst="rect">
            <a:avLst/>
          </a:prstGeom>
        </p:spPr>
        <p:txBody>
          <a:bodyPr anchor="ctr"/>
          <a:lstStyle>
            <a:lvl1pPr algn="l" defTabSz="914400" rtl="0" eaLnBrk="1" latinLnBrk="1" hangingPunct="1">
              <a:spcBef>
                <a:spcPct val="0"/>
              </a:spcBef>
              <a:buNone/>
              <a:defRPr sz="3200" b="1" kern="1200">
                <a:solidFill>
                  <a:schemeClr val="tx2"/>
                </a:solidFill>
                <a:latin typeface="+mj-ea"/>
                <a:ea typeface="+mj-ea"/>
                <a:cs typeface="Arial" pitchFamily="34" charset="0"/>
              </a:defRPr>
            </a:lvl1pPr>
          </a:lstStyle>
          <a:p>
            <a:r>
              <a:rPr lang="en-US" altLang="ko-KR"/>
              <a:t>Infographic Layout</a:t>
            </a:r>
            <a:endParaRPr lang="ko-KR" altLang="en-US" dirty="0"/>
          </a:p>
        </p:txBody>
      </p:sp>
    </p:spTree>
    <p:extLst>
      <p:ext uri="{BB962C8B-B14F-4D97-AF65-F5344CB8AC3E}">
        <p14:creationId xmlns:p14="http://schemas.microsoft.com/office/powerpoint/2010/main" val="23041056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9144000" cy="2643758"/>
          </a:xfrm>
          <a:prstGeom prst="rect">
            <a:avLst/>
          </a:prstGeom>
          <a:gradFill>
            <a:gsLst>
              <a:gs pos="100000">
                <a:schemeClr val="tx2"/>
              </a:gs>
              <a:gs pos="20000">
                <a:srgbClr val="246B84"/>
              </a:gs>
              <a:gs pos="53000">
                <a:schemeClr val="tx2"/>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8" name="Oval 7"/>
          <p:cNvSpPr/>
          <p:nvPr/>
        </p:nvSpPr>
        <p:spPr>
          <a:xfrm>
            <a:off x="5789436" y="1700954"/>
            <a:ext cx="2815011" cy="28150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6" name="Title 5"/>
          <p:cNvSpPr>
            <a:spLocks noGrp="1"/>
          </p:cNvSpPr>
          <p:nvPr>
            <p:ph type="title"/>
          </p:nvPr>
        </p:nvSpPr>
        <p:spPr/>
        <p:txBody>
          <a:bodyPr/>
          <a:lstStyle/>
          <a:p>
            <a:r>
              <a:rPr lang="en-US" altLang="ko-KR" sz="4000" dirty="0">
                <a:solidFill>
                  <a:schemeClr val="bg1"/>
                </a:solidFill>
              </a:rPr>
              <a:t>Table &amp; Chart</a:t>
            </a:r>
            <a:endParaRPr lang="ko-KR" altLang="en-US" sz="4000" dirty="0">
              <a:solidFill>
                <a:schemeClr val="bg1"/>
              </a:solidFill>
            </a:endParaRPr>
          </a:p>
        </p:txBody>
      </p:sp>
      <p:graphicFrame>
        <p:nvGraphicFramePr>
          <p:cNvPr id="14" name="Chart 13"/>
          <p:cNvGraphicFramePr/>
          <p:nvPr>
            <p:extLst/>
          </p:nvPr>
        </p:nvGraphicFramePr>
        <p:xfrm>
          <a:off x="5720777" y="1629424"/>
          <a:ext cx="2952328" cy="2958070"/>
        </p:xfrm>
        <a:graphic>
          <a:graphicData uri="http://schemas.openxmlformats.org/drawingml/2006/chart">
            <c:chart xmlns:c="http://schemas.openxmlformats.org/drawingml/2006/chart" xmlns:r="http://schemas.openxmlformats.org/officeDocument/2006/relationships" r:id="rId2"/>
          </a:graphicData>
        </a:graphic>
      </p:graphicFrame>
      <p:sp>
        <p:nvSpPr>
          <p:cNvPr id="17" name="TextBox 16"/>
          <p:cNvSpPr txBox="1"/>
          <p:nvPr/>
        </p:nvSpPr>
        <p:spPr>
          <a:xfrm>
            <a:off x="421499" y="960285"/>
            <a:ext cx="5333607" cy="830997"/>
          </a:xfrm>
          <a:prstGeom prst="rect">
            <a:avLst/>
          </a:prstGeom>
          <a:noFill/>
        </p:spPr>
        <p:txBody>
          <a:bodyPr wrap="square" rtlCol="0">
            <a:spAutoFit/>
          </a:bodyPr>
          <a:lstStyle/>
          <a:p>
            <a:r>
              <a:rPr lang="en-US" altLang="ko-KR" sz="1200" dirty="0">
                <a:solidFill>
                  <a:schemeClr val="bg1"/>
                </a:solidFill>
                <a:cs typeface="Arial" pitchFamily="34" charset="0"/>
              </a:rPr>
              <a:t>This PowerPoint Template has clean and neutral design that can be adapted to any content and meets various market segments. This PowerPoint Template has clean and neutral design that can be adapted to any content and meets various market segments.  </a:t>
            </a:r>
          </a:p>
        </p:txBody>
      </p:sp>
      <p:sp>
        <p:nvSpPr>
          <p:cNvPr id="18" name="TextBox 17"/>
          <p:cNvSpPr txBox="1"/>
          <p:nvPr/>
        </p:nvSpPr>
        <p:spPr>
          <a:xfrm>
            <a:off x="7308304" y="3251180"/>
            <a:ext cx="707144" cy="369332"/>
          </a:xfrm>
          <a:prstGeom prst="rect">
            <a:avLst/>
          </a:prstGeom>
          <a:noFill/>
        </p:spPr>
        <p:txBody>
          <a:bodyPr wrap="square" rtlCol="0" anchor="ctr">
            <a:spAutoFit/>
          </a:bodyPr>
          <a:lstStyle/>
          <a:p>
            <a:pPr algn="ctr"/>
            <a:r>
              <a:rPr lang="en-US" altLang="ko-KR" b="1" dirty="0">
                <a:solidFill>
                  <a:schemeClr val="bg1"/>
                </a:solidFill>
                <a:cs typeface="Arial" pitchFamily="34" charset="0"/>
              </a:rPr>
              <a:t>70%</a:t>
            </a:r>
            <a:endParaRPr lang="ko-KR" altLang="en-US" b="1" dirty="0">
              <a:solidFill>
                <a:schemeClr val="bg1"/>
              </a:solidFill>
              <a:cs typeface="Arial" pitchFamily="34" charset="0"/>
            </a:endParaRPr>
          </a:p>
        </p:txBody>
      </p:sp>
      <p:sp>
        <p:nvSpPr>
          <p:cNvPr id="19" name="TextBox 18"/>
          <p:cNvSpPr txBox="1"/>
          <p:nvPr/>
        </p:nvSpPr>
        <p:spPr>
          <a:xfrm>
            <a:off x="6035966" y="2727339"/>
            <a:ext cx="707144" cy="369332"/>
          </a:xfrm>
          <a:prstGeom prst="rect">
            <a:avLst/>
          </a:prstGeom>
          <a:noFill/>
        </p:spPr>
        <p:txBody>
          <a:bodyPr wrap="square" rtlCol="0" anchor="ctr">
            <a:spAutoFit/>
          </a:bodyPr>
          <a:lstStyle/>
          <a:p>
            <a:pPr algn="ctr"/>
            <a:r>
              <a:rPr lang="en-US" altLang="ko-KR" b="1" dirty="0">
                <a:solidFill>
                  <a:schemeClr val="bg1"/>
                </a:solidFill>
                <a:cs typeface="Arial" pitchFamily="34" charset="0"/>
              </a:rPr>
              <a:t>20%</a:t>
            </a:r>
            <a:endParaRPr lang="ko-KR" altLang="en-US" b="1" dirty="0">
              <a:solidFill>
                <a:schemeClr val="bg1"/>
              </a:solidFill>
              <a:cs typeface="Arial" pitchFamily="34" charset="0"/>
            </a:endParaRPr>
          </a:p>
        </p:txBody>
      </p:sp>
      <p:sp>
        <p:nvSpPr>
          <p:cNvPr id="20" name="TextBox 19"/>
          <p:cNvSpPr txBox="1"/>
          <p:nvPr/>
        </p:nvSpPr>
        <p:spPr>
          <a:xfrm>
            <a:off x="6514046" y="1923541"/>
            <a:ext cx="707144" cy="369332"/>
          </a:xfrm>
          <a:prstGeom prst="rect">
            <a:avLst/>
          </a:prstGeom>
          <a:noFill/>
        </p:spPr>
        <p:txBody>
          <a:bodyPr wrap="square" rtlCol="0" anchor="ctr">
            <a:spAutoFit/>
          </a:bodyPr>
          <a:lstStyle/>
          <a:p>
            <a:pPr algn="ctr"/>
            <a:r>
              <a:rPr lang="en-US" altLang="ko-KR" b="1" dirty="0">
                <a:solidFill>
                  <a:schemeClr val="bg1"/>
                </a:solidFill>
                <a:cs typeface="Arial" pitchFamily="34" charset="0"/>
              </a:rPr>
              <a:t>10%</a:t>
            </a:r>
            <a:endParaRPr lang="ko-KR" altLang="en-US" b="1" dirty="0">
              <a:solidFill>
                <a:schemeClr val="bg1"/>
              </a:solidFill>
              <a:cs typeface="Arial" pitchFamily="34" charset="0"/>
            </a:endParaRPr>
          </a:p>
        </p:txBody>
      </p:sp>
      <p:graphicFrame>
        <p:nvGraphicFramePr>
          <p:cNvPr id="21" name="Table 20"/>
          <p:cNvGraphicFramePr>
            <a:graphicFrameLocks noGrp="1"/>
          </p:cNvGraphicFramePr>
          <p:nvPr>
            <p:extLst/>
          </p:nvPr>
        </p:nvGraphicFramePr>
        <p:xfrm>
          <a:off x="616241" y="2908356"/>
          <a:ext cx="4963871" cy="1616236"/>
        </p:xfrm>
        <a:graphic>
          <a:graphicData uri="http://schemas.openxmlformats.org/drawingml/2006/table">
            <a:tbl>
              <a:tblPr firstRow="1" bandRow="1">
                <a:tableStyleId>{5C22544A-7EE6-4342-B048-85BDC9FD1C3A}</a:tableStyleId>
              </a:tblPr>
              <a:tblGrid>
                <a:gridCol w="1418249">
                  <a:extLst>
                    <a:ext uri="{9D8B030D-6E8A-4147-A177-3AD203B41FA5}">
                      <a16:colId xmlns:a16="http://schemas.microsoft.com/office/drawing/2014/main" val="20000"/>
                    </a:ext>
                  </a:extLst>
                </a:gridCol>
                <a:gridCol w="1181874">
                  <a:extLst>
                    <a:ext uri="{9D8B030D-6E8A-4147-A177-3AD203B41FA5}">
                      <a16:colId xmlns:a16="http://schemas.microsoft.com/office/drawing/2014/main" val="20001"/>
                    </a:ext>
                  </a:extLst>
                </a:gridCol>
                <a:gridCol w="1181874">
                  <a:extLst>
                    <a:ext uri="{9D8B030D-6E8A-4147-A177-3AD203B41FA5}">
                      <a16:colId xmlns:a16="http://schemas.microsoft.com/office/drawing/2014/main" val="20002"/>
                    </a:ext>
                  </a:extLst>
                </a:gridCol>
                <a:gridCol w="1181874">
                  <a:extLst>
                    <a:ext uri="{9D8B030D-6E8A-4147-A177-3AD203B41FA5}">
                      <a16:colId xmlns:a16="http://schemas.microsoft.com/office/drawing/2014/main" val="20003"/>
                    </a:ext>
                  </a:extLst>
                </a:gridCol>
              </a:tblGrid>
              <a:tr h="404059">
                <a:tc>
                  <a:txBody>
                    <a:bodyPr/>
                    <a:lstStyle/>
                    <a:p>
                      <a:pPr algn="ctr" latinLnBrk="1"/>
                      <a:endParaRPr lang="ko-KR" altLang="en-US" sz="1200" dirty="0">
                        <a:latin typeface="+mn-lt"/>
                        <a:cs typeface="Arial" pitchFamily="34" charset="0"/>
                      </a:endParaRPr>
                    </a:p>
                  </a:txBody>
                  <a:tcPr anchor="ctr">
                    <a:solidFill>
                      <a:schemeClr val="accent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1" dirty="0">
                          <a:solidFill>
                            <a:schemeClr val="bg1"/>
                          </a:solidFill>
                          <a:latin typeface="+mn-lt"/>
                          <a:cs typeface="Arial" pitchFamily="34" charset="0"/>
                        </a:rPr>
                        <a:t>Text</a:t>
                      </a:r>
                      <a:endParaRPr lang="ko-KR" altLang="en-US" sz="1200" dirty="0">
                        <a:solidFill>
                          <a:schemeClr val="bg1"/>
                        </a:solidFill>
                        <a:latin typeface="+mn-lt"/>
                        <a:cs typeface="Arial" pitchFamily="34" charset="0"/>
                      </a:endParaRPr>
                    </a:p>
                  </a:txBody>
                  <a:tcPr anchor="ctr">
                    <a:solidFill>
                      <a:schemeClr val="accent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1" dirty="0">
                          <a:solidFill>
                            <a:schemeClr val="bg1"/>
                          </a:solidFill>
                          <a:latin typeface="+mn-lt"/>
                          <a:cs typeface="Arial" pitchFamily="34" charset="0"/>
                        </a:rPr>
                        <a:t>Text</a:t>
                      </a:r>
                      <a:endParaRPr lang="ko-KR" altLang="en-US" sz="1200" dirty="0">
                        <a:solidFill>
                          <a:schemeClr val="bg1"/>
                        </a:solidFill>
                        <a:latin typeface="+mn-lt"/>
                        <a:cs typeface="Arial" pitchFamily="34" charset="0"/>
                      </a:endParaRPr>
                    </a:p>
                  </a:txBody>
                  <a:tcPr anchor="ctr">
                    <a:solidFill>
                      <a:schemeClr val="accent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1" dirty="0">
                          <a:solidFill>
                            <a:schemeClr val="bg1"/>
                          </a:solidFill>
                          <a:latin typeface="+mn-lt"/>
                          <a:cs typeface="Arial" pitchFamily="34" charset="0"/>
                        </a:rPr>
                        <a:t>Text</a:t>
                      </a:r>
                      <a:endParaRPr lang="ko-KR" altLang="en-US" sz="1200" dirty="0">
                        <a:solidFill>
                          <a:schemeClr val="bg1"/>
                        </a:solidFill>
                        <a:latin typeface="+mn-lt"/>
                        <a:cs typeface="Arial" pitchFamily="34" charset="0"/>
                      </a:endParaRPr>
                    </a:p>
                  </a:txBody>
                  <a:tcPr anchor="ctr">
                    <a:solidFill>
                      <a:schemeClr val="accent2"/>
                    </a:solidFill>
                  </a:tcPr>
                </a:tc>
                <a:extLst>
                  <a:ext uri="{0D108BD9-81ED-4DB2-BD59-A6C34878D82A}">
                    <a16:rowId xmlns:a16="http://schemas.microsoft.com/office/drawing/2014/main" val="10000"/>
                  </a:ext>
                </a:extLst>
              </a:tr>
              <a:tr h="404059">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1" dirty="0">
                          <a:solidFill>
                            <a:schemeClr val="bg1"/>
                          </a:solidFill>
                          <a:latin typeface="+mn-lt"/>
                          <a:cs typeface="Arial" pitchFamily="34" charset="0"/>
                        </a:rPr>
                        <a:t>Add Text</a:t>
                      </a:r>
                      <a:endParaRPr lang="ko-KR" altLang="en-US" sz="1200" dirty="0">
                        <a:solidFill>
                          <a:schemeClr val="bg1"/>
                        </a:solidFill>
                        <a:latin typeface="+mn-lt"/>
                        <a:cs typeface="Arial" pitchFamily="34" charset="0"/>
                      </a:endParaRPr>
                    </a:p>
                  </a:txBody>
                  <a:tcPr anchor="ctr">
                    <a:solidFill>
                      <a:schemeClr val="accent1"/>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1">
                              <a:lumMod val="75000"/>
                              <a:lumOff val="25000"/>
                            </a:schemeClr>
                          </a:solidFill>
                          <a:latin typeface="+mn-lt"/>
                          <a:cs typeface="Arial" pitchFamily="34" charset="0"/>
                        </a:rPr>
                        <a:t>Text</a:t>
                      </a:r>
                      <a:endParaRPr lang="ko-KR" altLang="en-US" sz="1200" b="0" dirty="0">
                        <a:solidFill>
                          <a:schemeClr val="tx1">
                            <a:lumMod val="75000"/>
                            <a:lumOff val="25000"/>
                          </a:schemeClr>
                        </a:solidFill>
                        <a:latin typeface="+mn-lt"/>
                        <a:cs typeface="Arial" pitchFamily="34" charset="0"/>
                      </a:endParaRPr>
                    </a:p>
                  </a:txBody>
                  <a:tcPr anchor="ctr">
                    <a:solidFill>
                      <a:schemeClr val="accent4">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1">
                              <a:lumMod val="75000"/>
                              <a:lumOff val="25000"/>
                            </a:schemeClr>
                          </a:solidFill>
                          <a:latin typeface="+mn-lt"/>
                          <a:cs typeface="Arial" pitchFamily="34" charset="0"/>
                        </a:rPr>
                        <a:t>Text</a:t>
                      </a:r>
                      <a:endParaRPr lang="ko-KR" altLang="en-US" sz="1200" b="0" dirty="0">
                        <a:solidFill>
                          <a:schemeClr val="tx1">
                            <a:lumMod val="75000"/>
                            <a:lumOff val="25000"/>
                          </a:schemeClr>
                        </a:solidFill>
                        <a:latin typeface="+mn-lt"/>
                        <a:cs typeface="Arial" pitchFamily="34" charset="0"/>
                      </a:endParaRPr>
                    </a:p>
                  </a:txBody>
                  <a:tcPr anchor="ctr">
                    <a:solidFill>
                      <a:schemeClr val="accent4">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1">
                              <a:lumMod val="75000"/>
                              <a:lumOff val="25000"/>
                            </a:schemeClr>
                          </a:solidFill>
                          <a:latin typeface="+mn-lt"/>
                          <a:cs typeface="Arial" pitchFamily="34" charset="0"/>
                        </a:rPr>
                        <a:t>Text</a:t>
                      </a:r>
                      <a:endParaRPr lang="ko-KR" altLang="en-US" sz="1200" b="0" dirty="0">
                        <a:solidFill>
                          <a:schemeClr val="tx1">
                            <a:lumMod val="75000"/>
                            <a:lumOff val="25000"/>
                          </a:schemeClr>
                        </a:solidFill>
                        <a:latin typeface="+mn-lt"/>
                        <a:cs typeface="Arial" pitchFamily="34" charset="0"/>
                      </a:endParaRPr>
                    </a:p>
                  </a:txBody>
                  <a:tcPr anchor="ctr">
                    <a:solidFill>
                      <a:schemeClr val="accent4">
                        <a:lumMod val="20000"/>
                        <a:lumOff val="80000"/>
                      </a:schemeClr>
                    </a:solidFill>
                  </a:tcPr>
                </a:tc>
                <a:extLst>
                  <a:ext uri="{0D108BD9-81ED-4DB2-BD59-A6C34878D82A}">
                    <a16:rowId xmlns:a16="http://schemas.microsoft.com/office/drawing/2014/main" val="10001"/>
                  </a:ext>
                </a:extLst>
              </a:tr>
              <a:tr h="404059">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1" dirty="0">
                          <a:solidFill>
                            <a:schemeClr val="bg1"/>
                          </a:solidFill>
                          <a:latin typeface="+mn-lt"/>
                          <a:cs typeface="Arial" pitchFamily="34" charset="0"/>
                        </a:rPr>
                        <a:t>Add Text</a:t>
                      </a:r>
                      <a:endParaRPr lang="ko-KR" altLang="en-US" sz="1200" dirty="0">
                        <a:solidFill>
                          <a:schemeClr val="bg1"/>
                        </a:solidFill>
                        <a:latin typeface="+mn-lt"/>
                        <a:cs typeface="Arial" pitchFamily="34" charset="0"/>
                      </a:endParaRPr>
                    </a:p>
                  </a:txBody>
                  <a:tcPr anchor="ctr">
                    <a:solidFill>
                      <a:schemeClr val="accent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1">
                              <a:lumMod val="75000"/>
                              <a:lumOff val="25000"/>
                            </a:schemeClr>
                          </a:solidFill>
                          <a:latin typeface="+mn-lt"/>
                          <a:cs typeface="Arial" pitchFamily="34" charset="0"/>
                        </a:rPr>
                        <a:t>Text</a:t>
                      </a:r>
                      <a:endParaRPr lang="ko-KR" altLang="en-US" sz="1200" b="0" dirty="0">
                        <a:solidFill>
                          <a:schemeClr val="tx1">
                            <a:lumMod val="75000"/>
                            <a:lumOff val="25000"/>
                          </a:schemeClr>
                        </a:solidFill>
                        <a:latin typeface="+mn-lt"/>
                        <a:cs typeface="Arial" pitchFamily="34" charset="0"/>
                      </a:endParaRPr>
                    </a:p>
                  </a:txBody>
                  <a:tcPr anchor="ctr">
                    <a:solidFill>
                      <a:schemeClr val="accent4">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1">
                              <a:lumMod val="75000"/>
                              <a:lumOff val="25000"/>
                            </a:schemeClr>
                          </a:solidFill>
                          <a:latin typeface="+mn-lt"/>
                          <a:cs typeface="Arial" pitchFamily="34" charset="0"/>
                        </a:rPr>
                        <a:t>Text</a:t>
                      </a:r>
                      <a:endParaRPr lang="ko-KR" altLang="en-US" sz="1200" b="0" dirty="0">
                        <a:solidFill>
                          <a:schemeClr val="tx1">
                            <a:lumMod val="75000"/>
                            <a:lumOff val="25000"/>
                          </a:schemeClr>
                        </a:solidFill>
                        <a:latin typeface="+mn-lt"/>
                        <a:cs typeface="Arial" pitchFamily="34" charset="0"/>
                      </a:endParaRPr>
                    </a:p>
                  </a:txBody>
                  <a:tcPr anchor="ctr">
                    <a:solidFill>
                      <a:schemeClr val="accent4">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1">
                              <a:lumMod val="75000"/>
                              <a:lumOff val="25000"/>
                            </a:schemeClr>
                          </a:solidFill>
                          <a:latin typeface="+mn-lt"/>
                          <a:cs typeface="Arial" pitchFamily="34" charset="0"/>
                        </a:rPr>
                        <a:t>Text</a:t>
                      </a:r>
                      <a:endParaRPr lang="ko-KR" altLang="en-US" sz="1200" b="0" dirty="0">
                        <a:solidFill>
                          <a:schemeClr val="tx1">
                            <a:lumMod val="75000"/>
                            <a:lumOff val="25000"/>
                          </a:schemeClr>
                        </a:solidFill>
                        <a:latin typeface="+mn-lt"/>
                        <a:cs typeface="Arial" pitchFamily="34" charset="0"/>
                      </a:endParaRPr>
                    </a:p>
                  </a:txBody>
                  <a:tcPr anchor="ctr">
                    <a:solidFill>
                      <a:schemeClr val="accent4">
                        <a:lumMod val="20000"/>
                        <a:lumOff val="80000"/>
                      </a:schemeClr>
                    </a:solidFill>
                  </a:tcPr>
                </a:tc>
                <a:extLst>
                  <a:ext uri="{0D108BD9-81ED-4DB2-BD59-A6C34878D82A}">
                    <a16:rowId xmlns:a16="http://schemas.microsoft.com/office/drawing/2014/main" val="10002"/>
                  </a:ext>
                </a:extLst>
              </a:tr>
              <a:tr h="404059">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1" dirty="0">
                          <a:solidFill>
                            <a:schemeClr val="bg1"/>
                          </a:solidFill>
                          <a:latin typeface="+mn-lt"/>
                          <a:cs typeface="Arial" pitchFamily="34" charset="0"/>
                        </a:rPr>
                        <a:t>Add Text</a:t>
                      </a:r>
                      <a:endParaRPr lang="ko-KR" altLang="en-US" sz="1200" dirty="0">
                        <a:solidFill>
                          <a:schemeClr val="bg1"/>
                        </a:solidFill>
                        <a:latin typeface="+mn-lt"/>
                        <a:cs typeface="Arial" pitchFamily="34" charset="0"/>
                      </a:endParaRPr>
                    </a:p>
                  </a:txBody>
                  <a:tcPr anchor="ctr">
                    <a:solidFill>
                      <a:schemeClr val="accent3"/>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1">
                              <a:lumMod val="75000"/>
                              <a:lumOff val="25000"/>
                            </a:schemeClr>
                          </a:solidFill>
                          <a:latin typeface="+mn-lt"/>
                          <a:cs typeface="Arial" pitchFamily="34" charset="0"/>
                        </a:rPr>
                        <a:t>Text</a:t>
                      </a:r>
                      <a:endParaRPr lang="ko-KR" altLang="en-US" sz="1200" b="0" dirty="0">
                        <a:solidFill>
                          <a:schemeClr val="tx1">
                            <a:lumMod val="75000"/>
                            <a:lumOff val="25000"/>
                          </a:schemeClr>
                        </a:solidFill>
                        <a:latin typeface="+mn-lt"/>
                        <a:cs typeface="Arial" pitchFamily="34" charset="0"/>
                      </a:endParaRPr>
                    </a:p>
                  </a:txBody>
                  <a:tcPr anchor="ctr">
                    <a:solidFill>
                      <a:schemeClr val="accent4">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1">
                              <a:lumMod val="75000"/>
                              <a:lumOff val="25000"/>
                            </a:schemeClr>
                          </a:solidFill>
                          <a:latin typeface="+mn-lt"/>
                          <a:cs typeface="Arial" pitchFamily="34" charset="0"/>
                        </a:rPr>
                        <a:t>Text</a:t>
                      </a:r>
                      <a:endParaRPr lang="ko-KR" altLang="en-US" sz="1200" b="0" dirty="0">
                        <a:solidFill>
                          <a:schemeClr val="tx1">
                            <a:lumMod val="75000"/>
                            <a:lumOff val="25000"/>
                          </a:schemeClr>
                        </a:solidFill>
                        <a:latin typeface="+mn-lt"/>
                        <a:cs typeface="Arial" pitchFamily="34" charset="0"/>
                      </a:endParaRPr>
                    </a:p>
                  </a:txBody>
                  <a:tcPr anchor="ctr">
                    <a:solidFill>
                      <a:schemeClr val="accent4">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1">
                              <a:lumMod val="75000"/>
                              <a:lumOff val="25000"/>
                            </a:schemeClr>
                          </a:solidFill>
                          <a:latin typeface="+mn-lt"/>
                          <a:cs typeface="Arial" pitchFamily="34" charset="0"/>
                        </a:rPr>
                        <a:t>Text</a:t>
                      </a:r>
                      <a:endParaRPr lang="ko-KR" altLang="en-US" sz="1200" b="0" dirty="0">
                        <a:solidFill>
                          <a:schemeClr val="tx1">
                            <a:lumMod val="75000"/>
                            <a:lumOff val="25000"/>
                          </a:schemeClr>
                        </a:solidFill>
                        <a:latin typeface="+mn-lt"/>
                        <a:cs typeface="Arial" pitchFamily="34" charset="0"/>
                      </a:endParaRPr>
                    </a:p>
                  </a:txBody>
                  <a:tcPr anchor="ctr">
                    <a:solidFill>
                      <a:schemeClr val="accent4">
                        <a:lumMod val="20000"/>
                        <a:lumOff val="80000"/>
                      </a:schemeClr>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99530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ko-KR" dirty="0"/>
              <a:t>Table Layout</a:t>
            </a:r>
            <a:endParaRPr lang="ko-KR" altLang="en-US" dirty="0"/>
          </a:p>
        </p:txBody>
      </p:sp>
      <p:graphicFrame>
        <p:nvGraphicFramePr>
          <p:cNvPr id="8" name="Table 7"/>
          <p:cNvGraphicFramePr>
            <a:graphicFrameLocks noGrp="1"/>
          </p:cNvGraphicFramePr>
          <p:nvPr>
            <p:extLst/>
          </p:nvPr>
        </p:nvGraphicFramePr>
        <p:xfrm>
          <a:off x="558304" y="1439962"/>
          <a:ext cx="8045695" cy="1915305"/>
        </p:xfrm>
        <a:graphic>
          <a:graphicData uri="http://schemas.openxmlformats.org/drawingml/2006/table">
            <a:tbl>
              <a:tblPr firstRow="1" bandRow="1">
                <a:tableStyleId>{93296810-A885-4BE3-A3E7-6D5BEEA58F35}</a:tableStyleId>
              </a:tblPr>
              <a:tblGrid>
                <a:gridCol w="1149385">
                  <a:extLst>
                    <a:ext uri="{9D8B030D-6E8A-4147-A177-3AD203B41FA5}">
                      <a16:colId xmlns:a16="http://schemas.microsoft.com/office/drawing/2014/main" val="20000"/>
                    </a:ext>
                  </a:extLst>
                </a:gridCol>
                <a:gridCol w="1149385">
                  <a:extLst>
                    <a:ext uri="{9D8B030D-6E8A-4147-A177-3AD203B41FA5}">
                      <a16:colId xmlns:a16="http://schemas.microsoft.com/office/drawing/2014/main" val="20001"/>
                    </a:ext>
                  </a:extLst>
                </a:gridCol>
                <a:gridCol w="1149385">
                  <a:extLst>
                    <a:ext uri="{9D8B030D-6E8A-4147-A177-3AD203B41FA5}">
                      <a16:colId xmlns:a16="http://schemas.microsoft.com/office/drawing/2014/main" val="20002"/>
                    </a:ext>
                  </a:extLst>
                </a:gridCol>
                <a:gridCol w="1149385">
                  <a:extLst>
                    <a:ext uri="{9D8B030D-6E8A-4147-A177-3AD203B41FA5}">
                      <a16:colId xmlns:a16="http://schemas.microsoft.com/office/drawing/2014/main" val="20003"/>
                    </a:ext>
                  </a:extLst>
                </a:gridCol>
                <a:gridCol w="1149385">
                  <a:extLst>
                    <a:ext uri="{9D8B030D-6E8A-4147-A177-3AD203B41FA5}">
                      <a16:colId xmlns:a16="http://schemas.microsoft.com/office/drawing/2014/main" val="20004"/>
                    </a:ext>
                  </a:extLst>
                </a:gridCol>
                <a:gridCol w="1149385">
                  <a:extLst>
                    <a:ext uri="{9D8B030D-6E8A-4147-A177-3AD203B41FA5}">
                      <a16:colId xmlns:a16="http://schemas.microsoft.com/office/drawing/2014/main" val="20005"/>
                    </a:ext>
                  </a:extLst>
                </a:gridCol>
                <a:gridCol w="1149385">
                  <a:extLst>
                    <a:ext uri="{9D8B030D-6E8A-4147-A177-3AD203B41FA5}">
                      <a16:colId xmlns:a16="http://schemas.microsoft.com/office/drawing/2014/main" val="20006"/>
                    </a:ext>
                  </a:extLst>
                </a:gridCol>
              </a:tblGrid>
              <a:tr h="383061">
                <a:tc rowSpan="5">
                  <a:txBody>
                    <a:bodyPr/>
                    <a:lstStyle/>
                    <a:p>
                      <a:pPr algn="ctr"/>
                      <a:r>
                        <a:rPr lang="en-US" altLang="ko-KR" sz="1800" b="1" dirty="0">
                          <a:solidFill>
                            <a:schemeClr val="bg1"/>
                          </a:solidFill>
                          <a:latin typeface="+mn-lt"/>
                          <a:cs typeface="Arial" pitchFamily="34" charset="0"/>
                        </a:rPr>
                        <a:t>Your</a:t>
                      </a:r>
                    </a:p>
                    <a:p>
                      <a:pPr algn="ctr"/>
                      <a:r>
                        <a:rPr lang="en-US" altLang="ko-KR" sz="1800" b="1" dirty="0">
                          <a:solidFill>
                            <a:schemeClr val="bg1"/>
                          </a:solidFill>
                          <a:latin typeface="+mn-lt"/>
                          <a:cs typeface="Arial" pitchFamily="34" charset="0"/>
                        </a:rPr>
                        <a:t>Text </a:t>
                      </a:r>
                    </a:p>
                    <a:p>
                      <a:pPr algn="ctr"/>
                      <a:r>
                        <a:rPr lang="en-US" altLang="ko-KR" sz="1800" b="1" dirty="0">
                          <a:solidFill>
                            <a:schemeClr val="bg1"/>
                          </a:solidFill>
                          <a:latin typeface="+mn-lt"/>
                          <a:cs typeface="Arial" pitchFamily="34" charset="0"/>
                        </a:rPr>
                        <a:t>Here</a:t>
                      </a:r>
                      <a:endParaRPr lang="ko-KR" altLang="en-US" sz="1800" b="1" dirty="0">
                        <a:solidFill>
                          <a:schemeClr val="bg1"/>
                        </a:solidFill>
                        <a:latin typeface="+mn-lt"/>
                        <a:cs typeface="Arial" pitchFamily="34" charset="0"/>
                      </a:endParaRPr>
                    </a:p>
                  </a:txBody>
                  <a:tcPr anchor="ctr">
                    <a:solidFill>
                      <a:schemeClr val="tx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latin typeface="+mn-lt"/>
                        </a:rPr>
                        <a:t>Text</a:t>
                      </a:r>
                      <a:endParaRPr lang="ko-KR" altLang="en-US" sz="1200" b="0" dirty="0">
                        <a:solidFill>
                          <a:schemeClr val="tx1">
                            <a:lumMod val="65000"/>
                            <a:lumOff val="35000"/>
                          </a:schemeClr>
                        </a:solidFill>
                        <a:latin typeface="+mn-lt"/>
                        <a:cs typeface="Arial" pitchFamily="34" charset="0"/>
                      </a:endParaRPr>
                    </a:p>
                  </a:txBody>
                  <a:tcPr anchor="ctr">
                    <a:solidFill>
                      <a:schemeClr val="accent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latin typeface="+mn-lt"/>
                        </a:rPr>
                        <a:t>Text</a:t>
                      </a:r>
                      <a:endParaRPr lang="ko-KR" altLang="en-US" sz="1200" b="0" dirty="0">
                        <a:solidFill>
                          <a:schemeClr val="tx1">
                            <a:lumMod val="65000"/>
                            <a:lumOff val="35000"/>
                          </a:schemeClr>
                        </a:solidFill>
                        <a:latin typeface="+mn-lt"/>
                        <a:cs typeface="Arial" pitchFamily="34" charset="0"/>
                      </a:endParaRPr>
                    </a:p>
                  </a:txBody>
                  <a:tcPr anchor="ctr">
                    <a:solidFill>
                      <a:schemeClr val="accent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latin typeface="+mn-lt"/>
                        </a:rPr>
                        <a:t>Text</a:t>
                      </a:r>
                      <a:endParaRPr lang="ko-KR" altLang="en-US" sz="1200" b="0" dirty="0">
                        <a:solidFill>
                          <a:schemeClr val="tx1">
                            <a:lumMod val="65000"/>
                            <a:lumOff val="35000"/>
                          </a:schemeClr>
                        </a:solidFill>
                        <a:latin typeface="+mn-lt"/>
                        <a:cs typeface="Arial" pitchFamily="34" charset="0"/>
                      </a:endParaRPr>
                    </a:p>
                  </a:txBody>
                  <a:tcPr anchor="ctr">
                    <a:solidFill>
                      <a:schemeClr val="accent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latin typeface="+mn-lt"/>
                        </a:rPr>
                        <a:t>Text</a:t>
                      </a:r>
                      <a:endParaRPr lang="ko-KR" altLang="en-US" sz="1200" b="0" dirty="0">
                        <a:solidFill>
                          <a:schemeClr val="tx1">
                            <a:lumMod val="65000"/>
                            <a:lumOff val="35000"/>
                          </a:schemeClr>
                        </a:solidFill>
                        <a:latin typeface="+mn-lt"/>
                        <a:cs typeface="Arial" pitchFamily="34" charset="0"/>
                      </a:endParaRPr>
                    </a:p>
                  </a:txBody>
                  <a:tcPr anchor="ctr">
                    <a:solidFill>
                      <a:schemeClr val="accent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latin typeface="+mn-lt"/>
                        </a:rPr>
                        <a:t>Text</a:t>
                      </a:r>
                      <a:endParaRPr lang="ko-KR" altLang="en-US" sz="1200" b="0" dirty="0">
                        <a:solidFill>
                          <a:schemeClr val="tx1">
                            <a:lumMod val="65000"/>
                            <a:lumOff val="35000"/>
                          </a:schemeClr>
                        </a:solidFill>
                        <a:latin typeface="+mn-lt"/>
                        <a:cs typeface="Arial" pitchFamily="34" charset="0"/>
                      </a:endParaRPr>
                    </a:p>
                  </a:txBody>
                  <a:tcPr anchor="ctr">
                    <a:solidFill>
                      <a:schemeClr val="accent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latin typeface="+mn-lt"/>
                        </a:rPr>
                        <a:t>Text</a:t>
                      </a:r>
                      <a:endParaRPr lang="ko-KR" altLang="en-US" sz="1200" b="0" dirty="0">
                        <a:solidFill>
                          <a:schemeClr val="tx1">
                            <a:lumMod val="65000"/>
                            <a:lumOff val="35000"/>
                          </a:schemeClr>
                        </a:solidFill>
                        <a:latin typeface="+mn-lt"/>
                        <a:cs typeface="Arial" pitchFamily="34" charset="0"/>
                      </a:endParaRPr>
                    </a:p>
                  </a:txBody>
                  <a:tcPr anchor="ctr">
                    <a:solidFill>
                      <a:schemeClr val="accent2"/>
                    </a:solidFill>
                  </a:tcPr>
                </a:tc>
                <a:extLst>
                  <a:ext uri="{0D108BD9-81ED-4DB2-BD59-A6C34878D82A}">
                    <a16:rowId xmlns:a16="http://schemas.microsoft.com/office/drawing/2014/main" val="10000"/>
                  </a:ext>
                </a:extLst>
              </a:tr>
              <a:tr h="383061">
                <a:tc vMerge="1">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lumMod val="65000"/>
                            <a:lumOff val="35000"/>
                          </a:schemeClr>
                        </a:solidFill>
                        <a:latin typeface="Arial" pitchFamily="34" charset="0"/>
                        <a:cs typeface="Arial" pitchFamily="34" charset="0"/>
                      </a:endParaRPr>
                    </a:p>
                  </a:txBody>
                  <a:tcPr anchor="ct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extLst>
                  <a:ext uri="{0D108BD9-81ED-4DB2-BD59-A6C34878D82A}">
                    <a16:rowId xmlns:a16="http://schemas.microsoft.com/office/drawing/2014/main" val="10001"/>
                  </a:ext>
                </a:extLst>
              </a:tr>
              <a:tr h="383061">
                <a:tc vMerge="1">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lumMod val="65000"/>
                            <a:lumOff val="35000"/>
                          </a:schemeClr>
                        </a:solidFill>
                        <a:latin typeface="Arial" pitchFamily="34" charset="0"/>
                        <a:cs typeface="Arial" pitchFamily="34" charset="0"/>
                      </a:endParaRPr>
                    </a:p>
                  </a:txBody>
                  <a:tcPr anchor="ct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extLst>
                  <a:ext uri="{0D108BD9-81ED-4DB2-BD59-A6C34878D82A}">
                    <a16:rowId xmlns:a16="http://schemas.microsoft.com/office/drawing/2014/main" val="10002"/>
                  </a:ext>
                </a:extLst>
              </a:tr>
              <a:tr h="383061">
                <a:tc vMerge="1">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lumMod val="65000"/>
                            <a:lumOff val="35000"/>
                          </a:schemeClr>
                        </a:solidFill>
                        <a:latin typeface="Arial" pitchFamily="34" charset="0"/>
                        <a:cs typeface="Arial" pitchFamily="34" charset="0"/>
                      </a:endParaRPr>
                    </a:p>
                  </a:txBody>
                  <a:tcPr anchor="ct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extLst>
                  <a:ext uri="{0D108BD9-81ED-4DB2-BD59-A6C34878D82A}">
                    <a16:rowId xmlns:a16="http://schemas.microsoft.com/office/drawing/2014/main" val="10003"/>
                  </a:ext>
                </a:extLst>
              </a:tr>
              <a:tr h="383061">
                <a:tc vMerge="1">
                  <a:txBody>
                    <a:bodyPr/>
                    <a:lstStyle/>
                    <a:p>
                      <a:pPr algn="ctr"/>
                      <a:endParaRPr lang="ko-KR" altLang="en-US" sz="1800" b="1" dirty="0">
                        <a:solidFill>
                          <a:schemeClr val="bg1"/>
                        </a:solidFill>
                        <a:latin typeface="Arial" pitchFamily="34" charset="0"/>
                        <a:cs typeface="Arial" pitchFamily="34" charset="0"/>
                      </a:endParaRPr>
                    </a:p>
                  </a:txBody>
                  <a:tcPr anchor="ctr">
                    <a:solidFill>
                      <a:srgbClr val="2ECAD7"/>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575555" y="3571056"/>
            <a:ext cx="3672000" cy="307777"/>
          </a:xfrm>
          <a:prstGeom prst="rect">
            <a:avLst/>
          </a:prstGeom>
          <a:solidFill>
            <a:schemeClr val="accent2"/>
          </a:solidFill>
        </p:spPr>
        <p:txBody>
          <a:bodyPr wrap="square" rtlCol="0">
            <a:spAutoFit/>
          </a:bodyPr>
          <a:lstStyle/>
          <a:p>
            <a:r>
              <a:rPr lang="en-US" altLang="ko-KR" sz="1400" b="1" dirty="0">
                <a:solidFill>
                  <a:schemeClr val="bg1"/>
                </a:solidFill>
                <a:cs typeface="Arial" pitchFamily="34" charset="0"/>
              </a:rPr>
              <a:t>Your Text Here</a:t>
            </a:r>
            <a:endParaRPr lang="ko-KR" altLang="en-US" sz="1400" b="1" dirty="0">
              <a:solidFill>
                <a:schemeClr val="bg1"/>
              </a:solidFill>
              <a:cs typeface="Arial" pitchFamily="34" charset="0"/>
            </a:endParaRPr>
          </a:p>
        </p:txBody>
      </p:sp>
      <p:sp>
        <p:nvSpPr>
          <p:cNvPr id="10" name="TextBox 9"/>
          <p:cNvSpPr txBox="1"/>
          <p:nvPr/>
        </p:nvSpPr>
        <p:spPr>
          <a:xfrm>
            <a:off x="575555" y="3966352"/>
            <a:ext cx="3636405" cy="646331"/>
          </a:xfrm>
          <a:prstGeom prst="rect">
            <a:avLst/>
          </a:prstGeom>
          <a:noFill/>
        </p:spPr>
        <p:txBody>
          <a:bodyPr wrap="square" rtlCol="0">
            <a:spAutoFit/>
          </a:bodyPr>
          <a:lstStyle/>
          <a:p>
            <a:r>
              <a:rPr lang="en-US" altLang="ko-KR" sz="1200" dirty="0">
                <a:solidFill>
                  <a:schemeClr val="tx1">
                    <a:lumMod val="75000"/>
                    <a:lumOff val="25000"/>
                  </a:schemeClr>
                </a:solidFill>
                <a:cs typeface="Arial" pitchFamily="34" charset="0"/>
              </a:rPr>
              <a:t>You can simply impress your audience and add a unique zing. Get a modern PowerPoint  Presentation that is beautifully designed.</a:t>
            </a:r>
          </a:p>
        </p:txBody>
      </p:sp>
      <p:sp>
        <p:nvSpPr>
          <p:cNvPr id="11" name="TextBox 10"/>
          <p:cNvSpPr txBox="1"/>
          <p:nvPr/>
        </p:nvSpPr>
        <p:spPr>
          <a:xfrm>
            <a:off x="4932448" y="3561858"/>
            <a:ext cx="3672000" cy="307777"/>
          </a:xfrm>
          <a:prstGeom prst="rect">
            <a:avLst/>
          </a:prstGeom>
          <a:solidFill>
            <a:schemeClr val="accent3"/>
          </a:solidFill>
        </p:spPr>
        <p:txBody>
          <a:bodyPr wrap="square" rtlCol="0">
            <a:spAutoFit/>
          </a:bodyPr>
          <a:lstStyle/>
          <a:p>
            <a:r>
              <a:rPr lang="en-US" altLang="ko-KR" sz="1400" b="1" dirty="0">
                <a:solidFill>
                  <a:schemeClr val="bg1"/>
                </a:solidFill>
                <a:cs typeface="Arial" pitchFamily="34" charset="0"/>
              </a:rPr>
              <a:t>Your Text Here</a:t>
            </a:r>
            <a:endParaRPr lang="ko-KR" altLang="en-US" sz="1400" b="1" dirty="0">
              <a:solidFill>
                <a:schemeClr val="bg1"/>
              </a:solidFill>
              <a:cs typeface="Arial" pitchFamily="34" charset="0"/>
            </a:endParaRPr>
          </a:p>
        </p:txBody>
      </p:sp>
      <p:sp>
        <p:nvSpPr>
          <p:cNvPr id="12" name="TextBox 11"/>
          <p:cNvSpPr txBox="1"/>
          <p:nvPr/>
        </p:nvSpPr>
        <p:spPr>
          <a:xfrm>
            <a:off x="4932448" y="3957154"/>
            <a:ext cx="3672000" cy="646331"/>
          </a:xfrm>
          <a:prstGeom prst="rect">
            <a:avLst/>
          </a:prstGeom>
          <a:noFill/>
        </p:spPr>
        <p:txBody>
          <a:bodyPr wrap="square" rtlCol="0">
            <a:spAutoFit/>
          </a:bodyPr>
          <a:lstStyle/>
          <a:p>
            <a:r>
              <a:rPr lang="en-US" altLang="ko-KR" sz="1200" dirty="0">
                <a:solidFill>
                  <a:schemeClr val="tx1">
                    <a:lumMod val="75000"/>
                    <a:lumOff val="25000"/>
                  </a:schemeClr>
                </a:solidFill>
                <a:cs typeface="Arial" pitchFamily="34" charset="0"/>
              </a:rPr>
              <a:t>You can simply impress your audience and add a unique zing. Get a modern PowerPoint  Presentation that is beautifully designed.</a:t>
            </a:r>
          </a:p>
        </p:txBody>
      </p:sp>
    </p:spTree>
    <p:extLst>
      <p:ext uri="{BB962C8B-B14F-4D97-AF65-F5344CB8AC3E}">
        <p14:creationId xmlns:p14="http://schemas.microsoft.com/office/powerpoint/2010/main" val="1847836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
          <p:cNvSpPr/>
          <p:nvPr/>
        </p:nvSpPr>
        <p:spPr>
          <a:xfrm>
            <a:off x="3528344" y="1260014"/>
            <a:ext cx="1697411" cy="16704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2" name="Rectangle 12"/>
          <p:cNvSpPr/>
          <p:nvPr/>
        </p:nvSpPr>
        <p:spPr>
          <a:xfrm>
            <a:off x="5245903" y="1260014"/>
            <a:ext cx="1655262" cy="1670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3" name="Rectangle 13"/>
          <p:cNvSpPr/>
          <p:nvPr/>
        </p:nvSpPr>
        <p:spPr>
          <a:xfrm>
            <a:off x="6901165" y="1260014"/>
            <a:ext cx="1617528" cy="16704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0" name="內容版面配置區 19"/>
          <p:cNvSpPr>
            <a:spLocks noGrp="1"/>
          </p:cNvSpPr>
          <p:nvPr>
            <p:ph idx="45"/>
          </p:nvPr>
        </p:nvSpPr>
        <p:spPr/>
        <p:txBody>
          <a:bodyPr/>
          <a:lstStyle/>
          <a:p>
            <a:endParaRPr lang="zh-TW" altLang="en-US"/>
          </a:p>
        </p:txBody>
      </p:sp>
      <p:sp>
        <p:nvSpPr>
          <p:cNvPr id="15" name="圖片版面配置區 14"/>
          <p:cNvSpPr>
            <a:spLocks noGrp="1"/>
          </p:cNvSpPr>
          <p:nvPr>
            <p:ph type="pic" idx="1"/>
          </p:nvPr>
        </p:nvSpPr>
        <p:spPr/>
      </p:sp>
      <p:sp>
        <p:nvSpPr>
          <p:cNvPr id="14" name="標題 13"/>
          <p:cNvSpPr>
            <a:spLocks noGrp="1"/>
          </p:cNvSpPr>
          <p:nvPr>
            <p:ph type="title"/>
          </p:nvPr>
        </p:nvSpPr>
        <p:spPr/>
        <p:txBody>
          <a:bodyPr/>
          <a:lstStyle/>
          <a:p>
            <a:endParaRPr lang="zh-TW" altLang="en-US" dirty="0"/>
          </a:p>
        </p:txBody>
      </p:sp>
      <p:sp>
        <p:nvSpPr>
          <p:cNvPr id="16" name="圖片版面配置區 15"/>
          <p:cNvSpPr>
            <a:spLocks noGrp="1"/>
          </p:cNvSpPr>
          <p:nvPr>
            <p:ph type="pic" idx="10"/>
          </p:nvPr>
        </p:nvSpPr>
        <p:spPr/>
      </p:sp>
      <p:sp>
        <p:nvSpPr>
          <p:cNvPr id="17" name="圖片版面配置區 16"/>
          <p:cNvSpPr>
            <a:spLocks noGrp="1"/>
          </p:cNvSpPr>
          <p:nvPr>
            <p:ph type="pic" idx="11"/>
          </p:nvPr>
        </p:nvSpPr>
        <p:spPr/>
      </p:sp>
      <p:sp>
        <p:nvSpPr>
          <p:cNvPr id="19" name="文字版面配置區 18"/>
          <p:cNvSpPr>
            <a:spLocks noGrp="1"/>
          </p:cNvSpPr>
          <p:nvPr>
            <p:ph type="body" sz="quarter" idx="41"/>
          </p:nvPr>
        </p:nvSpPr>
        <p:spPr/>
        <p:txBody>
          <a:bodyPr/>
          <a:lstStyle/>
          <a:p>
            <a:endParaRPr lang="zh-TW" altLang="en-US"/>
          </a:p>
        </p:txBody>
      </p:sp>
      <p:sp>
        <p:nvSpPr>
          <p:cNvPr id="18" name="圖片版面配置區 17"/>
          <p:cNvSpPr>
            <a:spLocks noGrp="1"/>
          </p:cNvSpPr>
          <p:nvPr>
            <p:ph type="pic" idx="12"/>
          </p:nvPr>
        </p:nvSpPr>
        <p:spPr/>
      </p:sp>
      <p:sp>
        <p:nvSpPr>
          <p:cNvPr id="21" name="內容版面配置區 20"/>
          <p:cNvSpPr>
            <a:spLocks noGrp="1"/>
          </p:cNvSpPr>
          <p:nvPr>
            <p:ph idx="46"/>
          </p:nvPr>
        </p:nvSpPr>
        <p:spPr/>
        <p:txBody>
          <a:bodyPr/>
          <a:lstStyle/>
          <a:p>
            <a:endParaRPr lang="zh-TW" altLang="en-US"/>
          </a:p>
        </p:txBody>
      </p:sp>
      <p:sp>
        <p:nvSpPr>
          <p:cNvPr id="22" name="內容版面配置區 21"/>
          <p:cNvSpPr>
            <a:spLocks noGrp="1"/>
          </p:cNvSpPr>
          <p:nvPr>
            <p:ph idx="47"/>
          </p:nvPr>
        </p:nvSpPr>
        <p:spPr/>
        <p:txBody>
          <a:bodyPr/>
          <a:lstStyle/>
          <a:p>
            <a:endParaRPr lang="zh-TW" altLang="en-US"/>
          </a:p>
        </p:txBody>
      </p:sp>
    </p:spTree>
    <p:extLst>
      <p:ext uri="{BB962C8B-B14F-4D97-AF65-F5344CB8AC3E}">
        <p14:creationId xmlns:p14="http://schemas.microsoft.com/office/powerpoint/2010/main" val="104294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ko-KR" dirty="0"/>
              <a:t>Infographic Layout</a:t>
            </a:r>
            <a:endParaRPr lang="ko-KR" altLang="en-US" dirty="0"/>
          </a:p>
        </p:txBody>
      </p:sp>
      <p:grpSp>
        <p:nvGrpSpPr>
          <p:cNvPr id="4" name="群組 3"/>
          <p:cNvGrpSpPr/>
          <p:nvPr/>
        </p:nvGrpSpPr>
        <p:grpSpPr>
          <a:xfrm>
            <a:off x="816253" y="843558"/>
            <a:ext cx="7566545" cy="3479442"/>
            <a:chOff x="816253" y="843558"/>
            <a:chExt cx="7566545" cy="3479442"/>
          </a:xfrm>
        </p:grpSpPr>
        <p:grpSp>
          <p:nvGrpSpPr>
            <p:cNvPr id="7" name="Group 6"/>
            <p:cNvGrpSpPr/>
            <p:nvPr/>
          </p:nvGrpSpPr>
          <p:grpSpPr>
            <a:xfrm>
              <a:off x="946613" y="1453823"/>
              <a:ext cx="2087688" cy="1820966"/>
              <a:chOff x="5248647" y="1608813"/>
              <a:chExt cx="970807" cy="846777"/>
            </a:xfrm>
          </p:grpSpPr>
          <p:sp>
            <p:nvSpPr>
              <p:cNvPr id="8" name="Oval 7"/>
              <p:cNvSpPr/>
              <p:nvPr/>
            </p:nvSpPr>
            <p:spPr>
              <a:xfrm>
                <a:off x="5248647" y="1608813"/>
                <a:ext cx="846777" cy="846777"/>
              </a:xfrm>
              <a:prstGeom prst="ellipse">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Oval 8"/>
              <p:cNvSpPr/>
              <p:nvPr/>
            </p:nvSpPr>
            <p:spPr>
              <a:xfrm>
                <a:off x="5392663" y="1622672"/>
                <a:ext cx="826791" cy="826791"/>
              </a:xfrm>
              <a:prstGeom prst="ellipse">
                <a:avLst/>
              </a:prstGeom>
              <a:gradFill flip="none" rotWithShape="1">
                <a:gsLst>
                  <a:gs pos="0">
                    <a:schemeClr val="bg1">
                      <a:lumMod val="87000"/>
                    </a:schemeClr>
                  </a:gs>
                  <a:gs pos="100000">
                    <a:schemeClr val="bg1"/>
                  </a:gs>
                </a:gsLst>
                <a:lin ang="8100000" scaled="1"/>
                <a:tileRect/>
              </a:gra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solidFill>
                    <a:schemeClr val="tx1">
                      <a:lumMod val="65000"/>
                      <a:lumOff val="35000"/>
                    </a:schemeClr>
                  </a:solidFill>
                </a:endParaRPr>
              </a:p>
            </p:txBody>
          </p:sp>
        </p:grpSp>
        <p:grpSp>
          <p:nvGrpSpPr>
            <p:cNvPr id="11" name="Group 10"/>
            <p:cNvGrpSpPr/>
            <p:nvPr/>
          </p:nvGrpSpPr>
          <p:grpSpPr>
            <a:xfrm>
              <a:off x="1391543" y="2352162"/>
              <a:ext cx="1601067" cy="678649"/>
              <a:chOff x="1391543" y="3698889"/>
              <a:chExt cx="1601067" cy="678649"/>
            </a:xfrm>
          </p:grpSpPr>
          <p:sp>
            <p:nvSpPr>
              <p:cNvPr id="12" name="TextBox 11"/>
              <p:cNvSpPr txBox="1"/>
              <p:nvPr/>
            </p:nvSpPr>
            <p:spPr>
              <a:xfrm>
                <a:off x="1391543" y="3698889"/>
                <a:ext cx="1591542" cy="307777"/>
              </a:xfrm>
              <a:prstGeom prst="rect">
                <a:avLst/>
              </a:prstGeom>
              <a:noFill/>
            </p:spPr>
            <p:txBody>
              <a:bodyPr wrap="square" rtlCol="0">
                <a:spAutoFit/>
              </a:bodyPr>
              <a:lstStyle/>
              <a:p>
                <a:pPr algn="ctr"/>
                <a:r>
                  <a:rPr lang="en-US" altLang="ko-KR" sz="1400" b="1" dirty="0">
                    <a:solidFill>
                      <a:schemeClr val="tx1">
                        <a:lumMod val="75000"/>
                        <a:lumOff val="25000"/>
                      </a:schemeClr>
                    </a:solidFill>
                    <a:cs typeface="Arial" pitchFamily="34" charset="0"/>
                  </a:rPr>
                  <a:t>Add Text</a:t>
                </a:r>
                <a:endParaRPr lang="ko-KR" altLang="en-US" sz="1400" b="1" dirty="0">
                  <a:solidFill>
                    <a:schemeClr val="tx1">
                      <a:lumMod val="75000"/>
                      <a:lumOff val="25000"/>
                    </a:schemeClr>
                  </a:solidFill>
                  <a:cs typeface="Arial" pitchFamily="34" charset="0"/>
                </a:endParaRPr>
              </a:p>
            </p:txBody>
          </p:sp>
          <p:sp>
            <p:nvSpPr>
              <p:cNvPr id="13" name="TextBox 12"/>
              <p:cNvSpPr txBox="1"/>
              <p:nvPr/>
            </p:nvSpPr>
            <p:spPr>
              <a:xfrm>
                <a:off x="1401068" y="3915873"/>
                <a:ext cx="1591542" cy="461665"/>
              </a:xfrm>
              <a:prstGeom prst="rect">
                <a:avLst/>
              </a:prstGeom>
              <a:noFill/>
            </p:spPr>
            <p:txBody>
              <a:bodyPr wrap="square" rtlCol="0">
                <a:spAutoFit/>
              </a:bodyPr>
              <a:lstStyle/>
              <a:p>
                <a:pPr algn="ctr"/>
                <a:r>
                  <a:rPr lang="en-US" altLang="ko-KR" sz="1200" dirty="0">
                    <a:solidFill>
                      <a:schemeClr val="tx1">
                        <a:lumMod val="75000"/>
                        <a:lumOff val="25000"/>
                      </a:schemeClr>
                    </a:solidFill>
                    <a:cs typeface="Arial" pitchFamily="34" charset="0"/>
                  </a:rPr>
                  <a:t>Simple PowerPoint Presentation</a:t>
                </a:r>
                <a:endParaRPr lang="ko-KR" altLang="en-US" sz="1200" dirty="0">
                  <a:solidFill>
                    <a:schemeClr val="tx1">
                      <a:lumMod val="75000"/>
                      <a:lumOff val="25000"/>
                    </a:schemeClr>
                  </a:solidFill>
                  <a:cs typeface="Arial" pitchFamily="34" charset="0"/>
                </a:endParaRPr>
              </a:p>
            </p:txBody>
          </p:sp>
        </p:grpSp>
        <p:sp>
          <p:nvSpPr>
            <p:cNvPr id="14" name="TextBox 13"/>
            <p:cNvSpPr txBox="1"/>
            <p:nvPr/>
          </p:nvSpPr>
          <p:spPr>
            <a:xfrm>
              <a:off x="1358224" y="1618876"/>
              <a:ext cx="920113" cy="707886"/>
            </a:xfrm>
            <a:prstGeom prst="rect">
              <a:avLst/>
            </a:prstGeom>
            <a:noFill/>
          </p:spPr>
          <p:txBody>
            <a:bodyPr wrap="square" rtlCol="0">
              <a:spAutoFit/>
            </a:bodyPr>
            <a:lstStyle/>
            <a:p>
              <a:pPr algn="ctr"/>
              <a:r>
                <a:rPr lang="en-US" altLang="ko-KR" sz="4000" b="1" dirty="0">
                  <a:solidFill>
                    <a:schemeClr val="accent1"/>
                  </a:solidFill>
                  <a:cs typeface="Arial" pitchFamily="34" charset="0"/>
                </a:rPr>
                <a:t>01</a:t>
              </a:r>
              <a:endParaRPr lang="ko-KR" altLang="en-US" sz="4000" b="1" dirty="0">
                <a:solidFill>
                  <a:schemeClr val="accent1"/>
                </a:solidFill>
                <a:cs typeface="Arial" pitchFamily="34" charset="0"/>
              </a:endParaRPr>
            </a:p>
          </p:txBody>
        </p:sp>
        <p:grpSp>
          <p:nvGrpSpPr>
            <p:cNvPr id="15" name="Group 14"/>
            <p:cNvGrpSpPr/>
            <p:nvPr/>
          </p:nvGrpSpPr>
          <p:grpSpPr>
            <a:xfrm>
              <a:off x="816253" y="3399670"/>
              <a:ext cx="2357003" cy="923330"/>
              <a:chOff x="2551705" y="4283314"/>
              <a:chExt cx="2357003" cy="923330"/>
            </a:xfrm>
          </p:grpSpPr>
          <p:sp>
            <p:nvSpPr>
              <p:cNvPr id="16" name="TextBox 15"/>
              <p:cNvSpPr txBox="1"/>
              <p:nvPr/>
            </p:nvSpPr>
            <p:spPr>
              <a:xfrm>
                <a:off x="2551706" y="4560313"/>
                <a:ext cx="2357002" cy="646331"/>
              </a:xfrm>
              <a:prstGeom prst="rect">
                <a:avLst/>
              </a:prstGeom>
              <a:noFill/>
            </p:spPr>
            <p:txBody>
              <a:bodyPr wrap="square" rtlCol="0">
                <a:spAutoFit/>
              </a:bodyPr>
              <a:lstStyle/>
              <a:p>
                <a:pPr algn="ctr"/>
                <a:r>
                  <a:rPr lang="en-US" altLang="ko-KR" sz="1200" dirty="0">
                    <a:solidFill>
                      <a:schemeClr val="tx1">
                        <a:lumMod val="65000"/>
                        <a:lumOff val="35000"/>
                      </a:schemeClr>
                    </a:solidFill>
                    <a:cs typeface="Arial" pitchFamily="34" charset="0"/>
                  </a:rPr>
                  <a:t>Get a modern PowerPoint  Presentation that is beautifully designed.</a:t>
                </a:r>
                <a:endParaRPr lang="ko-KR" altLang="en-US" sz="1200" dirty="0">
                  <a:solidFill>
                    <a:schemeClr val="tx1">
                      <a:lumMod val="65000"/>
                      <a:lumOff val="35000"/>
                    </a:schemeClr>
                  </a:solidFill>
                  <a:cs typeface="Arial" pitchFamily="34" charset="0"/>
                </a:endParaRPr>
              </a:p>
            </p:txBody>
          </p:sp>
          <p:sp>
            <p:nvSpPr>
              <p:cNvPr id="17" name="TextBox 16"/>
              <p:cNvSpPr txBox="1"/>
              <p:nvPr/>
            </p:nvSpPr>
            <p:spPr>
              <a:xfrm>
                <a:off x="2551705" y="4283314"/>
                <a:ext cx="2336966" cy="276999"/>
              </a:xfrm>
              <a:prstGeom prst="rect">
                <a:avLst/>
              </a:prstGeom>
              <a:noFill/>
            </p:spPr>
            <p:txBody>
              <a:bodyPr wrap="square" rtlCol="0">
                <a:spAutoFit/>
              </a:bodyPr>
              <a:lstStyle/>
              <a:p>
                <a:pPr algn="ctr"/>
                <a:r>
                  <a:rPr lang="en-US" altLang="ko-KR" sz="1200" b="1" dirty="0">
                    <a:solidFill>
                      <a:schemeClr val="tx1">
                        <a:lumMod val="65000"/>
                        <a:lumOff val="35000"/>
                      </a:schemeClr>
                    </a:solidFill>
                    <a:cs typeface="Arial" pitchFamily="34" charset="0"/>
                  </a:rPr>
                  <a:t>Your Text Here</a:t>
                </a:r>
                <a:endParaRPr lang="ko-KR" altLang="en-US" sz="1200" b="1" dirty="0">
                  <a:solidFill>
                    <a:schemeClr val="tx1">
                      <a:lumMod val="65000"/>
                      <a:lumOff val="35000"/>
                    </a:schemeClr>
                  </a:solidFill>
                  <a:cs typeface="Arial" pitchFamily="34" charset="0"/>
                </a:endParaRPr>
              </a:p>
            </p:txBody>
          </p:sp>
        </p:grpSp>
        <p:grpSp>
          <p:nvGrpSpPr>
            <p:cNvPr id="18" name="Group 17"/>
            <p:cNvGrpSpPr/>
            <p:nvPr/>
          </p:nvGrpSpPr>
          <p:grpSpPr>
            <a:xfrm>
              <a:off x="3543041" y="1148691"/>
              <a:ext cx="2087688" cy="1820966"/>
              <a:chOff x="5248647" y="1608813"/>
              <a:chExt cx="970807" cy="846777"/>
            </a:xfrm>
          </p:grpSpPr>
          <p:sp>
            <p:nvSpPr>
              <p:cNvPr id="19" name="Oval 18"/>
              <p:cNvSpPr/>
              <p:nvPr/>
            </p:nvSpPr>
            <p:spPr>
              <a:xfrm>
                <a:off x="5248647" y="1608813"/>
                <a:ext cx="846777" cy="846777"/>
              </a:xfrm>
              <a:prstGeom prst="ellipse">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Oval 19"/>
              <p:cNvSpPr/>
              <p:nvPr/>
            </p:nvSpPr>
            <p:spPr>
              <a:xfrm>
                <a:off x="5392663" y="1622672"/>
                <a:ext cx="826791" cy="826791"/>
              </a:xfrm>
              <a:prstGeom prst="ellipse">
                <a:avLst/>
              </a:prstGeom>
              <a:gradFill flip="none" rotWithShape="1">
                <a:gsLst>
                  <a:gs pos="0">
                    <a:schemeClr val="bg1">
                      <a:lumMod val="87000"/>
                    </a:schemeClr>
                  </a:gs>
                  <a:gs pos="100000">
                    <a:schemeClr val="bg1"/>
                  </a:gs>
                </a:gsLst>
                <a:lin ang="8100000" scaled="1"/>
                <a:tileRect/>
              </a:gra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solidFill>
                    <a:schemeClr val="tx1">
                      <a:lumMod val="65000"/>
                      <a:lumOff val="35000"/>
                    </a:schemeClr>
                  </a:solidFill>
                </a:endParaRPr>
              </a:p>
            </p:txBody>
          </p:sp>
        </p:grpSp>
        <p:grpSp>
          <p:nvGrpSpPr>
            <p:cNvPr id="21" name="Group 20"/>
            <p:cNvGrpSpPr/>
            <p:nvPr/>
          </p:nvGrpSpPr>
          <p:grpSpPr>
            <a:xfrm>
              <a:off x="3904745" y="2038639"/>
              <a:ext cx="1601067" cy="678649"/>
              <a:chOff x="3233964" y="1954419"/>
              <a:chExt cx="1601067" cy="678649"/>
            </a:xfrm>
          </p:grpSpPr>
          <p:sp>
            <p:nvSpPr>
              <p:cNvPr id="22" name="TextBox 21"/>
              <p:cNvSpPr txBox="1"/>
              <p:nvPr/>
            </p:nvSpPr>
            <p:spPr>
              <a:xfrm>
                <a:off x="3233964" y="1954419"/>
                <a:ext cx="1591542" cy="307777"/>
              </a:xfrm>
              <a:prstGeom prst="rect">
                <a:avLst/>
              </a:prstGeom>
              <a:noFill/>
            </p:spPr>
            <p:txBody>
              <a:bodyPr wrap="square" rtlCol="0">
                <a:spAutoFit/>
              </a:bodyPr>
              <a:lstStyle/>
              <a:p>
                <a:pPr algn="ctr"/>
                <a:r>
                  <a:rPr lang="en-US" altLang="ko-KR" sz="1400" b="1" dirty="0">
                    <a:solidFill>
                      <a:schemeClr val="tx1">
                        <a:lumMod val="75000"/>
                        <a:lumOff val="25000"/>
                      </a:schemeClr>
                    </a:solidFill>
                    <a:cs typeface="Arial" pitchFamily="34" charset="0"/>
                  </a:rPr>
                  <a:t>Add Text</a:t>
                </a:r>
                <a:endParaRPr lang="ko-KR" altLang="en-US" sz="1400" b="1" dirty="0">
                  <a:solidFill>
                    <a:schemeClr val="tx1">
                      <a:lumMod val="75000"/>
                      <a:lumOff val="25000"/>
                    </a:schemeClr>
                  </a:solidFill>
                  <a:cs typeface="Arial" pitchFamily="34" charset="0"/>
                </a:endParaRPr>
              </a:p>
            </p:txBody>
          </p:sp>
          <p:sp>
            <p:nvSpPr>
              <p:cNvPr id="23" name="TextBox 22"/>
              <p:cNvSpPr txBox="1"/>
              <p:nvPr/>
            </p:nvSpPr>
            <p:spPr>
              <a:xfrm>
                <a:off x="3243489" y="2171403"/>
                <a:ext cx="1591542" cy="461665"/>
              </a:xfrm>
              <a:prstGeom prst="rect">
                <a:avLst/>
              </a:prstGeom>
              <a:noFill/>
            </p:spPr>
            <p:txBody>
              <a:bodyPr wrap="square" rtlCol="0">
                <a:spAutoFit/>
              </a:bodyPr>
              <a:lstStyle/>
              <a:p>
                <a:pPr algn="ctr"/>
                <a:r>
                  <a:rPr lang="en-US" altLang="ko-KR" sz="1200" dirty="0">
                    <a:solidFill>
                      <a:schemeClr val="tx1">
                        <a:lumMod val="75000"/>
                        <a:lumOff val="25000"/>
                      </a:schemeClr>
                    </a:solidFill>
                    <a:cs typeface="Arial" pitchFamily="34" charset="0"/>
                  </a:rPr>
                  <a:t>Simple PowerPoint Presentation</a:t>
                </a:r>
                <a:endParaRPr lang="ko-KR" altLang="en-US" sz="1200" dirty="0">
                  <a:solidFill>
                    <a:schemeClr val="tx1">
                      <a:lumMod val="75000"/>
                      <a:lumOff val="25000"/>
                    </a:schemeClr>
                  </a:solidFill>
                  <a:cs typeface="Arial" pitchFamily="34" charset="0"/>
                </a:endParaRPr>
              </a:p>
            </p:txBody>
          </p:sp>
        </p:grpSp>
        <p:sp>
          <p:nvSpPr>
            <p:cNvPr id="24" name="TextBox 23"/>
            <p:cNvSpPr txBox="1"/>
            <p:nvPr/>
          </p:nvSpPr>
          <p:spPr>
            <a:xfrm>
              <a:off x="3948545" y="1313744"/>
              <a:ext cx="920113" cy="707886"/>
            </a:xfrm>
            <a:prstGeom prst="rect">
              <a:avLst/>
            </a:prstGeom>
            <a:noFill/>
          </p:spPr>
          <p:txBody>
            <a:bodyPr wrap="square" rtlCol="0">
              <a:spAutoFit/>
            </a:bodyPr>
            <a:lstStyle/>
            <a:p>
              <a:pPr algn="ctr"/>
              <a:r>
                <a:rPr lang="en-US" altLang="ko-KR" sz="4000" b="1" dirty="0">
                  <a:solidFill>
                    <a:schemeClr val="accent2"/>
                  </a:solidFill>
                  <a:cs typeface="Arial" pitchFamily="34" charset="0"/>
                </a:rPr>
                <a:t>02</a:t>
              </a:r>
              <a:endParaRPr lang="ko-KR" altLang="en-US" sz="4000" b="1" dirty="0">
                <a:solidFill>
                  <a:schemeClr val="accent2"/>
                </a:solidFill>
                <a:cs typeface="Arial" pitchFamily="34" charset="0"/>
              </a:endParaRPr>
            </a:p>
          </p:txBody>
        </p:sp>
        <p:grpSp>
          <p:nvGrpSpPr>
            <p:cNvPr id="25" name="Group 24"/>
            <p:cNvGrpSpPr/>
            <p:nvPr/>
          </p:nvGrpSpPr>
          <p:grpSpPr>
            <a:xfrm>
              <a:off x="3412680" y="3126295"/>
              <a:ext cx="2357003" cy="923330"/>
              <a:chOff x="2551705" y="4283314"/>
              <a:chExt cx="2357003" cy="923330"/>
            </a:xfrm>
          </p:grpSpPr>
          <p:sp>
            <p:nvSpPr>
              <p:cNvPr id="26" name="TextBox 25"/>
              <p:cNvSpPr txBox="1"/>
              <p:nvPr/>
            </p:nvSpPr>
            <p:spPr>
              <a:xfrm>
                <a:off x="2551706" y="4560313"/>
                <a:ext cx="2357002" cy="646331"/>
              </a:xfrm>
              <a:prstGeom prst="rect">
                <a:avLst/>
              </a:prstGeom>
              <a:noFill/>
            </p:spPr>
            <p:txBody>
              <a:bodyPr wrap="square" rtlCol="0">
                <a:spAutoFit/>
              </a:bodyPr>
              <a:lstStyle/>
              <a:p>
                <a:pPr algn="ctr"/>
                <a:r>
                  <a:rPr lang="en-US" altLang="ko-KR" sz="1200" dirty="0">
                    <a:solidFill>
                      <a:schemeClr val="tx1">
                        <a:lumMod val="75000"/>
                        <a:lumOff val="25000"/>
                      </a:schemeClr>
                    </a:solidFill>
                    <a:cs typeface="Arial" pitchFamily="34" charset="0"/>
                  </a:rPr>
                  <a:t>Get a modern PowerPoint  Presentation that is beautifully designed.</a:t>
                </a:r>
                <a:endParaRPr lang="ko-KR" altLang="en-US" sz="1200" dirty="0">
                  <a:solidFill>
                    <a:schemeClr val="tx1">
                      <a:lumMod val="75000"/>
                      <a:lumOff val="25000"/>
                    </a:schemeClr>
                  </a:solidFill>
                  <a:cs typeface="Arial" pitchFamily="34" charset="0"/>
                </a:endParaRPr>
              </a:p>
            </p:txBody>
          </p:sp>
          <p:sp>
            <p:nvSpPr>
              <p:cNvPr id="27" name="TextBox 26"/>
              <p:cNvSpPr txBox="1"/>
              <p:nvPr/>
            </p:nvSpPr>
            <p:spPr>
              <a:xfrm>
                <a:off x="2551705" y="4283314"/>
                <a:ext cx="2336966" cy="276999"/>
              </a:xfrm>
              <a:prstGeom prst="rect">
                <a:avLst/>
              </a:prstGeom>
              <a:noFill/>
            </p:spPr>
            <p:txBody>
              <a:bodyPr wrap="square" rtlCol="0">
                <a:spAutoFit/>
              </a:bodyPr>
              <a:lstStyle/>
              <a:p>
                <a:pPr algn="ctr"/>
                <a:r>
                  <a:rPr lang="en-US" altLang="ko-KR" sz="1200" b="1" dirty="0">
                    <a:solidFill>
                      <a:schemeClr val="tx1">
                        <a:lumMod val="75000"/>
                        <a:lumOff val="25000"/>
                      </a:schemeClr>
                    </a:solidFill>
                    <a:cs typeface="Arial" pitchFamily="34" charset="0"/>
                  </a:rPr>
                  <a:t>Your Text Here</a:t>
                </a:r>
                <a:endParaRPr lang="ko-KR" altLang="en-US" sz="1200" b="1" dirty="0">
                  <a:solidFill>
                    <a:schemeClr val="tx1">
                      <a:lumMod val="75000"/>
                      <a:lumOff val="25000"/>
                    </a:schemeClr>
                  </a:solidFill>
                  <a:cs typeface="Arial" pitchFamily="34" charset="0"/>
                </a:endParaRPr>
              </a:p>
            </p:txBody>
          </p:sp>
        </p:grpSp>
        <p:grpSp>
          <p:nvGrpSpPr>
            <p:cNvPr id="28" name="Group 27"/>
            <p:cNvGrpSpPr/>
            <p:nvPr/>
          </p:nvGrpSpPr>
          <p:grpSpPr>
            <a:xfrm>
              <a:off x="6139468" y="843558"/>
              <a:ext cx="2087688" cy="1820966"/>
              <a:chOff x="5248647" y="1608813"/>
              <a:chExt cx="970807" cy="846777"/>
            </a:xfrm>
          </p:grpSpPr>
          <p:sp>
            <p:nvSpPr>
              <p:cNvPr id="29" name="Oval 28"/>
              <p:cNvSpPr/>
              <p:nvPr/>
            </p:nvSpPr>
            <p:spPr>
              <a:xfrm>
                <a:off x="5248647" y="1608813"/>
                <a:ext cx="846777" cy="846777"/>
              </a:xfrm>
              <a:prstGeom prst="ellipse">
                <a:avLst/>
              </a:prstGeom>
              <a:solidFill>
                <a:schemeClr val="accent3"/>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0" name="Oval 29"/>
              <p:cNvSpPr/>
              <p:nvPr/>
            </p:nvSpPr>
            <p:spPr>
              <a:xfrm>
                <a:off x="5392663" y="1622672"/>
                <a:ext cx="826791" cy="826791"/>
              </a:xfrm>
              <a:prstGeom prst="ellipse">
                <a:avLst/>
              </a:prstGeom>
              <a:gradFill flip="none" rotWithShape="1">
                <a:gsLst>
                  <a:gs pos="0">
                    <a:schemeClr val="bg1">
                      <a:lumMod val="87000"/>
                    </a:schemeClr>
                  </a:gs>
                  <a:gs pos="100000">
                    <a:schemeClr val="bg1"/>
                  </a:gs>
                </a:gsLst>
                <a:lin ang="8100000" scaled="1"/>
                <a:tileRect/>
              </a:gra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solidFill>
                    <a:schemeClr val="tx1">
                      <a:lumMod val="65000"/>
                      <a:lumOff val="35000"/>
                    </a:schemeClr>
                  </a:solidFill>
                </a:endParaRPr>
              </a:p>
            </p:txBody>
          </p:sp>
        </p:grpSp>
        <p:grpSp>
          <p:nvGrpSpPr>
            <p:cNvPr id="31" name="Group 30"/>
            <p:cNvGrpSpPr/>
            <p:nvPr/>
          </p:nvGrpSpPr>
          <p:grpSpPr>
            <a:xfrm>
              <a:off x="6552350" y="1725117"/>
              <a:ext cx="1601067" cy="678649"/>
              <a:chOff x="3233964" y="1954419"/>
              <a:chExt cx="1601067" cy="678649"/>
            </a:xfrm>
          </p:grpSpPr>
          <p:sp>
            <p:nvSpPr>
              <p:cNvPr id="32" name="TextBox 31"/>
              <p:cNvSpPr txBox="1"/>
              <p:nvPr/>
            </p:nvSpPr>
            <p:spPr>
              <a:xfrm>
                <a:off x="3233964" y="1954419"/>
                <a:ext cx="1591542" cy="307777"/>
              </a:xfrm>
              <a:prstGeom prst="rect">
                <a:avLst/>
              </a:prstGeom>
              <a:noFill/>
            </p:spPr>
            <p:txBody>
              <a:bodyPr wrap="square" rtlCol="0">
                <a:spAutoFit/>
              </a:bodyPr>
              <a:lstStyle/>
              <a:p>
                <a:pPr algn="ctr"/>
                <a:r>
                  <a:rPr lang="en-US" altLang="ko-KR" sz="1400" b="1" dirty="0">
                    <a:solidFill>
                      <a:schemeClr val="tx1">
                        <a:lumMod val="75000"/>
                        <a:lumOff val="25000"/>
                      </a:schemeClr>
                    </a:solidFill>
                    <a:cs typeface="Arial" pitchFamily="34" charset="0"/>
                  </a:rPr>
                  <a:t>Add Text</a:t>
                </a:r>
                <a:endParaRPr lang="ko-KR" altLang="en-US" sz="1400" b="1" dirty="0">
                  <a:solidFill>
                    <a:schemeClr val="tx1">
                      <a:lumMod val="75000"/>
                      <a:lumOff val="25000"/>
                    </a:schemeClr>
                  </a:solidFill>
                  <a:cs typeface="Arial" pitchFamily="34" charset="0"/>
                </a:endParaRPr>
              </a:p>
            </p:txBody>
          </p:sp>
          <p:sp>
            <p:nvSpPr>
              <p:cNvPr id="33" name="TextBox 32"/>
              <p:cNvSpPr txBox="1"/>
              <p:nvPr/>
            </p:nvSpPr>
            <p:spPr>
              <a:xfrm>
                <a:off x="3243489" y="2171403"/>
                <a:ext cx="1591542" cy="461665"/>
              </a:xfrm>
              <a:prstGeom prst="rect">
                <a:avLst/>
              </a:prstGeom>
              <a:noFill/>
            </p:spPr>
            <p:txBody>
              <a:bodyPr wrap="square" rtlCol="0">
                <a:spAutoFit/>
              </a:bodyPr>
              <a:lstStyle/>
              <a:p>
                <a:pPr algn="ctr"/>
                <a:r>
                  <a:rPr lang="en-US" altLang="ko-KR" sz="1200" dirty="0">
                    <a:solidFill>
                      <a:schemeClr val="tx1">
                        <a:lumMod val="75000"/>
                        <a:lumOff val="25000"/>
                      </a:schemeClr>
                    </a:solidFill>
                    <a:cs typeface="Arial" pitchFamily="34" charset="0"/>
                  </a:rPr>
                  <a:t>Simple PowerPoint Presentation</a:t>
                </a:r>
                <a:endParaRPr lang="ko-KR" altLang="en-US" sz="1200" dirty="0">
                  <a:solidFill>
                    <a:schemeClr val="tx1">
                      <a:lumMod val="75000"/>
                      <a:lumOff val="25000"/>
                    </a:schemeClr>
                  </a:solidFill>
                  <a:cs typeface="Arial" pitchFamily="34" charset="0"/>
                </a:endParaRPr>
              </a:p>
            </p:txBody>
          </p:sp>
        </p:grpSp>
        <p:sp>
          <p:nvSpPr>
            <p:cNvPr id="34" name="TextBox 33"/>
            <p:cNvSpPr txBox="1"/>
            <p:nvPr/>
          </p:nvSpPr>
          <p:spPr>
            <a:xfrm>
              <a:off x="6549459" y="1031539"/>
              <a:ext cx="920113" cy="707886"/>
            </a:xfrm>
            <a:prstGeom prst="rect">
              <a:avLst/>
            </a:prstGeom>
            <a:noFill/>
          </p:spPr>
          <p:txBody>
            <a:bodyPr wrap="square" rtlCol="0">
              <a:spAutoFit/>
            </a:bodyPr>
            <a:lstStyle/>
            <a:p>
              <a:pPr algn="ctr"/>
              <a:r>
                <a:rPr lang="en-US" altLang="ko-KR" sz="4000" b="1" dirty="0">
                  <a:solidFill>
                    <a:schemeClr val="accent3"/>
                  </a:solidFill>
                  <a:cs typeface="Arial" pitchFamily="34" charset="0"/>
                </a:rPr>
                <a:t>03</a:t>
              </a:r>
              <a:endParaRPr lang="ko-KR" altLang="en-US" sz="4000" b="1" dirty="0">
                <a:solidFill>
                  <a:schemeClr val="accent3"/>
                </a:solidFill>
                <a:cs typeface="Arial" pitchFamily="34" charset="0"/>
              </a:endParaRPr>
            </a:p>
          </p:txBody>
        </p:sp>
        <p:grpSp>
          <p:nvGrpSpPr>
            <p:cNvPr id="35" name="Group 34"/>
            <p:cNvGrpSpPr/>
            <p:nvPr/>
          </p:nvGrpSpPr>
          <p:grpSpPr>
            <a:xfrm>
              <a:off x="6025795" y="2825489"/>
              <a:ext cx="2357003" cy="923330"/>
              <a:chOff x="2551705" y="4283314"/>
              <a:chExt cx="2357003" cy="923330"/>
            </a:xfrm>
          </p:grpSpPr>
          <p:sp>
            <p:nvSpPr>
              <p:cNvPr id="36" name="TextBox 35"/>
              <p:cNvSpPr txBox="1"/>
              <p:nvPr/>
            </p:nvSpPr>
            <p:spPr>
              <a:xfrm>
                <a:off x="2551706" y="4560313"/>
                <a:ext cx="2357002" cy="646331"/>
              </a:xfrm>
              <a:prstGeom prst="rect">
                <a:avLst/>
              </a:prstGeom>
              <a:noFill/>
            </p:spPr>
            <p:txBody>
              <a:bodyPr wrap="square" rtlCol="0">
                <a:spAutoFit/>
              </a:bodyPr>
              <a:lstStyle/>
              <a:p>
                <a:pPr algn="ctr"/>
                <a:r>
                  <a:rPr lang="en-US" altLang="ko-KR" sz="1200" dirty="0">
                    <a:solidFill>
                      <a:schemeClr val="tx1">
                        <a:lumMod val="75000"/>
                        <a:lumOff val="25000"/>
                      </a:schemeClr>
                    </a:solidFill>
                    <a:cs typeface="Arial" pitchFamily="34" charset="0"/>
                  </a:rPr>
                  <a:t>Get a modern PowerPoint  Presentation that is beautifully designed.</a:t>
                </a:r>
                <a:endParaRPr lang="ko-KR" altLang="en-US" sz="1200" dirty="0">
                  <a:solidFill>
                    <a:schemeClr val="tx1">
                      <a:lumMod val="75000"/>
                      <a:lumOff val="25000"/>
                    </a:schemeClr>
                  </a:solidFill>
                  <a:cs typeface="Arial" pitchFamily="34" charset="0"/>
                </a:endParaRPr>
              </a:p>
            </p:txBody>
          </p:sp>
          <p:sp>
            <p:nvSpPr>
              <p:cNvPr id="37" name="TextBox 36"/>
              <p:cNvSpPr txBox="1"/>
              <p:nvPr/>
            </p:nvSpPr>
            <p:spPr>
              <a:xfrm>
                <a:off x="2551705" y="4283314"/>
                <a:ext cx="2336966" cy="276999"/>
              </a:xfrm>
              <a:prstGeom prst="rect">
                <a:avLst/>
              </a:prstGeom>
              <a:noFill/>
            </p:spPr>
            <p:txBody>
              <a:bodyPr wrap="square" rtlCol="0">
                <a:spAutoFit/>
              </a:bodyPr>
              <a:lstStyle/>
              <a:p>
                <a:pPr algn="ctr"/>
                <a:r>
                  <a:rPr lang="en-US" altLang="ko-KR" sz="1200" b="1" dirty="0">
                    <a:solidFill>
                      <a:schemeClr val="tx1">
                        <a:lumMod val="75000"/>
                        <a:lumOff val="25000"/>
                      </a:schemeClr>
                    </a:solidFill>
                    <a:cs typeface="Arial" pitchFamily="34" charset="0"/>
                  </a:rPr>
                  <a:t>Your Text Here</a:t>
                </a:r>
                <a:endParaRPr lang="ko-KR" altLang="en-US" sz="1200" b="1" dirty="0">
                  <a:solidFill>
                    <a:schemeClr val="tx1">
                      <a:lumMod val="75000"/>
                      <a:lumOff val="25000"/>
                    </a:schemeClr>
                  </a:solidFill>
                  <a:cs typeface="Arial" pitchFamily="34" charset="0"/>
                </a:endParaRPr>
              </a:p>
            </p:txBody>
          </p:sp>
        </p:grpSp>
        <p:sp>
          <p:nvSpPr>
            <p:cNvPr id="38" name="Freeform 37"/>
            <p:cNvSpPr>
              <a:spLocks noChangeAspect="1"/>
            </p:cNvSpPr>
            <p:nvPr/>
          </p:nvSpPr>
          <p:spPr>
            <a:xfrm>
              <a:off x="2204857" y="1736240"/>
              <a:ext cx="454505" cy="454229"/>
            </a:xfrm>
            <a:custGeom>
              <a:avLst/>
              <a:gdLst>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7575 w 1901727"/>
                <a:gd name="connsiteY5" fmla="*/ 403907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5619 w 1901727"/>
                <a:gd name="connsiteY10" fmla="*/ 633909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7575 w 1901727"/>
                <a:gd name="connsiteY5" fmla="*/ 403907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7575 w 1901727"/>
                <a:gd name="connsiteY5" fmla="*/ 403907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7575 w 1901727"/>
                <a:gd name="connsiteY5" fmla="*/ 403907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55622 w 1901727"/>
                <a:gd name="connsiteY4" fmla="*/ 572201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55622 w 1901727"/>
                <a:gd name="connsiteY4" fmla="*/ 572201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55622 w 1901727"/>
                <a:gd name="connsiteY4" fmla="*/ 572201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42424"/>
                <a:gd name="connsiteY0" fmla="*/ 0 h 1985875"/>
                <a:gd name="connsiteX1" fmla="*/ 790984 w 1942424"/>
                <a:gd name="connsiteY1" fmla="*/ 0 h 1985875"/>
                <a:gd name="connsiteX2" fmla="*/ 1026596 w 1942424"/>
                <a:gd name="connsiteY2" fmla="*/ 5610 h 1985875"/>
                <a:gd name="connsiteX3" fmla="*/ 1020986 w 1942424"/>
                <a:gd name="connsiteY3" fmla="*/ 493664 h 1985875"/>
                <a:gd name="connsiteX4" fmla="*/ 1155622 w 1942424"/>
                <a:gd name="connsiteY4" fmla="*/ 572201 h 1985875"/>
                <a:gd name="connsiteX5" fmla="*/ 1351965 w 1942424"/>
                <a:gd name="connsiteY5" fmla="*/ 375858 h 1985875"/>
                <a:gd name="connsiteX6" fmla="*/ 1901727 w 1942424"/>
                <a:gd name="connsiteY6" fmla="*/ 1924167 h 1985875"/>
                <a:gd name="connsiteX7" fmla="*/ 992937 w 1942424"/>
                <a:gd name="connsiteY7" fmla="*/ 1480991 h 1985875"/>
                <a:gd name="connsiteX8" fmla="*/ 1054645 w 1942424"/>
                <a:gd name="connsiteY8" fmla="*/ 1121963 h 1985875"/>
                <a:gd name="connsiteX9" fmla="*/ 1088304 w 1942424"/>
                <a:gd name="connsiteY9" fmla="*/ 757325 h 1985875"/>
                <a:gd name="connsiteX10" fmla="*/ 920009 w 1942424"/>
                <a:gd name="connsiteY10" fmla="*/ 611470 h 1985875"/>
                <a:gd name="connsiteX11" fmla="*/ 729276 w 1942424"/>
                <a:gd name="connsiteY11" fmla="*/ 751715 h 1985875"/>
                <a:gd name="connsiteX12" fmla="*/ 740495 w 1942424"/>
                <a:gd name="connsiteY12" fmla="*/ 1161232 h 1985875"/>
                <a:gd name="connsiteX13" fmla="*/ 785374 w 1942424"/>
                <a:gd name="connsiteY13" fmla="*/ 1509040 h 1985875"/>
                <a:gd name="connsiteX14" fmla="*/ 0 w 1942424"/>
                <a:gd name="connsiteY14" fmla="*/ 1985875 h 1985875"/>
                <a:gd name="connsiteX15" fmla="*/ 437565 w 1942424"/>
                <a:gd name="connsiteY15" fmla="*/ 387077 h 1985875"/>
                <a:gd name="connsiteX16" fmla="*/ 650738 w 1942424"/>
                <a:gd name="connsiteY16" fmla="*/ 611470 h 1985875"/>
                <a:gd name="connsiteX17" fmla="*/ 813423 w 1942424"/>
                <a:gd name="connsiteY17" fmla="*/ 499274 h 1985875"/>
                <a:gd name="connsiteX18" fmla="*/ 790984 w 1942424"/>
                <a:gd name="connsiteY18" fmla="*/ 0 h 1985875"/>
                <a:gd name="connsiteX0" fmla="*/ 790984 w 1942424"/>
                <a:gd name="connsiteY0" fmla="*/ 0 h 1985875"/>
                <a:gd name="connsiteX1" fmla="*/ 790984 w 1942424"/>
                <a:gd name="connsiteY1" fmla="*/ 0 h 1985875"/>
                <a:gd name="connsiteX2" fmla="*/ 1026596 w 1942424"/>
                <a:gd name="connsiteY2" fmla="*/ 5610 h 1985875"/>
                <a:gd name="connsiteX3" fmla="*/ 1020986 w 1942424"/>
                <a:gd name="connsiteY3" fmla="*/ 493664 h 1985875"/>
                <a:gd name="connsiteX4" fmla="*/ 1155622 w 1942424"/>
                <a:gd name="connsiteY4" fmla="*/ 572201 h 1985875"/>
                <a:gd name="connsiteX5" fmla="*/ 1351965 w 1942424"/>
                <a:gd name="connsiteY5" fmla="*/ 375858 h 1985875"/>
                <a:gd name="connsiteX6" fmla="*/ 1901727 w 1942424"/>
                <a:gd name="connsiteY6" fmla="*/ 1924167 h 1985875"/>
                <a:gd name="connsiteX7" fmla="*/ 992937 w 1942424"/>
                <a:gd name="connsiteY7" fmla="*/ 1480991 h 1985875"/>
                <a:gd name="connsiteX8" fmla="*/ 1054645 w 1942424"/>
                <a:gd name="connsiteY8" fmla="*/ 1121963 h 1985875"/>
                <a:gd name="connsiteX9" fmla="*/ 1088304 w 1942424"/>
                <a:gd name="connsiteY9" fmla="*/ 757325 h 1985875"/>
                <a:gd name="connsiteX10" fmla="*/ 920009 w 1942424"/>
                <a:gd name="connsiteY10" fmla="*/ 611470 h 1985875"/>
                <a:gd name="connsiteX11" fmla="*/ 729276 w 1942424"/>
                <a:gd name="connsiteY11" fmla="*/ 751715 h 1985875"/>
                <a:gd name="connsiteX12" fmla="*/ 740495 w 1942424"/>
                <a:gd name="connsiteY12" fmla="*/ 1161232 h 1985875"/>
                <a:gd name="connsiteX13" fmla="*/ 785374 w 1942424"/>
                <a:gd name="connsiteY13" fmla="*/ 1509040 h 1985875"/>
                <a:gd name="connsiteX14" fmla="*/ 0 w 1942424"/>
                <a:gd name="connsiteY14" fmla="*/ 1985875 h 1985875"/>
                <a:gd name="connsiteX15" fmla="*/ 437565 w 1942424"/>
                <a:gd name="connsiteY15" fmla="*/ 387077 h 1985875"/>
                <a:gd name="connsiteX16" fmla="*/ 650738 w 1942424"/>
                <a:gd name="connsiteY16" fmla="*/ 611470 h 1985875"/>
                <a:gd name="connsiteX17" fmla="*/ 813423 w 1942424"/>
                <a:gd name="connsiteY17" fmla="*/ 499274 h 1985875"/>
                <a:gd name="connsiteX18" fmla="*/ 790984 w 194242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54645 w 1946874"/>
                <a:gd name="connsiteY8" fmla="*/ 112196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54645 w 1946874"/>
                <a:gd name="connsiteY8" fmla="*/ 112196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71474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20736 w 1946874"/>
                <a:gd name="connsiteY15" fmla="*/ 375858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20736 w 1946874"/>
                <a:gd name="connsiteY15" fmla="*/ 375858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858302 w 2014192"/>
                <a:gd name="connsiteY0" fmla="*/ 0 h 1958316"/>
                <a:gd name="connsiteX1" fmla="*/ 858302 w 2014192"/>
                <a:gd name="connsiteY1" fmla="*/ 0 h 1958316"/>
                <a:gd name="connsiteX2" fmla="*/ 1093914 w 2014192"/>
                <a:gd name="connsiteY2" fmla="*/ 5610 h 1958316"/>
                <a:gd name="connsiteX3" fmla="*/ 1088304 w 2014192"/>
                <a:gd name="connsiteY3" fmla="*/ 493664 h 1958316"/>
                <a:gd name="connsiteX4" fmla="*/ 1222940 w 2014192"/>
                <a:gd name="connsiteY4" fmla="*/ 572201 h 1958316"/>
                <a:gd name="connsiteX5" fmla="*/ 1419283 w 2014192"/>
                <a:gd name="connsiteY5" fmla="*/ 375858 h 1958316"/>
                <a:gd name="connsiteX6" fmla="*/ 1969045 w 2014192"/>
                <a:gd name="connsiteY6" fmla="*/ 1924167 h 1958316"/>
                <a:gd name="connsiteX7" fmla="*/ 1121962 w 2014192"/>
                <a:gd name="connsiteY7" fmla="*/ 1486600 h 1958316"/>
                <a:gd name="connsiteX8" fmla="*/ 1105134 w 2014192"/>
                <a:gd name="connsiteY8" fmla="*/ 1144403 h 1958316"/>
                <a:gd name="connsiteX9" fmla="*/ 1155622 w 2014192"/>
                <a:gd name="connsiteY9" fmla="*/ 757325 h 1958316"/>
                <a:gd name="connsiteX10" fmla="*/ 987327 w 2014192"/>
                <a:gd name="connsiteY10" fmla="*/ 611470 h 1958316"/>
                <a:gd name="connsiteX11" fmla="*/ 796594 w 2014192"/>
                <a:gd name="connsiteY11" fmla="*/ 751715 h 1958316"/>
                <a:gd name="connsiteX12" fmla="*/ 807813 w 2014192"/>
                <a:gd name="connsiteY12" fmla="*/ 1161232 h 1958316"/>
                <a:gd name="connsiteX13" fmla="*/ 852692 w 2014192"/>
                <a:gd name="connsiteY13" fmla="*/ 1509040 h 1958316"/>
                <a:gd name="connsiteX14" fmla="*/ 0 w 2014192"/>
                <a:gd name="connsiteY14" fmla="*/ 1952216 h 1958316"/>
                <a:gd name="connsiteX15" fmla="*/ 488054 w 2014192"/>
                <a:gd name="connsiteY15" fmla="*/ 375858 h 1958316"/>
                <a:gd name="connsiteX16" fmla="*/ 718056 w 2014192"/>
                <a:gd name="connsiteY16" fmla="*/ 611470 h 1958316"/>
                <a:gd name="connsiteX17" fmla="*/ 880741 w 2014192"/>
                <a:gd name="connsiteY17" fmla="*/ 499274 h 1958316"/>
                <a:gd name="connsiteX18" fmla="*/ 858302 w 2014192"/>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41893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41893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227994 w 2103393"/>
                <a:gd name="connsiteY8" fmla="*/ 1194891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227994 w 2103393"/>
                <a:gd name="connsiteY8" fmla="*/ 1194891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27994 w 2103393"/>
                <a:gd name="connsiteY8" fmla="*/ 1194891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22384 w 2103393"/>
                <a:gd name="connsiteY8" fmla="*/ 117806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61617"/>
                <a:gd name="connsiteX1" fmla="*/ 947503 w 2103393"/>
                <a:gd name="connsiteY1" fmla="*/ 0 h 1961617"/>
                <a:gd name="connsiteX2" fmla="*/ 1183115 w 2103393"/>
                <a:gd name="connsiteY2" fmla="*/ 5610 h 1961617"/>
                <a:gd name="connsiteX3" fmla="*/ 1177505 w 2103393"/>
                <a:gd name="connsiteY3" fmla="*/ 493664 h 1961617"/>
                <a:gd name="connsiteX4" fmla="*/ 1312141 w 2103393"/>
                <a:gd name="connsiteY4" fmla="*/ 572201 h 1961617"/>
                <a:gd name="connsiteX5" fmla="*/ 1508484 w 2103393"/>
                <a:gd name="connsiteY5" fmla="*/ 375858 h 1961617"/>
                <a:gd name="connsiteX6" fmla="*/ 2058246 w 2103393"/>
                <a:gd name="connsiteY6" fmla="*/ 1924167 h 1961617"/>
                <a:gd name="connsiteX7" fmla="*/ 1244822 w 2103393"/>
                <a:gd name="connsiteY7" fmla="*/ 1514649 h 1961617"/>
                <a:gd name="connsiteX8" fmla="*/ 1205554 w 2103393"/>
                <a:gd name="connsiteY8" fmla="*/ 1200502 h 1961617"/>
                <a:gd name="connsiteX9" fmla="*/ 1244823 w 2103393"/>
                <a:gd name="connsiteY9" fmla="*/ 757325 h 1961617"/>
                <a:gd name="connsiteX10" fmla="*/ 1076528 w 2103393"/>
                <a:gd name="connsiteY10" fmla="*/ 611470 h 1961617"/>
                <a:gd name="connsiteX11" fmla="*/ 885795 w 2103393"/>
                <a:gd name="connsiteY11" fmla="*/ 751715 h 1961617"/>
                <a:gd name="connsiteX12" fmla="*/ 919453 w 2103393"/>
                <a:gd name="connsiteY12" fmla="*/ 1189281 h 1961617"/>
                <a:gd name="connsiteX13" fmla="*/ 891405 w 2103393"/>
                <a:gd name="connsiteY13" fmla="*/ 1509040 h 1961617"/>
                <a:gd name="connsiteX14" fmla="*/ 89201 w 2103393"/>
                <a:gd name="connsiteY14" fmla="*/ 1952216 h 1961617"/>
                <a:gd name="connsiteX15" fmla="*/ 577255 w 2103393"/>
                <a:gd name="connsiteY15" fmla="*/ 375858 h 1961617"/>
                <a:gd name="connsiteX16" fmla="*/ 807257 w 2103393"/>
                <a:gd name="connsiteY16" fmla="*/ 611470 h 1961617"/>
                <a:gd name="connsiteX17" fmla="*/ 969942 w 2103393"/>
                <a:gd name="connsiteY17" fmla="*/ 499274 h 1961617"/>
                <a:gd name="connsiteX18" fmla="*/ 947503 w 2103393"/>
                <a:gd name="connsiteY18" fmla="*/ 0 h 1961617"/>
                <a:gd name="connsiteX0" fmla="*/ 947503 w 2103393"/>
                <a:gd name="connsiteY0" fmla="*/ 0 h 1961617"/>
                <a:gd name="connsiteX1" fmla="*/ 947503 w 2103393"/>
                <a:gd name="connsiteY1" fmla="*/ 0 h 1961617"/>
                <a:gd name="connsiteX2" fmla="*/ 1183115 w 2103393"/>
                <a:gd name="connsiteY2" fmla="*/ 5610 h 1961617"/>
                <a:gd name="connsiteX3" fmla="*/ 1177505 w 2103393"/>
                <a:gd name="connsiteY3" fmla="*/ 493664 h 1961617"/>
                <a:gd name="connsiteX4" fmla="*/ 1312141 w 2103393"/>
                <a:gd name="connsiteY4" fmla="*/ 572201 h 1961617"/>
                <a:gd name="connsiteX5" fmla="*/ 1508484 w 2103393"/>
                <a:gd name="connsiteY5" fmla="*/ 375858 h 1961617"/>
                <a:gd name="connsiteX6" fmla="*/ 2058246 w 2103393"/>
                <a:gd name="connsiteY6" fmla="*/ 1924167 h 1961617"/>
                <a:gd name="connsiteX7" fmla="*/ 1244822 w 2103393"/>
                <a:gd name="connsiteY7" fmla="*/ 1514649 h 1961617"/>
                <a:gd name="connsiteX8" fmla="*/ 1205554 w 2103393"/>
                <a:gd name="connsiteY8" fmla="*/ 1200502 h 1961617"/>
                <a:gd name="connsiteX9" fmla="*/ 1244823 w 2103393"/>
                <a:gd name="connsiteY9" fmla="*/ 757325 h 1961617"/>
                <a:gd name="connsiteX10" fmla="*/ 1076528 w 2103393"/>
                <a:gd name="connsiteY10" fmla="*/ 611470 h 1961617"/>
                <a:gd name="connsiteX11" fmla="*/ 885795 w 2103393"/>
                <a:gd name="connsiteY11" fmla="*/ 751715 h 1961617"/>
                <a:gd name="connsiteX12" fmla="*/ 919453 w 2103393"/>
                <a:gd name="connsiteY12" fmla="*/ 1189281 h 1961617"/>
                <a:gd name="connsiteX13" fmla="*/ 891405 w 2103393"/>
                <a:gd name="connsiteY13" fmla="*/ 1509040 h 1961617"/>
                <a:gd name="connsiteX14" fmla="*/ 89201 w 2103393"/>
                <a:gd name="connsiteY14" fmla="*/ 1952216 h 1961617"/>
                <a:gd name="connsiteX15" fmla="*/ 577255 w 2103393"/>
                <a:gd name="connsiteY15" fmla="*/ 375858 h 1961617"/>
                <a:gd name="connsiteX16" fmla="*/ 807257 w 2103393"/>
                <a:gd name="connsiteY16" fmla="*/ 611470 h 1961617"/>
                <a:gd name="connsiteX17" fmla="*/ 969942 w 2103393"/>
                <a:gd name="connsiteY17" fmla="*/ 499274 h 1961617"/>
                <a:gd name="connsiteX18" fmla="*/ 947503 w 2103393"/>
                <a:gd name="connsiteY18" fmla="*/ 0 h 1961617"/>
                <a:gd name="connsiteX0" fmla="*/ 947503 w 2103393"/>
                <a:gd name="connsiteY0" fmla="*/ 0 h 1963064"/>
                <a:gd name="connsiteX1" fmla="*/ 947503 w 2103393"/>
                <a:gd name="connsiteY1" fmla="*/ 0 h 1963064"/>
                <a:gd name="connsiteX2" fmla="*/ 1183115 w 2103393"/>
                <a:gd name="connsiteY2" fmla="*/ 5610 h 1963064"/>
                <a:gd name="connsiteX3" fmla="*/ 1177505 w 2103393"/>
                <a:gd name="connsiteY3" fmla="*/ 493664 h 1963064"/>
                <a:gd name="connsiteX4" fmla="*/ 1312141 w 2103393"/>
                <a:gd name="connsiteY4" fmla="*/ 572201 h 1963064"/>
                <a:gd name="connsiteX5" fmla="*/ 1508484 w 2103393"/>
                <a:gd name="connsiteY5" fmla="*/ 375858 h 1963064"/>
                <a:gd name="connsiteX6" fmla="*/ 2058246 w 2103393"/>
                <a:gd name="connsiteY6" fmla="*/ 1924167 h 1963064"/>
                <a:gd name="connsiteX7" fmla="*/ 1244822 w 2103393"/>
                <a:gd name="connsiteY7" fmla="*/ 1514649 h 1963064"/>
                <a:gd name="connsiteX8" fmla="*/ 1205554 w 2103393"/>
                <a:gd name="connsiteY8" fmla="*/ 1200502 h 1963064"/>
                <a:gd name="connsiteX9" fmla="*/ 1244823 w 2103393"/>
                <a:gd name="connsiteY9" fmla="*/ 757325 h 1963064"/>
                <a:gd name="connsiteX10" fmla="*/ 1076528 w 2103393"/>
                <a:gd name="connsiteY10" fmla="*/ 611470 h 1963064"/>
                <a:gd name="connsiteX11" fmla="*/ 885795 w 2103393"/>
                <a:gd name="connsiteY11" fmla="*/ 751715 h 1963064"/>
                <a:gd name="connsiteX12" fmla="*/ 919453 w 2103393"/>
                <a:gd name="connsiteY12" fmla="*/ 1189281 h 1963064"/>
                <a:gd name="connsiteX13" fmla="*/ 891405 w 2103393"/>
                <a:gd name="connsiteY13" fmla="*/ 1509040 h 1963064"/>
                <a:gd name="connsiteX14" fmla="*/ 89201 w 2103393"/>
                <a:gd name="connsiteY14" fmla="*/ 1952216 h 1963064"/>
                <a:gd name="connsiteX15" fmla="*/ 577255 w 2103393"/>
                <a:gd name="connsiteY15" fmla="*/ 375858 h 1963064"/>
                <a:gd name="connsiteX16" fmla="*/ 807257 w 2103393"/>
                <a:gd name="connsiteY16" fmla="*/ 611470 h 1963064"/>
                <a:gd name="connsiteX17" fmla="*/ 969942 w 2103393"/>
                <a:gd name="connsiteY17" fmla="*/ 499274 h 1963064"/>
                <a:gd name="connsiteX18" fmla="*/ 947503 w 2103393"/>
                <a:gd name="connsiteY18" fmla="*/ 0 h 1963064"/>
                <a:gd name="connsiteX0" fmla="*/ 947503 w 2103393"/>
                <a:gd name="connsiteY0" fmla="*/ 0 h 1964995"/>
                <a:gd name="connsiteX1" fmla="*/ 947503 w 2103393"/>
                <a:gd name="connsiteY1" fmla="*/ 0 h 1964995"/>
                <a:gd name="connsiteX2" fmla="*/ 1183115 w 2103393"/>
                <a:gd name="connsiteY2" fmla="*/ 5610 h 1964995"/>
                <a:gd name="connsiteX3" fmla="*/ 1177505 w 2103393"/>
                <a:gd name="connsiteY3" fmla="*/ 493664 h 1964995"/>
                <a:gd name="connsiteX4" fmla="*/ 1312141 w 2103393"/>
                <a:gd name="connsiteY4" fmla="*/ 572201 h 1964995"/>
                <a:gd name="connsiteX5" fmla="*/ 1508484 w 2103393"/>
                <a:gd name="connsiteY5" fmla="*/ 375858 h 1964995"/>
                <a:gd name="connsiteX6" fmla="*/ 2058246 w 2103393"/>
                <a:gd name="connsiteY6" fmla="*/ 1924167 h 1964995"/>
                <a:gd name="connsiteX7" fmla="*/ 1244822 w 2103393"/>
                <a:gd name="connsiteY7" fmla="*/ 1514649 h 1964995"/>
                <a:gd name="connsiteX8" fmla="*/ 1205554 w 2103393"/>
                <a:gd name="connsiteY8" fmla="*/ 1200502 h 1964995"/>
                <a:gd name="connsiteX9" fmla="*/ 1244823 w 2103393"/>
                <a:gd name="connsiteY9" fmla="*/ 757325 h 1964995"/>
                <a:gd name="connsiteX10" fmla="*/ 1076528 w 2103393"/>
                <a:gd name="connsiteY10" fmla="*/ 611470 h 1964995"/>
                <a:gd name="connsiteX11" fmla="*/ 885795 w 2103393"/>
                <a:gd name="connsiteY11" fmla="*/ 751715 h 1964995"/>
                <a:gd name="connsiteX12" fmla="*/ 919453 w 2103393"/>
                <a:gd name="connsiteY12" fmla="*/ 1189281 h 1964995"/>
                <a:gd name="connsiteX13" fmla="*/ 891405 w 2103393"/>
                <a:gd name="connsiteY13" fmla="*/ 1509040 h 1964995"/>
                <a:gd name="connsiteX14" fmla="*/ 89201 w 2103393"/>
                <a:gd name="connsiteY14" fmla="*/ 1952216 h 1964995"/>
                <a:gd name="connsiteX15" fmla="*/ 577255 w 2103393"/>
                <a:gd name="connsiteY15" fmla="*/ 375858 h 1964995"/>
                <a:gd name="connsiteX16" fmla="*/ 807257 w 2103393"/>
                <a:gd name="connsiteY16" fmla="*/ 611470 h 1964995"/>
                <a:gd name="connsiteX17" fmla="*/ 969942 w 2103393"/>
                <a:gd name="connsiteY17" fmla="*/ 499274 h 1964995"/>
                <a:gd name="connsiteX18" fmla="*/ 947503 w 2103393"/>
                <a:gd name="connsiteY18" fmla="*/ 0 h 1964995"/>
                <a:gd name="connsiteX0" fmla="*/ 947503 w 2103393"/>
                <a:gd name="connsiteY0" fmla="*/ 13781 h 1978776"/>
                <a:gd name="connsiteX1" fmla="*/ 947503 w 2103393"/>
                <a:gd name="connsiteY1" fmla="*/ 13781 h 1978776"/>
                <a:gd name="connsiteX2" fmla="*/ 1183115 w 2103393"/>
                <a:gd name="connsiteY2" fmla="*/ 19391 h 1978776"/>
                <a:gd name="connsiteX3" fmla="*/ 1177505 w 2103393"/>
                <a:gd name="connsiteY3" fmla="*/ 507445 h 1978776"/>
                <a:gd name="connsiteX4" fmla="*/ 1312141 w 2103393"/>
                <a:gd name="connsiteY4" fmla="*/ 585982 h 1978776"/>
                <a:gd name="connsiteX5" fmla="*/ 1508484 w 2103393"/>
                <a:gd name="connsiteY5" fmla="*/ 389639 h 1978776"/>
                <a:gd name="connsiteX6" fmla="*/ 2058246 w 2103393"/>
                <a:gd name="connsiteY6" fmla="*/ 1937948 h 1978776"/>
                <a:gd name="connsiteX7" fmla="*/ 1244822 w 2103393"/>
                <a:gd name="connsiteY7" fmla="*/ 1528430 h 1978776"/>
                <a:gd name="connsiteX8" fmla="*/ 1205554 w 2103393"/>
                <a:gd name="connsiteY8" fmla="*/ 1214283 h 1978776"/>
                <a:gd name="connsiteX9" fmla="*/ 1244823 w 2103393"/>
                <a:gd name="connsiteY9" fmla="*/ 771106 h 1978776"/>
                <a:gd name="connsiteX10" fmla="*/ 1076528 w 2103393"/>
                <a:gd name="connsiteY10" fmla="*/ 625251 h 1978776"/>
                <a:gd name="connsiteX11" fmla="*/ 885795 w 2103393"/>
                <a:gd name="connsiteY11" fmla="*/ 765496 h 1978776"/>
                <a:gd name="connsiteX12" fmla="*/ 919453 w 2103393"/>
                <a:gd name="connsiteY12" fmla="*/ 1203062 h 1978776"/>
                <a:gd name="connsiteX13" fmla="*/ 891405 w 2103393"/>
                <a:gd name="connsiteY13" fmla="*/ 1522821 h 1978776"/>
                <a:gd name="connsiteX14" fmla="*/ 89201 w 2103393"/>
                <a:gd name="connsiteY14" fmla="*/ 1965997 h 1978776"/>
                <a:gd name="connsiteX15" fmla="*/ 577255 w 2103393"/>
                <a:gd name="connsiteY15" fmla="*/ 389639 h 1978776"/>
                <a:gd name="connsiteX16" fmla="*/ 807257 w 2103393"/>
                <a:gd name="connsiteY16" fmla="*/ 625251 h 1978776"/>
                <a:gd name="connsiteX17" fmla="*/ 969942 w 2103393"/>
                <a:gd name="connsiteY17" fmla="*/ 513055 h 1978776"/>
                <a:gd name="connsiteX18" fmla="*/ 947503 w 2103393"/>
                <a:gd name="connsiteY18" fmla="*/ 13781 h 1978776"/>
                <a:gd name="connsiteX0" fmla="*/ 964333 w 2103393"/>
                <a:gd name="connsiteY0" fmla="*/ 55026 h 1980752"/>
                <a:gd name="connsiteX1" fmla="*/ 947503 w 2103393"/>
                <a:gd name="connsiteY1" fmla="*/ 15757 h 1980752"/>
                <a:gd name="connsiteX2" fmla="*/ 1183115 w 2103393"/>
                <a:gd name="connsiteY2" fmla="*/ 21367 h 1980752"/>
                <a:gd name="connsiteX3" fmla="*/ 1177505 w 2103393"/>
                <a:gd name="connsiteY3" fmla="*/ 509421 h 1980752"/>
                <a:gd name="connsiteX4" fmla="*/ 1312141 w 2103393"/>
                <a:gd name="connsiteY4" fmla="*/ 587958 h 1980752"/>
                <a:gd name="connsiteX5" fmla="*/ 1508484 w 2103393"/>
                <a:gd name="connsiteY5" fmla="*/ 391615 h 1980752"/>
                <a:gd name="connsiteX6" fmla="*/ 2058246 w 2103393"/>
                <a:gd name="connsiteY6" fmla="*/ 1939924 h 1980752"/>
                <a:gd name="connsiteX7" fmla="*/ 1244822 w 2103393"/>
                <a:gd name="connsiteY7" fmla="*/ 1530406 h 1980752"/>
                <a:gd name="connsiteX8" fmla="*/ 1205554 w 2103393"/>
                <a:gd name="connsiteY8" fmla="*/ 1216259 h 1980752"/>
                <a:gd name="connsiteX9" fmla="*/ 1244823 w 2103393"/>
                <a:gd name="connsiteY9" fmla="*/ 773082 h 1980752"/>
                <a:gd name="connsiteX10" fmla="*/ 1076528 w 2103393"/>
                <a:gd name="connsiteY10" fmla="*/ 627227 h 1980752"/>
                <a:gd name="connsiteX11" fmla="*/ 885795 w 2103393"/>
                <a:gd name="connsiteY11" fmla="*/ 767472 h 1980752"/>
                <a:gd name="connsiteX12" fmla="*/ 919453 w 2103393"/>
                <a:gd name="connsiteY12" fmla="*/ 1205038 h 1980752"/>
                <a:gd name="connsiteX13" fmla="*/ 891405 w 2103393"/>
                <a:gd name="connsiteY13" fmla="*/ 1524797 h 1980752"/>
                <a:gd name="connsiteX14" fmla="*/ 89201 w 2103393"/>
                <a:gd name="connsiteY14" fmla="*/ 1967973 h 1980752"/>
                <a:gd name="connsiteX15" fmla="*/ 577255 w 2103393"/>
                <a:gd name="connsiteY15" fmla="*/ 391615 h 1980752"/>
                <a:gd name="connsiteX16" fmla="*/ 807257 w 2103393"/>
                <a:gd name="connsiteY16" fmla="*/ 627227 h 1980752"/>
                <a:gd name="connsiteX17" fmla="*/ 969942 w 2103393"/>
                <a:gd name="connsiteY17" fmla="*/ 515031 h 1980752"/>
                <a:gd name="connsiteX18" fmla="*/ 964333 w 2103393"/>
                <a:gd name="connsiteY18" fmla="*/ 55026 h 1980752"/>
                <a:gd name="connsiteX0" fmla="*/ 913845 w 2103393"/>
                <a:gd name="connsiteY0" fmla="*/ 72662 h 1981559"/>
                <a:gd name="connsiteX1" fmla="*/ 947503 w 2103393"/>
                <a:gd name="connsiteY1" fmla="*/ 16564 h 1981559"/>
                <a:gd name="connsiteX2" fmla="*/ 1183115 w 2103393"/>
                <a:gd name="connsiteY2" fmla="*/ 22174 h 1981559"/>
                <a:gd name="connsiteX3" fmla="*/ 1177505 w 2103393"/>
                <a:gd name="connsiteY3" fmla="*/ 510228 h 1981559"/>
                <a:gd name="connsiteX4" fmla="*/ 1312141 w 2103393"/>
                <a:gd name="connsiteY4" fmla="*/ 588765 h 1981559"/>
                <a:gd name="connsiteX5" fmla="*/ 1508484 w 2103393"/>
                <a:gd name="connsiteY5" fmla="*/ 392422 h 1981559"/>
                <a:gd name="connsiteX6" fmla="*/ 2058246 w 2103393"/>
                <a:gd name="connsiteY6" fmla="*/ 1940731 h 1981559"/>
                <a:gd name="connsiteX7" fmla="*/ 1244822 w 2103393"/>
                <a:gd name="connsiteY7" fmla="*/ 1531213 h 1981559"/>
                <a:gd name="connsiteX8" fmla="*/ 1205554 w 2103393"/>
                <a:gd name="connsiteY8" fmla="*/ 1217066 h 1981559"/>
                <a:gd name="connsiteX9" fmla="*/ 1244823 w 2103393"/>
                <a:gd name="connsiteY9" fmla="*/ 773889 h 1981559"/>
                <a:gd name="connsiteX10" fmla="*/ 1076528 w 2103393"/>
                <a:gd name="connsiteY10" fmla="*/ 628034 h 1981559"/>
                <a:gd name="connsiteX11" fmla="*/ 885795 w 2103393"/>
                <a:gd name="connsiteY11" fmla="*/ 768279 h 1981559"/>
                <a:gd name="connsiteX12" fmla="*/ 919453 w 2103393"/>
                <a:gd name="connsiteY12" fmla="*/ 1205845 h 1981559"/>
                <a:gd name="connsiteX13" fmla="*/ 891405 w 2103393"/>
                <a:gd name="connsiteY13" fmla="*/ 1525604 h 1981559"/>
                <a:gd name="connsiteX14" fmla="*/ 89201 w 2103393"/>
                <a:gd name="connsiteY14" fmla="*/ 1968780 h 1981559"/>
                <a:gd name="connsiteX15" fmla="*/ 577255 w 2103393"/>
                <a:gd name="connsiteY15" fmla="*/ 392422 h 1981559"/>
                <a:gd name="connsiteX16" fmla="*/ 807257 w 2103393"/>
                <a:gd name="connsiteY16" fmla="*/ 628034 h 1981559"/>
                <a:gd name="connsiteX17" fmla="*/ 969942 w 2103393"/>
                <a:gd name="connsiteY17" fmla="*/ 515838 h 1981559"/>
                <a:gd name="connsiteX18" fmla="*/ 913845 w 2103393"/>
                <a:gd name="connsiteY18" fmla="*/ 72662 h 1981559"/>
                <a:gd name="connsiteX0" fmla="*/ 913845 w 2103393"/>
                <a:gd name="connsiteY0" fmla="*/ 103017 h 2011914"/>
                <a:gd name="connsiteX1" fmla="*/ 1003601 w 2103393"/>
                <a:gd name="connsiteY1" fmla="*/ 2040 h 2011914"/>
                <a:gd name="connsiteX2" fmla="*/ 1183115 w 2103393"/>
                <a:gd name="connsiteY2" fmla="*/ 52529 h 2011914"/>
                <a:gd name="connsiteX3" fmla="*/ 1177505 w 2103393"/>
                <a:gd name="connsiteY3" fmla="*/ 540583 h 2011914"/>
                <a:gd name="connsiteX4" fmla="*/ 1312141 w 2103393"/>
                <a:gd name="connsiteY4" fmla="*/ 619120 h 2011914"/>
                <a:gd name="connsiteX5" fmla="*/ 1508484 w 2103393"/>
                <a:gd name="connsiteY5" fmla="*/ 422777 h 2011914"/>
                <a:gd name="connsiteX6" fmla="*/ 2058246 w 2103393"/>
                <a:gd name="connsiteY6" fmla="*/ 1971086 h 2011914"/>
                <a:gd name="connsiteX7" fmla="*/ 1244822 w 2103393"/>
                <a:gd name="connsiteY7" fmla="*/ 1561568 h 2011914"/>
                <a:gd name="connsiteX8" fmla="*/ 1205554 w 2103393"/>
                <a:gd name="connsiteY8" fmla="*/ 1247421 h 2011914"/>
                <a:gd name="connsiteX9" fmla="*/ 1244823 w 2103393"/>
                <a:gd name="connsiteY9" fmla="*/ 804244 h 2011914"/>
                <a:gd name="connsiteX10" fmla="*/ 1076528 w 2103393"/>
                <a:gd name="connsiteY10" fmla="*/ 658389 h 2011914"/>
                <a:gd name="connsiteX11" fmla="*/ 885795 w 2103393"/>
                <a:gd name="connsiteY11" fmla="*/ 798634 h 2011914"/>
                <a:gd name="connsiteX12" fmla="*/ 919453 w 2103393"/>
                <a:gd name="connsiteY12" fmla="*/ 1236200 h 2011914"/>
                <a:gd name="connsiteX13" fmla="*/ 891405 w 2103393"/>
                <a:gd name="connsiteY13" fmla="*/ 1555959 h 2011914"/>
                <a:gd name="connsiteX14" fmla="*/ 89201 w 2103393"/>
                <a:gd name="connsiteY14" fmla="*/ 1999135 h 2011914"/>
                <a:gd name="connsiteX15" fmla="*/ 577255 w 2103393"/>
                <a:gd name="connsiteY15" fmla="*/ 422777 h 2011914"/>
                <a:gd name="connsiteX16" fmla="*/ 807257 w 2103393"/>
                <a:gd name="connsiteY16" fmla="*/ 658389 h 2011914"/>
                <a:gd name="connsiteX17" fmla="*/ 969942 w 2103393"/>
                <a:gd name="connsiteY17" fmla="*/ 546193 h 2011914"/>
                <a:gd name="connsiteX18" fmla="*/ 913845 w 2103393"/>
                <a:gd name="connsiteY18" fmla="*/ 103017 h 2011914"/>
                <a:gd name="connsiteX0" fmla="*/ 930675 w 2103393"/>
                <a:gd name="connsiteY0" fmla="*/ 67702 h 2010258"/>
                <a:gd name="connsiteX1" fmla="*/ 1003601 w 2103393"/>
                <a:gd name="connsiteY1" fmla="*/ 384 h 2010258"/>
                <a:gd name="connsiteX2" fmla="*/ 1183115 w 2103393"/>
                <a:gd name="connsiteY2" fmla="*/ 50873 h 2010258"/>
                <a:gd name="connsiteX3" fmla="*/ 1177505 w 2103393"/>
                <a:gd name="connsiteY3" fmla="*/ 538927 h 2010258"/>
                <a:gd name="connsiteX4" fmla="*/ 1312141 w 2103393"/>
                <a:gd name="connsiteY4" fmla="*/ 617464 h 2010258"/>
                <a:gd name="connsiteX5" fmla="*/ 1508484 w 2103393"/>
                <a:gd name="connsiteY5" fmla="*/ 421121 h 2010258"/>
                <a:gd name="connsiteX6" fmla="*/ 2058246 w 2103393"/>
                <a:gd name="connsiteY6" fmla="*/ 1969430 h 2010258"/>
                <a:gd name="connsiteX7" fmla="*/ 1244822 w 2103393"/>
                <a:gd name="connsiteY7" fmla="*/ 1559912 h 2010258"/>
                <a:gd name="connsiteX8" fmla="*/ 1205554 w 2103393"/>
                <a:gd name="connsiteY8" fmla="*/ 1245765 h 2010258"/>
                <a:gd name="connsiteX9" fmla="*/ 1244823 w 2103393"/>
                <a:gd name="connsiteY9" fmla="*/ 802588 h 2010258"/>
                <a:gd name="connsiteX10" fmla="*/ 1076528 w 2103393"/>
                <a:gd name="connsiteY10" fmla="*/ 656733 h 2010258"/>
                <a:gd name="connsiteX11" fmla="*/ 885795 w 2103393"/>
                <a:gd name="connsiteY11" fmla="*/ 796978 h 2010258"/>
                <a:gd name="connsiteX12" fmla="*/ 919453 w 2103393"/>
                <a:gd name="connsiteY12" fmla="*/ 1234544 h 2010258"/>
                <a:gd name="connsiteX13" fmla="*/ 891405 w 2103393"/>
                <a:gd name="connsiteY13" fmla="*/ 1554303 h 2010258"/>
                <a:gd name="connsiteX14" fmla="*/ 89201 w 2103393"/>
                <a:gd name="connsiteY14" fmla="*/ 1997479 h 2010258"/>
                <a:gd name="connsiteX15" fmla="*/ 577255 w 2103393"/>
                <a:gd name="connsiteY15" fmla="*/ 421121 h 2010258"/>
                <a:gd name="connsiteX16" fmla="*/ 807257 w 2103393"/>
                <a:gd name="connsiteY16" fmla="*/ 656733 h 2010258"/>
                <a:gd name="connsiteX17" fmla="*/ 969942 w 2103393"/>
                <a:gd name="connsiteY17" fmla="*/ 544537 h 2010258"/>
                <a:gd name="connsiteX18" fmla="*/ 930675 w 2103393"/>
                <a:gd name="connsiteY18" fmla="*/ 67702 h 2010258"/>
                <a:gd name="connsiteX0" fmla="*/ 930675 w 2103393"/>
                <a:gd name="connsiteY0" fmla="*/ 69239 h 2011795"/>
                <a:gd name="connsiteX1" fmla="*/ 1183115 w 2103393"/>
                <a:gd name="connsiteY1" fmla="*/ 52410 h 2011795"/>
                <a:gd name="connsiteX2" fmla="*/ 1177505 w 2103393"/>
                <a:gd name="connsiteY2" fmla="*/ 540464 h 2011795"/>
                <a:gd name="connsiteX3" fmla="*/ 1312141 w 2103393"/>
                <a:gd name="connsiteY3" fmla="*/ 619001 h 2011795"/>
                <a:gd name="connsiteX4" fmla="*/ 1508484 w 2103393"/>
                <a:gd name="connsiteY4" fmla="*/ 422658 h 2011795"/>
                <a:gd name="connsiteX5" fmla="*/ 2058246 w 2103393"/>
                <a:gd name="connsiteY5" fmla="*/ 1970967 h 2011795"/>
                <a:gd name="connsiteX6" fmla="*/ 1244822 w 2103393"/>
                <a:gd name="connsiteY6" fmla="*/ 1561449 h 2011795"/>
                <a:gd name="connsiteX7" fmla="*/ 1205554 w 2103393"/>
                <a:gd name="connsiteY7" fmla="*/ 1247302 h 2011795"/>
                <a:gd name="connsiteX8" fmla="*/ 1244823 w 2103393"/>
                <a:gd name="connsiteY8" fmla="*/ 804125 h 2011795"/>
                <a:gd name="connsiteX9" fmla="*/ 1076528 w 2103393"/>
                <a:gd name="connsiteY9" fmla="*/ 658270 h 2011795"/>
                <a:gd name="connsiteX10" fmla="*/ 885795 w 2103393"/>
                <a:gd name="connsiteY10" fmla="*/ 798515 h 2011795"/>
                <a:gd name="connsiteX11" fmla="*/ 919453 w 2103393"/>
                <a:gd name="connsiteY11" fmla="*/ 1236081 h 2011795"/>
                <a:gd name="connsiteX12" fmla="*/ 891405 w 2103393"/>
                <a:gd name="connsiteY12" fmla="*/ 1555840 h 2011795"/>
                <a:gd name="connsiteX13" fmla="*/ 89201 w 2103393"/>
                <a:gd name="connsiteY13" fmla="*/ 1999016 h 2011795"/>
                <a:gd name="connsiteX14" fmla="*/ 577255 w 2103393"/>
                <a:gd name="connsiteY14" fmla="*/ 422658 h 2011795"/>
                <a:gd name="connsiteX15" fmla="*/ 807257 w 2103393"/>
                <a:gd name="connsiteY15" fmla="*/ 658270 h 2011795"/>
                <a:gd name="connsiteX16" fmla="*/ 969942 w 2103393"/>
                <a:gd name="connsiteY16" fmla="*/ 546074 h 2011795"/>
                <a:gd name="connsiteX17" fmla="*/ 930675 w 2103393"/>
                <a:gd name="connsiteY17" fmla="*/ 69239 h 2011795"/>
                <a:gd name="connsiteX0" fmla="*/ 930675 w 2103393"/>
                <a:gd name="connsiteY0" fmla="*/ 63795 h 2006351"/>
                <a:gd name="connsiteX1" fmla="*/ 1183115 w 2103393"/>
                <a:gd name="connsiteY1" fmla="*/ 46966 h 2006351"/>
                <a:gd name="connsiteX2" fmla="*/ 1177505 w 2103393"/>
                <a:gd name="connsiteY2" fmla="*/ 535020 h 2006351"/>
                <a:gd name="connsiteX3" fmla="*/ 1312141 w 2103393"/>
                <a:gd name="connsiteY3" fmla="*/ 613557 h 2006351"/>
                <a:gd name="connsiteX4" fmla="*/ 1508484 w 2103393"/>
                <a:gd name="connsiteY4" fmla="*/ 417214 h 2006351"/>
                <a:gd name="connsiteX5" fmla="*/ 2058246 w 2103393"/>
                <a:gd name="connsiteY5" fmla="*/ 1965523 h 2006351"/>
                <a:gd name="connsiteX6" fmla="*/ 1244822 w 2103393"/>
                <a:gd name="connsiteY6" fmla="*/ 1556005 h 2006351"/>
                <a:gd name="connsiteX7" fmla="*/ 1205554 w 2103393"/>
                <a:gd name="connsiteY7" fmla="*/ 1241858 h 2006351"/>
                <a:gd name="connsiteX8" fmla="*/ 1244823 w 2103393"/>
                <a:gd name="connsiteY8" fmla="*/ 798681 h 2006351"/>
                <a:gd name="connsiteX9" fmla="*/ 1076528 w 2103393"/>
                <a:gd name="connsiteY9" fmla="*/ 652826 h 2006351"/>
                <a:gd name="connsiteX10" fmla="*/ 885795 w 2103393"/>
                <a:gd name="connsiteY10" fmla="*/ 793071 h 2006351"/>
                <a:gd name="connsiteX11" fmla="*/ 919453 w 2103393"/>
                <a:gd name="connsiteY11" fmla="*/ 1230637 h 2006351"/>
                <a:gd name="connsiteX12" fmla="*/ 891405 w 2103393"/>
                <a:gd name="connsiteY12" fmla="*/ 1550396 h 2006351"/>
                <a:gd name="connsiteX13" fmla="*/ 89201 w 2103393"/>
                <a:gd name="connsiteY13" fmla="*/ 1993572 h 2006351"/>
                <a:gd name="connsiteX14" fmla="*/ 577255 w 2103393"/>
                <a:gd name="connsiteY14" fmla="*/ 417214 h 2006351"/>
                <a:gd name="connsiteX15" fmla="*/ 807257 w 2103393"/>
                <a:gd name="connsiteY15" fmla="*/ 652826 h 2006351"/>
                <a:gd name="connsiteX16" fmla="*/ 969942 w 2103393"/>
                <a:gd name="connsiteY16" fmla="*/ 540630 h 2006351"/>
                <a:gd name="connsiteX17" fmla="*/ 930675 w 2103393"/>
                <a:gd name="connsiteY17" fmla="*/ 63795 h 2006351"/>
                <a:gd name="connsiteX0" fmla="*/ 930675 w 2103393"/>
                <a:gd name="connsiteY0" fmla="*/ 51191 h 2016186"/>
                <a:gd name="connsiteX1" fmla="*/ 1183115 w 2103393"/>
                <a:gd name="connsiteY1" fmla="*/ 56801 h 2016186"/>
                <a:gd name="connsiteX2" fmla="*/ 1177505 w 2103393"/>
                <a:gd name="connsiteY2" fmla="*/ 544855 h 2016186"/>
                <a:gd name="connsiteX3" fmla="*/ 1312141 w 2103393"/>
                <a:gd name="connsiteY3" fmla="*/ 623392 h 2016186"/>
                <a:gd name="connsiteX4" fmla="*/ 1508484 w 2103393"/>
                <a:gd name="connsiteY4" fmla="*/ 427049 h 2016186"/>
                <a:gd name="connsiteX5" fmla="*/ 2058246 w 2103393"/>
                <a:gd name="connsiteY5" fmla="*/ 1975358 h 2016186"/>
                <a:gd name="connsiteX6" fmla="*/ 1244822 w 2103393"/>
                <a:gd name="connsiteY6" fmla="*/ 1565840 h 2016186"/>
                <a:gd name="connsiteX7" fmla="*/ 1205554 w 2103393"/>
                <a:gd name="connsiteY7" fmla="*/ 1251693 h 2016186"/>
                <a:gd name="connsiteX8" fmla="*/ 1244823 w 2103393"/>
                <a:gd name="connsiteY8" fmla="*/ 808516 h 2016186"/>
                <a:gd name="connsiteX9" fmla="*/ 1076528 w 2103393"/>
                <a:gd name="connsiteY9" fmla="*/ 662661 h 2016186"/>
                <a:gd name="connsiteX10" fmla="*/ 885795 w 2103393"/>
                <a:gd name="connsiteY10" fmla="*/ 802906 h 2016186"/>
                <a:gd name="connsiteX11" fmla="*/ 919453 w 2103393"/>
                <a:gd name="connsiteY11" fmla="*/ 1240472 h 2016186"/>
                <a:gd name="connsiteX12" fmla="*/ 891405 w 2103393"/>
                <a:gd name="connsiteY12" fmla="*/ 1560231 h 2016186"/>
                <a:gd name="connsiteX13" fmla="*/ 89201 w 2103393"/>
                <a:gd name="connsiteY13" fmla="*/ 2003407 h 2016186"/>
                <a:gd name="connsiteX14" fmla="*/ 577255 w 2103393"/>
                <a:gd name="connsiteY14" fmla="*/ 427049 h 2016186"/>
                <a:gd name="connsiteX15" fmla="*/ 807257 w 2103393"/>
                <a:gd name="connsiteY15" fmla="*/ 662661 h 2016186"/>
                <a:gd name="connsiteX16" fmla="*/ 969942 w 2103393"/>
                <a:gd name="connsiteY16" fmla="*/ 550465 h 2016186"/>
                <a:gd name="connsiteX17" fmla="*/ 930675 w 2103393"/>
                <a:gd name="connsiteY17" fmla="*/ 51191 h 2016186"/>
                <a:gd name="connsiteX0" fmla="*/ 930675 w 2103393"/>
                <a:gd name="connsiteY0" fmla="*/ 47103 h 2012098"/>
                <a:gd name="connsiteX1" fmla="*/ 1183115 w 2103393"/>
                <a:gd name="connsiteY1" fmla="*/ 52713 h 2012098"/>
                <a:gd name="connsiteX2" fmla="*/ 1177505 w 2103393"/>
                <a:gd name="connsiteY2" fmla="*/ 540767 h 2012098"/>
                <a:gd name="connsiteX3" fmla="*/ 1312141 w 2103393"/>
                <a:gd name="connsiteY3" fmla="*/ 619304 h 2012098"/>
                <a:gd name="connsiteX4" fmla="*/ 1508484 w 2103393"/>
                <a:gd name="connsiteY4" fmla="*/ 422961 h 2012098"/>
                <a:gd name="connsiteX5" fmla="*/ 2058246 w 2103393"/>
                <a:gd name="connsiteY5" fmla="*/ 1971270 h 2012098"/>
                <a:gd name="connsiteX6" fmla="*/ 1244822 w 2103393"/>
                <a:gd name="connsiteY6" fmla="*/ 1561752 h 2012098"/>
                <a:gd name="connsiteX7" fmla="*/ 1205554 w 2103393"/>
                <a:gd name="connsiteY7" fmla="*/ 1247605 h 2012098"/>
                <a:gd name="connsiteX8" fmla="*/ 1244823 w 2103393"/>
                <a:gd name="connsiteY8" fmla="*/ 804428 h 2012098"/>
                <a:gd name="connsiteX9" fmla="*/ 1076528 w 2103393"/>
                <a:gd name="connsiteY9" fmla="*/ 658573 h 2012098"/>
                <a:gd name="connsiteX10" fmla="*/ 885795 w 2103393"/>
                <a:gd name="connsiteY10" fmla="*/ 798818 h 2012098"/>
                <a:gd name="connsiteX11" fmla="*/ 919453 w 2103393"/>
                <a:gd name="connsiteY11" fmla="*/ 1236384 h 2012098"/>
                <a:gd name="connsiteX12" fmla="*/ 891405 w 2103393"/>
                <a:gd name="connsiteY12" fmla="*/ 1556143 h 2012098"/>
                <a:gd name="connsiteX13" fmla="*/ 89201 w 2103393"/>
                <a:gd name="connsiteY13" fmla="*/ 1999319 h 2012098"/>
                <a:gd name="connsiteX14" fmla="*/ 577255 w 2103393"/>
                <a:gd name="connsiteY14" fmla="*/ 422961 h 2012098"/>
                <a:gd name="connsiteX15" fmla="*/ 807257 w 2103393"/>
                <a:gd name="connsiteY15" fmla="*/ 658573 h 2012098"/>
                <a:gd name="connsiteX16" fmla="*/ 969942 w 2103393"/>
                <a:gd name="connsiteY16" fmla="*/ 546377 h 2012098"/>
                <a:gd name="connsiteX17" fmla="*/ 930675 w 2103393"/>
                <a:gd name="connsiteY17" fmla="*/ 47103 h 2012098"/>
                <a:gd name="connsiteX0" fmla="*/ 930675 w 2103393"/>
                <a:gd name="connsiteY0" fmla="*/ 47103 h 2012098"/>
                <a:gd name="connsiteX1" fmla="*/ 1183115 w 2103393"/>
                <a:gd name="connsiteY1" fmla="*/ 52713 h 2012098"/>
                <a:gd name="connsiteX2" fmla="*/ 1177505 w 2103393"/>
                <a:gd name="connsiteY2" fmla="*/ 540767 h 2012098"/>
                <a:gd name="connsiteX3" fmla="*/ 1312141 w 2103393"/>
                <a:gd name="connsiteY3" fmla="*/ 619304 h 2012098"/>
                <a:gd name="connsiteX4" fmla="*/ 1508484 w 2103393"/>
                <a:gd name="connsiteY4" fmla="*/ 422961 h 2012098"/>
                <a:gd name="connsiteX5" fmla="*/ 2058246 w 2103393"/>
                <a:gd name="connsiteY5" fmla="*/ 1971270 h 2012098"/>
                <a:gd name="connsiteX6" fmla="*/ 1244822 w 2103393"/>
                <a:gd name="connsiteY6" fmla="*/ 1561752 h 2012098"/>
                <a:gd name="connsiteX7" fmla="*/ 1205554 w 2103393"/>
                <a:gd name="connsiteY7" fmla="*/ 1247605 h 2012098"/>
                <a:gd name="connsiteX8" fmla="*/ 1244823 w 2103393"/>
                <a:gd name="connsiteY8" fmla="*/ 804428 h 2012098"/>
                <a:gd name="connsiteX9" fmla="*/ 1076528 w 2103393"/>
                <a:gd name="connsiteY9" fmla="*/ 658573 h 2012098"/>
                <a:gd name="connsiteX10" fmla="*/ 885795 w 2103393"/>
                <a:gd name="connsiteY10" fmla="*/ 798818 h 2012098"/>
                <a:gd name="connsiteX11" fmla="*/ 919453 w 2103393"/>
                <a:gd name="connsiteY11" fmla="*/ 1236384 h 2012098"/>
                <a:gd name="connsiteX12" fmla="*/ 891405 w 2103393"/>
                <a:gd name="connsiteY12" fmla="*/ 1556143 h 2012098"/>
                <a:gd name="connsiteX13" fmla="*/ 89201 w 2103393"/>
                <a:gd name="connsiteY13" fmla="*/ 1999319 h 2012098"/>
                <a:gd name="connsiteX14" fmla="*/ 577255 w 2103393"/>
                <a:gd name="connsiteY14" fmla="*/ 422961 h 2012098"/>
                <a:gd name="connsiteX15" fmla="*/ 807257 w 2103393"/>
                <a:gd name="connsiteY15" fmla="*/ 658573 h 2012098"/>
                <a:gd name="connsiteX16" fmla="*/ 969942 w 2103393"/>
                <a:gd name="connsiteY16" fmla="*/ 546377 h 2012098"/>
                <a:gd name="connsiteX17" fmla="*/ 930675 w 2103393"/>
                <a:gd name="connsiteY17" fmla="*/ 47103 h 2012098"/>
                <a:gd name="connsiteX0" fmla="*/ 930675 w 2103393"/>
                <a:gd name="connsiteY0" fmla="*/ 24191 h 2051098"/>
                <a:gd name="connsiteX1" fmla="*/ 1183115 w 2103393"/>
                <a:gd name="connsiteY1" fmla="*/ 91713 h 2051098"/>
                <a:gd name="connsiteX2" fmla="*/ 1177505 w 2103393"/>
                <a:gd name="connsiteY2" fmla="*/ 579767 h 2051098"/>
                <a:gd name="connsiteX3" fmla="*/ 1312141 w 2103393"/>
                <a:gd name="connsiteY3" fmla="*/ 658304 h 2051098"/>
                <a:gd name="connsiteX4" fmla="*/ 1508484 w 2103393"/>
                <a:gd name="connsiteY4" fmla="*/ 461961 h 2051098"/>
                <a:gd name="connsiteX5" fmla="*/ 2058246 w 2103393"/>
                <a:gd name="connsiteY5" fmla="*/ 2010270 h 2051098"/>
                <a:gd name="connsiteX6" fmla="*/ 1244822 w 2103393"/>
                <a:gd name="connsiteY6" fmla="*/ 1600752 h 2051098"/>
                <a:gd name="connsiteX7" fmla="*/ 1205554 w 2103393"/>
                <a:gd name="connsiteY7" fmla="*/ 1286605 h 2051098"/>
                <a:gd name="connsiteX8" fmla="*/ 1244823 w 2103393"/>
                <a:gd name="connsiteY8" fmla="*/ 843428 h 2051098"/>
                <a:gd name="connsiteX9" fmla="*/ 1076528 w 2103393"/>
                <a:gd name="connsiteY9" fmla="*/ 697573 h 2051098"/>
                <a:gd name="connsiteX10" fmla="*/ 885795 w 2103393"/>
                <a:gd name="connsiteY10" fmla="*/ 837818 h 2051098"/>
                <a:gd name="connsiteX11" fmla="*/ 919453 w 2103393"/>
                <a:gd name="connsiteY11" fmla="*/ 1275384 h 2051098"/>
                <a:gd name="connsiteX12" fmla="*/ 891405 w 2103393"/>
                <a:gd name="connsiteY12" fmla="*/ 1595143 h 2051098"/>
                <a:gd name="connsiteX13" fmla="*/ 89201 w 2103393"/>
                <a:gd name="connsiteY13" fmla="*/ 2038319 h 2051098"/>
                <a:gd name="connsiteX14" fmla="*/ 577255 w 2103393"/>
                <a:gd name="connsiteY14" fmla="*/ 461961 h 2051098"/>
                <a:gd name="connsiteX15" fmla="*/ 807257 w 2103393"/>
                <a:gd name="connsiteY15" fmla="*/ 697573 h 2051098"/>
                <a:gd name="connsiteX16" fmla="*/ 969942 w 2103393"/>
                <a:gd name="connsiteY16" fmla="*/ 585377 h 2051098"/>
                <a:gd name="connsiteX17" fmla="*/ 930675 w 2103393"/>
                <a:gd name="connsiteY17" fmla="*/ 24191 h 2051098"/>
                <a:gd name="connsiteX0" fmla="*/ 930675 w 2103393"/>
                <a:gd name="connsiteY0" fmla="*/ 51153 h 2078060"/>
                <a:gd name="connsiteX1" fmla="*/ 1190398 w 2103393"/>
                <a:gd name="connsiteY1" fmla="*/ 49480 h 2078060"/>
                <a:gd name="connsiteX2" fmla="*/ 1177505 w 2103393"/>
                <a:gd name="connsiteY2" fmla="*/ 606729 h 2078060"/>
                <a:gd name="connsiteX3" fmla="*/ 1312141 w 2103393"/>
                <a:gd name="connsiteY3" fmla="*/ 685266 h 2078060"/>
                <a:gd name="connsiteX4" fmla="*/ 1508484 w 2103393"/>
                <a:gd name="connsiteY4" fmla="*/ 488923 h 2078060"/>
                <a:gd name="connsiteX5" fmla="*/ 2058246 w 2103393"/>
                <a:gd name="connsiteY5" fmla="*/ 2037232 h 2078060"/>
                <a:gd name="connsiteX6" fmla="*/ 1244822 w 2103393"/>
                <a:gd name="connsiteY6" fmla="*/ 1627714 h 2078060"/>
                <a:gd name="connsiteX7" fmla="*/ 1205554 w 2103393"/>
                <a:gd name="connsiteY7" fmla="*/ 1313567 h 2078060"/>
                <a:gd name="connsiteX8" fmla="*/ 1244823 w 2103393"/>
                <a:gd name="connsiteY8" fmla="*/ 870390 h 2078060"/>
                <a:gd name="connsiteX9" fmla="*/ 1076528 w 2103393"/>
                <a:gd name="connsiteY9" fmla="*/ 724535 h 2078060"/>
                <a:gd name="connsiteX10" fmla="*/ 885795 w 2103393"/>
                <a:gd name="connsiteY10" fmla="*/ 864780 h 2078060"/>
                <a:gd name="connsiteX11" fmla="*/ 919453 w 2103393"/>
                <a:gd name="connsiteY11" fmla="*/ 1302346 h 2078060"/>
                <a:gd name="connsiteX12" fmla="*/ 891405 w 2103393"/>
                <a:gd name="connsiteY12" fmla="*/ 1622105 h 2078060"/>
                <a:gd name="connsiteX13" fmla="*/ 89201 w 2103393"/>
                <a:gd name="connsiteY13" fmla="*/ 2065281 h 2078060"/>
                <a:gd name="connsiteX14" fmla="*/ 577255 w 2103393"/>
                <a:gd name="connsiteY14" fmla="*/ 488923 h 2078060"/>
                <a:gd name="connsiteX15" fmla="*/ 807257 w 2103393"/>
                <a:gd name="connsiteY15" fmla="*/ 724535 h 2078060"/>
                <a:gd name="connsiteX16" fmla="*/ 969942 w 2103393"/>
                <a:gd name="connsiteY16" fmla="*/ 612339 h 2078060"/>
                <a:gd name="connsiteX17" fmla="*/ 930675 w 2103393"/>
                <a:gd name="connsiteY17" fmla="*/ 51153 h 2078060"/>
                <a:gd name="connsiteX0" fmla="*/ 930675 w 2103393"/>
                <a:gd name="connsiteY0" fmla="*/ 57180 h 2084087"/>
                <a:gd name="connsiteX1" fmla="*/ 1190398 w 2103393"/>
                <a:gd name="connsiteY1" fmla="*/ 55507 h 2084087"/>
                <a:gd name="connsiteX2" fmla="*/ 1177505 w 2103393"/>
                <a:gd name="connsiteY2" fmla="*/ 612756 h 2084087"/>
                <a:gd name="connsiteX3" fmla="*/ 1312141 w 2103393"/>
                <a:gd name="connsiteY3" fmla="*/ 691293 h 2084087"/>
                <a:gd name="connsiteX4" fmla="*/ 1508484 w 2103393"/>
                <a:gd name="connsiteY4" fmla="*/ 494950 h 2084087"/>
                <a:gd name="connsiteX5" fmla="*/ 2058246 w 2103393"/>
                <a:gd name="connsiteY5" fmla="*/ 2043259 h 2084087"/>
                <a:gd name="connsiteX6" fmla="*/ 1244822 w 2103393"/>
                <a:gd name="connsiteY6" fmla="*/ 1633741 h 2084087"/>
                <a:gd name="connsiteX7" fmla="*/ 1205554 w 2103393"/>
                <a:gd name="connsiteY7" fmla="*/ 1319594 h 2084087"/>
                <a:gd name="connsiteX8" fmla="*/ 1244823 w 2103393"/>
                <a:gd name="connsiteY8" fmla="*/ 876417 h 2084087"/>
                <a:gd name="connsiteX9" fmla="*/ 1076528 w 2103393"/>
                <a:gd name="connsiteY9" fmla="*/ 730562 h 2084087"/>
                <a:gd name="connsiteX10" fmla="*/ 885795 w 2103393"/>
                <a:gd name="connsiteY10" fmla="*/ 870807 h 2084087"/>
                <a:gd name="connsiteX11" fmla="*/ 919453 w 2103393"/>
                <a:gd name="connsiteY11" fmla="*/ 1308373 h 2084087"/>
                <a:gd name="connsiteX12" fmla="*/ 891405 w 2103393"/>
                <a:gd name="connsiteY12" fmla="*/ 1628132 h 2084087"/>
                <a:gd name="connsiteX13" fmla="*/ 89201 w 2103393"/>
                <a:gd name="connsiteY13" fmla="*/ 2071308 h 2084087"/>
                <a:gd name="connsiteX14" fmla="*/ 577255 w 2103393"/>
                <a:gd name="connsiteY14" fmla="*/ 494950 h 2084087"/>
                <a:gd name="connsiteX15" fmla="*/ 807257 w 2103393"/>
                <a:gd name="connsiteY15" fmla="*/ 730562 h 2084087"/>
                <a:gd name="connsiteX16" fmla="*/ 969942 w 2103393"/>
                <a:gd name="connsiteY16" fmla="*/ 618366 h 2084087"/>
                <a:gd name="connsiteX17" fmla="*/ 930675 w 2103393"/>
                <a:gd name="connsiteY17" fmla="*/ 57180 h 2084087"/>
                <a:gd name="connsiteX0" fmla="*/ 930675 w 2103393"/>
                <a:gd name="connsiteY0" fmla="*/ 65797 h 2092704"/>
                <a:gd name="connsiteX1" fmla="*/ 1190398 w 2103393"/>
                <a:gd name="connsiteY1" fmla="*/ 64124 h 2092704"/>
                <a:gd name="connsiteX2" fmla="*/ 1177505 w 2103393"/>
                <a:gd name="connsiteY2" fmla="*/ 621373 h 2092704"/>
                <a:gd name="connsiteX3" fmla="*/ 1312141 w 2103393"/>
                <a:gd name="connsiteY3" fmla="*/ 699910 h 2092704"/>
                <a:gd name="connsiteX4" fmla="*/ 1508484 w 2103393"/>
                <a:gd name="connsiteY4" fmla="*/ 503567 h 2092704"/>
                <a:gd name="connsiteX5" fmla="*/ 2058246 w 2103393"/>
                <a:gd name="connsiteY5" fmla="*/ 2051876 h 2092704"/>
                <a:gd name="connsiteX6" fmla="*/ 1244822 w 2103393"/>
                <a:gd name="connsiteY6" fmla="*/ 1642358 h 2092704"/>
                <a:gd name="connsiteX7" fmla="*/ 1205554 w 2103393"/>
                <a:gd name="connsiteY7" fmla="*/ 1328211 h 2092704"/>
                <a:gd name="connsiteX8" fmla="*/ 1244823 w 2103393"/>
                <a:gd name="connsiteY8" fmla="*/ 885034 h 2092704"/>
                <a:gd name="connsiteX9" fmla="*/ 1076528 w 2103393"/>
                <a:gd name="connsiteY9" fmla="*/ 739179 h 2092704"/>
                <a:gd name="connsiteX10" fmla="*/ 885795 w 2103393"/>
                <a:gd name="connsiteY10" fmla="*/ 879424 h 2092704"/>
                <a:gd name="connsiteX11" fmla="*/ 919453 w 2103393"/>
                <a:gd name="connsiteY11" fmla="*/ 1316990 h 2092704"/>
                <a:gd name="connsiteX12" fmla="*/ 891405 w 2103393"/>
                <a:gd name="connsiteY12" fmla="*/ 1636749 h 2092704"/>
                <a:gd name="connsiteX13" fmla="*/ 89201 w 2103393"/>
                <a:gd name="connsiteY13" fmla="*/ 2079925 h 2092704"/>
                <a:gd name="connsiteX14" fmla="*/ 577255 w 2103393"/>
                <a:gd name="connsiteY14" fmla="*/ 503567 h 2092704"/>
                <a:gd name="connsiteX15" fmla="*/ 807257 w 2103393"/>
                <a:gd name="connsiteY15" fmla="*/ 739179 h 2092704"/>
                <a:gd name="connsiteX16" fmla="*/ 969942 w 2103393"/>
                <a:gd name="connsiteY16" fmla="*/ 626983 h 2092704"/>
                <a:gd name="connsiteX17" fmla="*/ 930675 w 2103393"/>
                <a:gd name="connsiteY17" fmla="*/ 65797 h 2092704"/>
                <a:gd name="connsiteX0" fmla="*/ 930675 w 2103393"/>
                <a:gd name="connsiteY0" fmla="*/ 65797 h 2092704"/>
                <a:gd name="connsiteX1" fmla="*/ 1190398 w 2103393"/>
                <a:gd name="connsiteY1" fmla="*/ 64124 h 2092704"/>
                <a:gd name="connsiteX2" fmla="*/ 1177505 w 2103393"/>
                <a:gd name="connsiteY2" fmla="*/ 621373 h 2092704"/>
                <a:gd name="connsiteX3" fmla="*/ 1312141 w 2103393"/>
                <a:gd name="connsiteY3" fmla="*/ 699910 h 2092704"/>
                <a:gd name="connsiteX4" fmla="*/ 1508484 w 2103393"/>
                <a:gd name="connsiteY4" fmla="*/ 503567 h 2092704"/>
                <a:gd name="connsiteX5" fmla="*/ 2058246 w 2103393"/>
                <a:gd name="connsiteY5" fmla="*/ 2051876 h 2092704"/>
                <a:gd name="connsiteX6" fmla="*/ 1244822 w 2103393"/>
                <a:gd name="connsiteY6" fmla="*/ 1642358 h 2092704"/>
                <a:gd name="connsiteX7" fmla="*/ 1205554 w 2103393"/>
                <a:gd name="connsiteY7" fmla="*/ 1328211 h 2092704"/>
                <a:gd name="connsiteX8" fmla="*/ 1244823 w 2103393"/>
                <a:gd name="connsiteY8" fmla="*/ 885034 h 2092704"/>
                <a:gd name="connsiteX9" fmla="*/ 1076528 w 2103393"/>
                <a:gd name="connsiteY9" fmla="*/ 739179 h 2092704"/>
                <a:gd name="connsiteX10" fmla="*/ 885795 w 2103393"/>
                <a:gd name="connsiteY10" fmla="*/ 879424 h 2092704"/>
                <a:gd name="connsiteX11" fmla="*/ 919453 w 2103393"/>
                <a:gd name="connsiteY11" fmla="*/ 1316990 h 2092704"/>
                <a:gd name="connsiteX12" fmla="*/ 891405 w 2103393"/>
                <a:gd name="connsiteY12" fmla="*/ 1636749 h 2092704"/>
                <a:gd name="connsiteX13" fmla="*/ 89201 w 2103393"/>
                <a:gd name="connsiteY13" fmla="*/ 2079925 h 2092704"/>
                <a:gd name="connsiteX14" fmla="*/ 577255 w 2103393"/>
                <a:gd name="connsiteY14" fmla="*/ 503567 h 2092704"/>
                <a:gd name="connsiteX15" fmla="*/ 807257 w 2103393"/>
                <a:gd name="connsiteY15" fmla="*/ 739179 h 2092704"/>
                <a:gd name="connsiteX16" fmla="*/ 969942 w 2103393"/>
                <a:gd name="connsiteY16" fmla="*/ 626983 h 2092704"/>
                <a:gd name="connsiteX17" fmla="*/ 930675 w 2103393"/>
                <a:gd name="connsiteY17" fmla="*/ 65797 h 2092704"/>
                <a:gd name="connsiteX0" fmla="*/ 930675 w 2103393"/>
                <a:gd name="connsiteY0" fmla="*/ 73853 h 2100760"/>
                <a:gd name="connsiteX1" fmla="*/ 1190398 w 2103393"/>
                <a:gd name="connsiteY1" fmla="*/ 72180 h 2100760"/>
                <a:gd name="connsiteX2" fmla="*/ 1177505 w 2103393"/>
                <a:gd name="connsiteY2" fmla="*/ 629429 h 2100760"/>
                <a:gd name="connsiteX3" fmla="*/ 1312141 w 2103393"/>
                <a:gd name="connsiteY3" fmla="*/ 707966 h 2100760"/>
                <a:gd name="connsiteX4" fmla="*/ 1508484 w 2103393"/>
                <a:gd name="connsiteY4" fmla="*/ 511623 h 2100760"/>
                <a:gd name="connsiteX5" fmla="*/ 2058246 w 2103393"/>
                <a:gd name="connsiteY5" fmla="*/ 2059932 h 2100760"/>
                <a:gd name="connsiteX6" fmla="*/ 1244822 w 2103393"/>
                <a:gd name="connsiteY6" fmla="*/ 1650414 h 2100760"/>
                <a:gd name="connsiteX7" fmla="*/ 1205554 w 2103393"/>
                <a:gd name="connsiteY7" fmla="*/ 1336267 h 2100760"/>
                <a:gd name="connsiteX8" fmla="*/ 1244823 w 2103393"/>
                <a:gd name="connsiteY8" fmla="*/ 893090 h 2100760"/>
                <a:gd name="connsiteX9" fmla="*/ 1076528 w 2103393"/>
                <a:gd name="connsiteY9" fmla="*/ 747235 h 2100760"/>
                <a:gd name="connsiteX10" fmla="*/ 885795 w 2103393"/>
                <a:gd name="connsiteY10" fmla="*/ 887480 h 2100760"/>
                <a:gd name="connsiteX11" fmla="*/ 919453 w 2103393"/>
                <a:gd name="connsiteY11" fmla="*/ 1325046 h 2100760"/>
                <a:gd name="connsiteX12" fmla="*/ 891405 w 2103393"/>
                <a:gd name="connsiteY12" fmla="*/ 1644805 h 2100760"/>
                <a:gd name="connsiteX13" fmla="*/ 89201 w 2103393"/>
                <a:gd name="connsiteY13" fmla="*/ 2087981 h 2100760"/>
                <a:gd name="connsiteX14" fmla="*/ 577255 w 2103393"/>
                <a:gd name="connsiteY14" fmla="*/ 511623 h 2100760"/>
                <a:gd name="connsiteX15" fmla="*/ 807257 w 2103393"/>
                <a:gd name="connsiteY15" fmla="*/ 747235 h 2100760"/>
                <a:gd name="connsiteX16" fmla="*/ 969942 w 2103393"/>
                <a:gd name="connsiteY16" fmla="*/ 635039 h 2100760"/>
                <a:gd name="connsiteX17" fmla="*/ 930675 w 2103393"/>
                <a:gd name="connsiteY17" fmla="*/ 73853 h 2100760"/>
                <a:gd name="connsiteX0" fmla="*/ 930675 w 2103393"/>
                <a:gd name="connsiteY0" fmla="*/ 77953 h 2104860"/>
                <a:gd name="connsiteX1" fmla="*/ 1190398 w 2103393"/>
                <a:gd name="connsiteY1" fmla="*/ 76280 h 2104860"/>
                <a:gd name="connsiteX2" fmla="*/ 1177505 w 2103393"/>
                <a:gd name="connsiteY2" fmla="*/ 633529 h 2104860"/>
                <a:gd name="connsiteX3" fmla="*/ 1312141 w 2103393"/>
                <a:gd name="connsiteY3" fmla="*/ 712066 h 2104860"/>
                <a:gd name="connsiteX4" fmla="*/ 1508484 w 2103393"/>
                <a:gd name="connsiteY4" fmla="*/ 515723 h 2104860"/>
                <a:gd name="connsiteX5" fmla="*/ 2058246 w 2103393"/>
                <a:gd name="connsiteY5" fmla="*/ 2064032 h 2104860"/>
                <a:gd name="connsiteX6" fmla="*/ 1244822 w 2103393"/>
                <a:gd name="connsiteY6" fmla="*/ 1654514 h 2104860"/>
                <a:gd name="connsiteX7" fmla="*/ 1205554 w 2103393"/>
                <a:gd name="connsiteY7" fmla="*/ 1340367 h 2104860"/>
                <a:gd name="connsiteX8" fmla="*/ 1244823 w 2103393"/>
                <a:gd name="connsiteY8" fmla="*/ 897190 h 2104860"/>
                <a:gd name="connsiteX9" fmla="*/ 1076528 w 2103393"/>
                <a:gd name="connsiteY9" fmla="*/ 751335 h 2104860"/>
                <a:gd name="connsiteX10" fmla="*/ 885795 w 2103393"/>
                <a:gd name="connsiteY10" fmla="*/ 891580 h 2104860"/>
                <a:gd name="connsiteX11" fmla="*/ 919453 w 2103393"/>
                <a:gd name="connsiteY11" fmla="*/ 1329146 h 2104860"/>
                <a:gd name="connsiteX12" fmla="*/ 891405 w 2103393"/>
                <a:gd name="connsiteY12" fmla="*/ 1648905 h 2104860"/>
                <a:gd name="connsiteX13" fmla="*/ 89201 w 2103393"/>
                <a:gd name="connsiteY13" fmla="*/ 2092081 h 2104860"/>
                <a:gd name="connsiteX14" fmla="*/ 577255 w 2103393"/>
                <a:gd name="connsiteY14" fmla="*/ 515723 h 2104860"/>
                <a:gd name="connsiteX15" fmla="*/ 807257 w 2103393"/>
                <a:gd name="connsiteY15" fmla="*/ 751335 h 2104860"/>
                <a:gd name="connsiteX16" fmla="*/ 969942 w 2103393"/>
                <a:gd name="connsiteY16" fmla="*/ 639139 h 2104860"/>
                <a:gd name="connsiteX17" fmla="*/ 930675 w 2103393"/>
                <a:gd name="connsiteY17" fmla="*/ 77953 h 2104860"/>
                <a:gd name="connsiteX0" fmla="*/ 930675 w 2103393"/>
                <a:gd name="connsiteY0" fmla="*/ 71187 h 2098094"/>
                <a:gd name="connsiteX1" fmla="*/ 1190398 w 2103393"/>
                <a:gd name="connsiteY1" fmla="*/ 69514 h 2098094"/>
                <a:gd name="connsiteX2" fmla="*/ 1177505 w 2103393"/>
                <a:gd name="connsiteY2" fmla="*/ 626763 h 2098094"/>
                <a:gd name="connsiteX3" fmla="*/ 1312141 w 2103393"/>
                <a:gd name="connsiteY3" fmla="*/ 705300 h 2098094"/>
                <a:gd name="connsiteX4" fmla="*/ 1508484 w 2103393"/>
                <a:gd name="connsiteY4" fmla="*/ 508957 h 2098094"/>
                <a:gd name="connsiteX5" fmla="*/ 2058246 w 2103393"/>
                <a:gd name="connsiteY5" fmla="*/ 2057266 h 2098094"/>
                <a:gd name="connsiteX6" fmla="*/ 1244822 w 2103393"/>
                <a:gd name="connsiteY6" fmla="*/ 1647748 h 2098094"/>
                <a:gd name="connsiteX7" fmla="*/ 1205554 w 2103393"/>
                <a:gd name="connsiteY7" fmla="*/ 1333601 h 2098094"/>
                <a:gd name="connsiteX8" fmla="*/ 1244823 w 2103393"/>
                <a:gd name="connsiteY8" fmla="*/ 890424 h 2098094"/>
                <a:gd name="connsiteX9" fmla="*/ 1076528 w 2103393"/>
                <a:gd name="connsiteY9" fmla="*/ 744569 h 2098094"/>
                <a:gd name="connsiteX10" fmla="*/ 885795 w 2103393"/>
                <a:gd name="connsiteY10" fmla="*/ 884814 h 2098094"/>
                <a:gd name="connsiteX11" fmla="*/ 919453 w 2103393"/>
                <a:gd name="connsiteY11" fmla="*/ 1322380 h 2098094"/>
                <a:gd name="connsiteX12" fmla="*/ 891405 w 2103393"/>
                <a:gd name="connsiteY12" fmla="*/ 1642139 h 2098094"/>
                <a:gd name="connsiteX13" fmla="*/ 89201 w 2103393"/>
                <a:gd name="connsiteY13" fmla="*/ 2085315 h 2098094"/>
                <a:gd name="connsiteX14" fmla="*/ 577255 w 2103393"/>
                <a:gd name="connsiteY14" fmla="*/ 508957 h 2098094"/>
                <a:gd name="connsiteX15" fmla="*/ 807257 w 2103393"/>
                <a:gd name="connsiteY15" fmla="*/ 744569 h 2098094"/>
                <a:gd name="connsiteX16" fmla="*/ 969942 w 2103393"/>
                <a:gd name="connsiteY16" fmla="*/ 632373 h 2098094"/>
                <a:gd name="connsiteX17" fmla="*/ 930675 w 2103393"/>
                <a:gd name="connsiteY17" fmla="*/ 71187 h 2098094"/>
                <a:gd name="connsiteX0" fmla="*/ 930675 w 2103393"/>
                <a:gd name="connsiteY0" fmla="*/ 75207 h 2102114"/>
                <a:gd name="connsiteX1" fmla="*/ 1190398 w 2103393"/>
                <a:gd name="connsiteY1" fmla="*/ 73534 h 2102114"/>
                <a:gd name="connsiteX2" fmla="*/ 1177505 w 2103393"/>
                <a:gd name="connsiteY2" fmla="*/ 630783 h 2102114"/>
                <a:gd name="connsiteX3" fmla="*/ 1312141 w 2103393"/>
                <a:gd name="connsiteY3" fmla="*/ 709320 h 2102114"/>
                <a:gd name="connsiteX4" fmla="*/ 1508484 w 2103393"/>
                <a:gd name="connsiteY4" fmla="*/ 512977 h 2102114"/>
                <a:gd name="connsiteX5" fmla="*/ 2058246 w 2103393"/>
                <a:gd name="connsiteY5" fmla="*/ 2061286 h 2102114"/>
                <a:gd name="connsiteX6" fmla="*/ 1244822 w 2103393"/>
                <a:gd name="connsiteY6" fmla="*/ 1651768 h 2102114"/>
                <a:gd name="connsiteX7" fmla="*/ 1205554 w 2103393"/>
                <a:gd name="connsiteY7" fmla="*/ 1337621 h 2102114"/>
                <a:gd name="connsiteX8" fmla="*/ 1244823 w 2103393"/>
                <a:gd name="connsiteY8" fmla="*/ 894444 h 2102114"/>
                <a:gd name="connsiteX9" fmla="*/ 1076528 w 2103393"/>
                <a:gd name="connsiteY9" fmla="*/ 748589 h 2102114"/>
                <a:gd name="connsiteX10" fmla="*/ 885795 w 2103393"/>
                <a:gd name="connsiteY10" fmla="*/ 888834 h 2102114"/>
                <a:gd name="connsiteX11" fmla="*/ 919453 w 2103393"/>
                <a:gd name="connsiteY11" fmla="*/ 1326400 h 2102114"/>
                <a:gd name="connsiteX12" fmla="*/ 891405 w 2103393"/>
                <a:gd name="connsiteY12" fmla="*/ 1646159 h 2102114"/>
                <a:gd name="connsiteX13" fmla="*/ 89201 w 2103393"/>
                <a:gd name="connsiteY13" fmla="*/ 2089335 h 2102114"/>
                <a:gd name="connsiteX14" fmla="*/ 577255 w 2103393"/>
                <a:gd name="connsiteY14" fmla="*/ 512977 h 2102114"/>
                <a:gd name="connsiteX15" fmla="*/ 807257 w 2103393"/>
                <a:gd name="connsiteY15" fmla="*/ 748589 h 2102114"/>
                <a:gd name="connsiteX16" fmla="*/ 969942 w 2103393"/>
                <a:gd name="connsiteY16" fmla="*/ 636393 h 2102114"/>
                <a:gd name="connsiteX17" fmla="*/ 930675 w 2103393"/>
                <a:gd name="connsiteY17" fmla="*/ 75207 h 2102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03393" h="2102114">
                  <a:moveTo>
                    <a:pt x="930675" y="75207"/>
                  </a:moveTo>
                  <a:cubicBezTo>
                    <a:pt x="914336" y="-26367"/>
                    <a:pt x="1202803" y="-23213"/>
                    <a:pt x="1190398" y="73534"/>
                  </a:cubicBezTo>
                  <a:lnTo>
                    <a:pt x="1177505" y="630783"/>
                  </a:lnTo>
                  <a:lnTo>
                    <a:pt x="1312141" y="709320"/>
                  </a:lnTo>
                  <a:cubicBezTo>
                    <a:pt x="1349539" y="621433"/>
                    <a:pt x="1403768" y="466228"/>
                    <a:pt x="1508484" y="512977"/>
                  </a:cubicBezTo>
                  <a:cubicBezTo>
                    <a:pt x="1961009" y="692492"/>
                    <a:pt x="2211581" y="1696648"/>
                    <a:pt x="2058246" y="2061286"/>
                  </a:cubicBezTo>
                  <a:cubicBezTo>
                    <a:pt x="1912391" y="2233320"/>
                    <a:pt x="1542142" y="1816322"/>
                    <a:pt x="1244822" y="1651768"/>
                  </a:cubicBezTo>
                  <a:cubicBezTo>
                    <a:pt x="1113927" y="1590061"/>
                    <a:pt x="1184984" y="1466646"/>
                    <a:pt x="1205554" y="1337621"/>
                  </a:cubicBezTo>
                  <a:cubicBezTo>
                    <a:pt x="1233603" y="1238514"/>
                    <a:pt x="1127017" y="1161846"/>
                    <a:pt x="1244823" y="894444"/>
                  </a:cubicBezTo>
                  <a:cubicBezTo>
                    <a:pt x="1188725" y="845826"/>
                    <a:pt x="1155065" y="802817"/>
                    <a:pt x="1076528" y="748589"/>
                  </a:cubicBezTo>
                  <a:cubicBezTo>
                    <a:pt x="973682" y="789728"/>
                    <a:pt x="949373" y="842086"/>
                    <a:pt x="885795" y="888834"/>
                  </a:cubicBezTo>
                  <a:cubicBezTo>
                    <a:pt x="951243" y="1053389"/>
                    <a:pt x="898883" y="1240382"/>
                    <a:pt x="919453" y="1326400"/>
                  </a:cubicBezTo>
                  <a:cubicBezTo>
                    <a:pt x="930673" y="1432986"/>
                    <a:pt x="1003602" y="1595671"/>
                    <a:pt x="891405" y="1646159"/>
                  </a:cubicBezTo>
                  <a:cubicBezTo>
                    <a:pt x="685711" y="1737785"/>
                    <a:pt x="311722" y="2121123"/>
                    <a:pt x="89201" y="2089335"/>
                  </a:cubicBezTo>
                  <a:cubicBezTo>
                    <a:pt x="-118362" y="2035107"/>
                    <a:pt x="33103" y="774768"/>
                    <a:pt x="577255" y="512977"/>
                  </a:cubicBezTo>
                  <a:cubicBezTo>
                    <a:pt x="704411" y="464359"/>
                    <a:pt x="736199" y="673791"/>
                    <a:pt x="807257" y="748589"/>
                  </a:cubicBezTo>
                  <a:lnTo>
                    <a:pt x="969942" y="636393"/>
                  </a:lnTo>
                  <a:cubicBezTo>
                    <a:pt x="968072" y="483058"/>
                    <a:pt x="947112" y="235825"/>
                    <a:pt x="930675" y="75207"/>
                  </a:cubicBezTo>
                  <a:close/>
                </a:path>
              </a:pathLst>
            </a:custGeom>
            <a:solidFill>
              <a:schemeClr val="accent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Freeform 38"/>
            <p:cNvSpPr/>
            <p:nvPr/>
          </p:nvSpPr>
          <p:spPr>
            <a:xfrm>
              <a:off x="4895180" y="1546980"/>
              <a:ext cx="454505" cy="378520"/>
            </a:xfrm>
            <a:custGeom>
              <a:avLst/>
              <a:gdLst/>
              <a:ahLst/>
              <a:cxnLst/>
              <a:rect l="l" t="t" r="r" b="b"/>
              <a:pathLst>
                <a:path w="3240001" h="2698329">
                  <a:moveTo>
                    <a:pt x="2548075" y="5025"/>
                  </a:moveTo>
                  <a:cubicBezTo>
                    <a:pt x="2888705" y="21427"/>
                    <a:pt x="3205543" y="144443"/>
                    <a:pt x="3236875" y="324866"/>
                  </a:cubicBezTo>
                  <a:cubicBezTo>
                    <a:pt x="3272384" y="584869"/>
                    <a:pt x="3000845" y="793843"/>
                    <a:pt x="2654112" y="922630"/>
                  </a:cubicBezTo>
                  <a:cubicBezTo>
                    <a:pt x="2512076" y="1002818"/>
                    <a:pt x="2288579" y="1396468"/>
                    <a:pt x="2077615" y="1155904"/>
                  </a:cubicBezTo>
                  <a:cubicBezTo>
                    <a:pt x="1902159" y="985808"/>
                    <a:pt x="1914692" y="662627"/>
                    <a:pt x="1946024" y="426923"/>
                  </a:cubicBezTo>
                  <a:cubicBezTo>
                    <a:pt x="1958557" y="234957"/>
                    <a:pt x="1977355" y="79442"/>
                    <a:pt x="2209208" y="25983"/>
                  </a:cubicBezTo>
                  <a:cubicBezTo>
                    <a:pt x="2318345" y="5936"/>
                    <a:pt x="2434532" y="-443"/>
                    <a:pt x="2548075" y="5025"/>
                  </a:cubicBezTo>
                  <a:close/>
                  <a:moveTo>
                    <a:pt x="1184195" y="86"/>
                  </a:moveTo>
                  <a:cubicBezTo>
                    <a:pt x="1412849" y="2955"/>
                    <a:pt x="1621488" y="77771"/>
                    <a:pt x="1732975" y="244677"/>
                  </a:cubicBezTo>
                  <a:cubicBezTo>
                    <a:pt x="1866656" y="436642"/>
                    <a:pt x="1793548" y="672347"/>
                    <a:pt x="1801904" y="871602"/>
                  </a:cubicBezTo>
                  <a:cubicBezTo>
                    <a:pt x="1820702" y="1041698"/>
                    <a:pt x="1996160" y="1255532"/>
                    <a:pt x="1889631" y="1396469"/>
                  </a:cubicBezTo>
                  <a:cubicBezTo>
                    <a:pt x="1714174" y="1644320"/>
                    <a:pt x="1482324" y="1717219"/>
                    <a:pt x="1300601" y="1906754"/>
                  </a:cubicBezTo>
                  <a:cubicBezTo>
                    <a:pt x="1068750" y="2152178"/>
                    <a:pt x="736639" y="2754803"/>
                    <a:pt x="442124" y="2694054"/>
                  </a:cubicBezTo>
                  <a:cubicBezTo>
                    <a:pt x="189385" y="2609005"/>
                    <a:pt x="149697" y="2276103"/>
                    <a:pt x="78680" y="2016101"/>
                  </a:cubicBezTo>
                  <a:cubicBezTo>
                    <a:pt x="-50823" y="1442635"/>
                    <a:pt x="-61268" y="759824"/>
                    <a:pt x="366928" y="302996"/>
                  </a:cubicBezTo>
                  <a:cubicBezTo>
                    <a:pt x="563141" y="111638"/>
                    <a:pt x="890211" y="-3604"/>
                    <a:pt x="1184195" y="86"/>
                  </a:cubicBezTo>
                  <a:close/>
                </a:path>
              </a:pathLst>
            </a:cu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Freeform 42"/>
            <p:cNvSpPr/>
            <p:nvPr/>
          </p:nvSpPr>
          <p:spPr>
            <a:xfrm>
              <a:off x="7469572" y="1153821"/>
              <a:ext cx="420211" cy="420211"/>
            </a:xfrm>
            <a:custGeom>
              <a:avLst/>
              <a:gdLst>
                <a:gd name="connsiteX0" fmla="*/ 1054645 w 3259303"/>
                <a:gd name="connsiteY0" fmla="*/ 0 h 3248084"/>
                <a:gd name="connsiteX1" fmla="*/ 1469772 w 3259303"/>
                <a:gd name="connsiteY1" fmla="*/ 28049 h 3248084"/>
                <a:gd name="connsiteX2" fmla="*/ 1682945 w 3259303"/>
                <a:gd name="connsiteY2" fmla="*/ 740496 h 3248084"/>
                <a:gd name="connsiteX3" fmla="*/ 2417830 w 3259303"/>
                <a:gd name="connsiteY3" fmla="*/ 566592 h 3248084"/>
                <a:gd name="connsiteX4" fmla="*/ 3259303 w 3259303"/>
                <a:gd name="connsiteY4" fmla="*/ 1834410 h 3248084"/>
                <a:gd name="connsiteX5" fmla="*/ 2311244 w 3259303"/>
                <a:gd name="connsiteY5" fmla="*/ 3113448 h 3248084"/>
                <a:gd name="connsiteX6" fmla="*/ 622689 w 3259303"/>
                <a:gd name="connsiteY6" fmla="*/ 2670273 h 3248084"/>
                <a:gd name="connsiteX7" fmla="*/ 398297 w 3259303"/>
                <a:gd name="connsiteY7" fmla="*/ 3248084 h 3248084"/>
                <a:gd name="connsiteX8" fmla="*/ 0 w 3259303"/>
                <a:gd name="connsiteY8" fmla="*/ 3242474 h 3248084"/>
                <a:gd name="connsiteX9" fmla="*/ 218783 w 3259303"/>
                <a:gd name="connsiteY9" fmla="*/ 2333684 h 3248084"/>
                <a:gd name="connsiteX10" fmla="*/ 1593187 w 3259303"/>
                <a:gd name="connsiteY10" fmla="*/ 1997095 h 3248084"/>
                <a:gd name="connsiteX11" fmla="*/ 1250989 w 3259303"/>
                <a:gd name="connsiteY11" fmla="*/ 964889 h 3248084"/>
                <a:gd name="connsiteX12" fmla="*/ 1054645 w 3259303"/>
                <a:gd name="connsiteY12" fmla="*/ 0 h 3248084"/>
                <a:gd name="connsiteX0" fmla="*/ 1054645 w 3259303"/>
                <a:gd name="connsiteY0" fmla="*/ 0 h 3225645"/>
                <a:gd name="connsiteX1" fmla="*/ 1469772 w 3259303"/>
                <a:gd name="connsiteY1" fmla="*/ 5610 h 3225645"/>
                <a:gd name="connsiteX2" fmla="*/ 1682945 w 3259303"/>
                <a:gd name="connsiteY2" fmla="*/ 718057 h 3225645"/>
                <a:gd name="connsiteX3" fmla="*/ 2417830 w 3259303"/>
                <a:gd name="connsiteY3" fmla="*/ 544153 h 3225645"/>
                <a:gd name="connsiteX4" fmla="*/ 3259303 w 3259303"/>
                <a:gd name="connsiteY4" fmla="*/ 1811971 h 3225645"/>
                <a:gd name="connsiteX5" fmla="*/ 2311244 w 3259303"/>
                <a:gd name="connsiteY5" fmla="*/ 3091009 h 3225645"/>
                <a:gd name="connsiteX6" fmla="*/ 622689 w 3259303"/>
                <a:gd name="connsiteY6" fmla="*/ 2647834 h 3225645"/>
                <a:gd name="connsiteX7" fmla="*/ 398297 w 3259303"/>
                <a:gd name="connsiteY7" fmla="*/ 3225645 h 3225645"/>
                <a:gd name="connsiteX8" fmla="*/ 0 w 3259303"/>
                <a:gd name="connsiteY8" fmla="*/ 3220035 h 3225645"/>
                <a:gd name="connsiteX9" fmla="*/ 218783 w 3259303"/>
                <a:gd name="connsiteY9" fmla="*/ 2311245 h 3225645"/>
                <a:gd name="connsiteX10" fmla="*/ 1593187 w 3259303"/>
                <a:gd name="connsiteY10" fmla="*/ 1974656 h 3225645"/>
                <a:gd name="connsiteX11" fmla="*/ 1250989 w 3259303"/>
                <a:gd name="connsiteY11" fmla="*/ 942450 h 3225645"/>
                <a:gd name="connsiteX12" fmla="*/ 1054645 w 3259303"/>
                <a:gd name="connsiteY12" fmla="*/ 0 h 3225645"/>
                <a:gd name="connsiteX0" fmla="*/ 1054645 w 3259303"/>
                <a:gd name="connsiteY0" fmla="*/ 0 h 3242475"/>
                <a:gd name="connsiteX1" fmla="*/ 1469772 w 3259303"/>
                <a:gd name="connsiteY1" fmla="*/ 22440 h 3242475"/>
                <a:gd name="connsiteX2" fmla="*/ 1682945 w 3259303"/>
                <a:gd name="connsiteY2" fmla="*/ 734887 h 3242475"/>
                <a:gd name="connsiteX3" fmla="*/ 2417830 w 3259303"/>
                <a:gd name="connsiteY3" fmla="*/ 560983 h 3242475"/>
                <a:gd name="connsiteX4" fmla="*/ 3259303 w 3259303"/>
                <a:gd name="connsiteY4" fmla="*/ 1828801 h 3242475"/>
                <a:gd name="connsiteX5" fmla="*/ 2311244 w 3259303"/>
                <a:gd name="connsiteY5" fmla="*/ 3107839 h 3242475"/>
                <a:gd name="connsiteX6" fmla="*/ 622689 w 3259303"/>
                <a:gd name="connsiteY6" fmla="*/ 2664664 h 3242475"/>
                <a:gd name="connsiteX7" fmla="*/ 398297 w 3259303"/>
                <a:gd name="connsiteY7" fmla="*/ 3242475 h 3242475"/>
                <a:gd name="connsiteX8" fmla="*/ 0 w 3259303"/>
                <a:gd name="connsiteY8" fmla="*/ 3236865 h 3242475"/>
                <a:gd name="connsiteX9" fmla="*/ 218783 w 3259303"/>
                <a:gd name="connsiteY9" fmla="*/ 2328075 h 3242475"/>
                <a:gd name="connsiteX10" fmla="*/ 1593187 w 3259303"/>
                <a:gd name="connsiteY10" fmla="*/ 1991486 h 3242475"/>
                <a:gd name="connsiteX11" fmla="*/ 1250989 w 3259303"/>
                <a:gd name="connsiteY11" fmla="*/ 959280 h 3242475"/>
                <a:gd name="connsiteX12" fmla="*/ 1054645 w 3259303"/>
                <a:gd name="connsiteY12" fmla="*/ 0 h 3242475"/>
                <a:gd name="connsiteX0" fmla="*/ 1054645 w 3259303"/>
                <a:gd name="connsiteY0" fmla="*/ 0 h 3242475"/>
                <a:gd name="connsiteX1" fmla="*/ 1464162 w 3259303"/>
                <a:gd name="connsiteY1" fmla="*/ 1 h 3242475"/>
                <a:gd name="connsiteX2" fmla="*/ 1682945 w 3259303"/>
                <a:gd name="connsiteY2" fmla="*/ 734887 h 3242475"/>
                <a:gd name="connsiteX3" fmla="*/ 2417830 w 3259303"/>
                <a:gd name="connsiteY3" fmla="*/ 560983 h 3242475"/>
                <a:gd name="connsiteX4" fmla="*/ 3259303 w 3259303"/>
                <a:gd name="connsiteY4" fmla="*/ 1828801 h 3242475"/>
                <a:gd name="connsiteX5" fmla="*/ 2311244 w 3259303"/>
                <a:gd name="connsiteY5" fmla="*/ 3107839 h 3242475"/>
                <a:gd name="connsiteX6" fmla="*/ 622689 w 3259303"/>
                <a:gd name="connsiteY6" fmla="*/ 2664664 h 3242475"/>
                <a:gd name="connsiteX7" fmla="*/ 398297 w 3259303"/>
                <a:gd name="connsiteY7" fmla="*/ 3242475 h 3242475"/>
                <a:gd name="connsiteX8" fmla="*/ 0 w 3259303"/>
                <a:gd name="connsiteY8" fmla="*/ 3236865 h 3242475"/>
                <a:gd name="connsiteX9" fmla="*/ 218783 w 3259303"/>
                <a:gd name="connsiteY9" fmla="*/ 2328075 h 3242475"/>
                <a:gd name="connsiteX10" fmla="*/ 1593187 w 3259303"/>
                <a:gd name="connsiteY10" fmla="*/ 1991486 h 3242475"/>
                <a:gd name="connsiteX11" fmla="*/ 1250989 w 3259303"/>
                <a:gd name="connsiteY11" fmla="*/ 959280 h 3242475"/>
                <a:gd name="connsiteX12" fmla="*/ 1054645 w 3259303"/>
                <a:gd name="connsiteY12" fmla="*/ 0 h 3242475"/>
                <a:gd name="connsiteX0" fmla="*/ 1065864 w 3259303"/>
                <a:gd name="connsiteY0" fmla="*/ 5609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5609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37566 w 3259303"/>
                <a:gd name="connsiteY9" fmla="*/ 2260757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37566 w 3259303"/>
                <a:gd name="connsiteY9" fmla="*/ 2260757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76358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76358 w 3259303"/>
                <a:gd name="connsiteY10" fmla="*/ 1991485 h 3242474"/>
                <a:gd name="connsiteX11" fmla="*/ 1250989 w 3259303"/>
                <a:gd name="connsiteY11" fmla="*/ 959279 h 3242474"/>
                <a:gd name="connsiteX12" fmla="*/ 1065864 w 3259303"/>
                <a:gd name="connsiteY12" fmla="*/ 16828 h 3242474"/>
                <a:gd name="connsiteX0" fmla="*/ 1004156 w 3197595"/>
                <a:gd name="connsiteY0" fmla="*/ 16828 h 3242474"/>
                <a:gd name="connsiteX1" fmla="*/ 1402454 w 3197595"/>
                <a:gd name="connsiteY1" fmla="*/ 0 h 3242474"/>
                <a:gd name="connsiteX2" fmla="*/ 1621237 w 3197595"/>
                <a:gd name="connsiteY2" fmla="*/ 734886 h 3242474"/>
                <a:gd name="connsiteX3" fmla="*/ 2356122 w 3197595"/>
                <a:gd name="connsiteY3" fmla="*/ 560982 h 3242474"/>
                <a:gd name="connsiteX4" fmla="*/ 3197595 w 3197595"/>
                <a:gd name="connsiteY4" fmla="*/ 1828800 h 3242474"/>
                <a:gd name="connsiteX5" fmla="*/ 2249536 w 3197595"/>
                <a:gd name="connsiteY5" fmla="*/ 3107838 h 3242474"/>
                <a:gd name="connsiteX6" fmla="*/ 560981 w 3197595"/>
                <a:gd name="connsiteY6" fmla="*/ 2664663 h 3242474"/>
                <a:gd name="connsiteX7" fmla="*/ 336589 w 3197595"/>
                <a:gd name="connsiteY7" fmla="*/ 3242474 h 3242474"/>
                <a:gd name="connsiteX8" fmla="*/ 0 w 3197595"/>
                <a:gd name="connsiteY8" fmla="*/ 3236864 h 3242474"/>
                <a:gd name="connsiteX9" fmla="*/ 387077 w 3197595"/>
                <a:gd name="connsiteY9" fmla="*/ 2232708 h 3242474"/>
                <a:gd name="connsiteX10" fmla="*/ 1514650 w 3197595"/>
                <a:gd name="connsiteY10" fmla="*/ 1991485 h 3242474"/>
                <a:gd name="connsiteX11" fmla="*/ 1189281 w 3197595"/>
                <a:gd name="connsiteY11" fmla="*/ 959279 h 3242474"/>
                <a:gd name="connsiteX12" fmla="*/ 1004156 w 3197595"/>
                <a:gd name="connsiteY12" fmla="*/ 16828 h 3242474"/>
                <a:gd name="connsiteX0" fmla="*/ 1011476 w 3204915"/>
                <a:gd name="connsiteY0" fmla="*/ 16828 h 3242474"/>
                <a:gd name="connsiteX1" fmla="*/ 1409774 w 3204915"/>
                <a:gd name="connsiteY1" fmla="*/ 0 h 3242474"/>
                <a:gd name="connsiteX2" fmla="*/ 1628557 w 3204915"/>
                <a:gd name="connsiteY2" fmla="*/ 734886 h 3242474"/>
                <a:gd name="connsiteX3" fmla="*/ 2363442 w 3204915"/>
                <a:gd name="connsiteY3" fmla="*/ 560982 h 3242474"/>
                <a:gd name="connsiteX4" fmla="*/ 3204915 w 3204915"/>
                <a:gd name="connsiteY4" fmla="*/ 1828800 h 3242474"/>
                <a:gd name="connsiteX5" fmla="*/ 2256856 w 3204915"/>
                <a:gd name="connsiteY5" fmla="*/ 3107838 h 3242474"/>
                <a:gd name="connsiteX6" fmla="*/ 568301 w 3204915"/>
                <a:gd name="connsiteY6" fmla="*/ 2664663 h 3242474"/>
                <a:gd name="connsiteX7" fmla="*/ 343909 w 3204915"/>
                <a:gd name="connsiteY7" fmla="*/ 3242474 h 3242474"/>
                <a:gd name="connsiteX8" fmla="*/ 7320 w 3204915"/>
                <a:gd name="connsiteY8" fmla="*/ 3236864 h 3242474"/>
                <a:gd name="connsiteX9" fmla="*/ 394397 w 3204915"/>
                <a:gd name="connsiteY9" fmla="*/ 2232708 h 3242474"/>
                <a:gd name="connsiteX10" fmla="*/ 1521970 w 3204915"/>
                <a:gd name="connsiteY10" fmla="*/ 1991485 h 3242474"/>
                <a:gd name="connsiteX11" fmla="*/ 1196601 w 3204915"/>
                <a:gd name="connsiteY11" fmla="*/ 959279 h 3242474"/>
                <a:gd name="connsiteX12" fmla="*/ 1011476 w 3204915"/>
                <a:gd name="connsiteY12" fmla="*/ 16828 h 3242474"/>
                <a:gd name="connsiteX0" fmla="*/ 1007292 w 3200731"/>
                <a:gd name="connsiteY0" fmla="*/ 16828 h 3242474"/>
                <a:gd name="connsiteX1" fmla="*/ 1405590 w 3200731"/>
                <a:gd name="connsiteY1" fmla="*/ 0 h 3242474"/>
                <a:gd name="connsiteX2" fmla="*/ 1624373 w 3200731"/>
                <a:gd name="connsiteY2" fmla="*/ 734886 h 3242474"/>
                <a:gd name="connsiteX3" fmla="*/ 2359258 w 3200731"/>
                <a:gd name="connsiteY3" fmla="*/ 560982 h 3242474"/>
                <a:gd name="connsiteX4" fmla="*/ 3200731 w 3200731"/>
                <a:gd name="connsiteY4" fmla="*/ 1828800 h 3242474"/>
                <a:gd name="connsiteX5" fmla="*/ 2252672 w 3200731"/>
                <a:gd name="connsiteY5" fmla="*/ 3107838 h 3242474"/>
                <a:gd name="connsiteX6" fmla="*/ 564117 w 3200731"/>
                <a:gd name="connsiteY6" fmla="*/ 2664663 h 3242474"/>
                <a:gd name="connsiteX7" fmla="*/ 339725 w 3200731"/>
                <a:gd name="connsiteY7" fmla="*/ 3242474 h 3242474"/>
                <a:gd name="connsiteX8" fmla="*/ 3136 w 3200731"/>
                <a:gd name="connsiteY8" fmla="*/ 3236864 h 3242474"/>
                <a:gd name="connsiteX9" fmla="*/ 390213 w 3200731"/>
                <a:gd name="connsiteY9" fmla="*/ 2232708 h 3242474"/>
                <a:gd name="connsiteX10" fmla="*/ 1517786 w 3200731"/>
                <a:gd name="connsiteY10" fmla="*/ 1991485 h 3242474"/>
                <a:gd name="connsiteX11" fmla="*/ 1192417 w 3200731"/>
                <a:gd name="connsiteY11" fmla="*/ 959279 h 3242474"/>
                <a:gd name="connsiteX12" fmla="*/ 1007292 w 3200731"/>
                <a:gd name="connsiteY12" fmla="*/ 16828 h 3242474"/>
                <a:gd name="connsiteX0" fmla="*/ 1051443 w 3244882"/>
                <a:gd name="connsiteY0" fmla="*/ 16828 h 3242474"/>
                <a:gd name="connsiteX1" fmla="*/ 1449741 w 3244882"/>
                <a:gd name="connsiteY1" fmla="*/ 0 h 3242474"/>
                <a:gd name="connsiteX2" fmla="*/ 1668524 w 3244882"/>
                <a:gd name="connsiteY2" fmla="*/ 734886 h 3242474"/>
                <a:gd name="connsiteX3" fmla="*/ 2403409 w 3244882"/>
                <a:gd name="connsiteY3" fmla="*/ 560982 h 3242474"/>
                <a:gd name="connsiteX4" fmla="*/ 3244882 w 3244882"/>
                <a:gd name="connsiteY4" fmla="*/ 1828800 h 3242474"/>
                <a:gd name="connsiteX5" fmla="*/ 2296823 w 3244882"/>
                <a:gd name="connsiteY5" fmla="*/ 3107838 h 3242474"/>
                <a:gd name="connsiteX6" fmla="*/ 608268 w 3244882"/>
                <a:gd name="connsiteY6" fmla="*/ 2664663 h 3242474"/>
                <a:gd name="connsiteX7" fmla="*/ 383876 w 3244882"/>
                <a:gd name="connsiteY7" fmla="*/ 3242474 h 3242474"/>
                <a:gd name="connsiteX8" fmla="*/ 2408 w 3244882"/>
                <a:gd name="connsiteY8" fmla="*/ 3236864 h 3242474"/>
                <a:gd name="connsiteX9" fmla="*/ 434364 w 3244882"/>
                <a:gd name="connsiteY9" fmla="*/ 2232708 h 3242474"/>
                <a:gd name="connsiteX10" fmla="*/ 1561937 w 3244882"/>
                <a:gd name="connsiteY10" fmla="*/ 1991485 h 3242474"/>
                <a:gd name="connsiteX11" fmla="*/ 1236568 w 3244882"/>
                <a:gd name="connsiteY11" fmla="*/ 959279 h 3242474"/>
                <a:gd name="connsiteX12" fmla="*/ 1051443 w 3244882"/>
                <a:gd name="connsiteY12" fmla="*/ 16828 h 3242474"/>
                <a:gd name="connsiteX0" fmla="*/ 1049313 w 3242752"/>
                <a:gd name="connsiteY0" fmla="*/ 16828 h 3242474"/>
                <a:gd name="connsiteX1" fmla="*/ 1447611 w 3242752"/>
                <a:gd name="connsiteY1" fmla="*/ 0 h 3242474"/>
                <a:gd name="connsiteX2" fmla="*/ 1666394 w 3242752"/>
                <a:gd name="connsiteY2" fmla="*/ 734886 h 3242474"/>
                <a:gd name="connsiteX3" fmla="*/ 2401279 w 3242752"/>
                <a:gd name="connsiteY3" fmla="*/ 560982 h 3242474"/>
                <a:gd name="connsiteX4" fmla="*/ 3242752 w 3242752"/>
                <a:gd name="connsiteY4" fmla="*/ 1828800 h 3242474"/>
                <a:gd name="connsiteX5" fmla="*/ 2294693 w 3242752"/>
                <a:gd name="connsiteY5" fmla="*/ 3107838 h 3242474"/>
                <a:gd name="connsiteX6" fmla="*/ 606138 w 3242752"/>
                <a:gd name="connsiteY6" fmla="*/ 2664663 h 3242474"/>
                <a:gd name="connsiteX7" fmla="*/ 381746 w 3242752"/>
                <a:gd name="connsiteY7" fmla="*/ 3242474 h 3242474"/>
                <a:gd name="connsiteX8" fmla="*/ 278 w 3242752"/>
                <a:gd name="connsiteY8" fmla="*/ 3236864 h 3242474"/>
                <a:gd name="connsiteX9" fmla="*/ 432234 w 3242752"/>
                <a:gd name="connsiteY9" fmla="*/ 2232708 h 3242474"/>
                <a:gd name="connsiteX10" fmla="*/ 1559807 w 3242752"/>
                <a:gd name="connsiteY10" fmla="*/ 1991485 h 3242474"/>
                <a:gd name="connsiteX11" fmla="*/ 1234438 w 3242752"/>
                <a:gd name="connsiteY11" fmla="*/ 959279 h 3242474"/>
                <a:gd name="connsiteX12" fmla="*/ 1049313 w 3242752"/>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294415 w 3242474"/>
                <a:gd name="connsiteY5" fmla="*/ 3107838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294415 w 3242474"/>
                <a:gd name="connsiteY5" fmla="*/ 3107838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294415 w 3242474"/>
                <a:gd name="connsiteY5" fmla="*/ 3107838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294415 w 3242474"/>
                <a:gd name="connsiteY5" fmla="*/ 3107838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300025 w 3242474"/>
                <a:gd name="connsiteY5" fmla="*/ 3046130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300025 w 3242474"/>
                <a:gd name="connsiteY5" fmla="*/ 3046130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300025 w 3242474"/>
                <a:gd name="connsiteY5" fmla="*/ 3046130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300025 w 3242474"/>
                <a:gd name="connsiteY5" fmla="*/ 3046130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186376"/>
                <a:gd name="connsiteY0" fmla="*/ 16828 h 3242474"/>
                <a:gd name="connsiteX1" fmla="*/ 1447333 w 3186376"/>
                <a:gd name="connsiteY1" fmla="*/ 0 h 3242474"/>
                <a:gd name="connsiteX2" fmla="*/ 1666116 w 3186376"/>
                <a:gd name="connsiteY2" fmla="*/ 734886 h 3242474"/>
                <a:gd name="connsiteX3" fmla="*/ 2401001 w 3186376"/>
                <a:gd name="connsiteY3" fmla="*/ 560982 h 3242474"/>
                <a:gd name="connsiteX4" fmla="*/ 3186376 w 3186376"/>
                <a:gd name="connsiteY4" fmla="*/ 1828800 h 3242474"/>
                <a:gd name="connsiteX5" fmla="*/ 2300025 w 3186376"/>
                <a:gd name="connsiteY5" fmla="*/ 3046130 h 3242474"/>
                <a:gd name="connsiteX6" fmla="*/ 605860 w 3186376"/>
                <a:gd name="connsiteY6" fmla="*/ 2664663 h 3242474"/>
                <a:gd name="connsiteX7" fmla="*/ 381468 w 3186376"/>
                <a:gd name="connsiteY7" fmla="*/ 3242474 h 3242474"/>
                <a:gd name="connsiteX8" fmla="*/ 0 w 3186376"/>
                <a:gd name="connsiteY8" fmla="*/ 3236864 h 3242474"/>
                <a:gd name="connsiteX9" fmla="*/ 431956 w 3186376"/>
                <a:gd name="connsiteY9" fmla="*/ 2232708 h 3242474"/>
                <a:gd name="connsiteX10" fmla="*/ 1559529 w 3186376"/>
                <a:gd name="connsiteY10" fmla="*/ 1991485 h 3242474"/>
                <a:gd name="connsiteX11" fmla="*/ 1234160 w 3186376"/>
                <a:gd name="connsiteY11" fmla="*/ 959279 h 3242474"/>
                <a:gd name="connsiteX12" fmla="*/ 1049035 w 3186376"/>
                <a:gd name="connsiteY12" fmla="*/ 16828 h 3242474"/>
                <a:gd name="connsiteX0" fmla="*/ 1049035 w 3186376"/>
                <a:gd name="connsiteY0" fmla="*/ 16828 h 3242474"/>
                <a:gd name="connsiteX1" fmla="*/ 1447333 w 3186376"/>
                <a:gd name="connsiteY1" fmla="*/ 0 h 3242474"/>
                <a:gd name="connsiteX2" fmla="*/ 1666116 w 3186376"/>
                <a:gd name="connsiteY2" fmla="*/ 734886 h 3242474"/>
                <a:gd name="connsiteX3" fmla="*/ 2401001 w 3186376"/>
                <a:gd name="connsiteY3" fmla="*/ 560982 h 3242474"/>
                <a:gd name="connsiteX4" fmla="*/ 3186376 w 3186376"/>
                <a:gd name="connsiteY4" fmla="*/ 1828800 h 3242474"/>
                <a:gd name="connsiteX5" fmla="*/ 2300025 w 3186376"/>
                <a:gd name="connsiteY5" fmla="*/ 3046130 h 3242474"/>
                <a:gd name="connsiteX6" fmla="*/ 605860 w 3186376"/>
                <a:gd name="connsiteY6" fmla="*/ 2664663 h 3242474"/>
                <a:gd name="connsiteX7" fmla="*/ 381468 w 3186376"/>
                <a:gd name="connsiteY7" fmla="*/ 3242474 h 3242474"/>
                <a:gd name="connsiteX8" fmla="*/ 0 w 3186376"/>
                <a:gd name="connsiteY8" fmla="*/ 3236864 h 3242474"/>
                <a:gd name="connsiteX9" fmla="*/ 431956 w 3186376"/>
                <a:gd name="connsiteY9" fmla="*/ 2232708 h 3242474"/>
                <a:gd name="connsiteX10" fmla="*/ 1559529 w 3186376"/>
                <a:gd name="connsiteY10" fmla="*/ 1991485 h 3242474"/>
                <a:gd name="connsiteX11" fmla="*/ 1234160 w 3186376"/>
                <a:gd name="connsiteY11" fmla="*/ 959279 h 3242474"/>
                <a:gd name="connsiteX12" fmla="*/ 1049035 w 3186376"/>
                <a:gd name="connsiteY12" fmla="*/ 16828 h 3242474"/>
                <a:gd name="connsiteX0" fmla="*/ 1049035 w 3186376"/>
                <a:gd name="connsiteY0" fmla="*/ 16828 h 3242474"/>
                <a:gd name="connsiteX1" fmla="*/ 1447333 w 3186376"/>
                <a:gd name="connsiteY1" fmla="*/ 0 h 3242474"/>
                <a:gd name="connsiteX2" fmla="*/ 1666116 w 3186376"/>
                <a:gd name="connsiteY2" fmla="*/ 734886 h 3242474"/>
                <a:gd name="connsiteX3" fmla="*/ 2401001 w 3186376"/>
                <a:gd name="connsiteY3" fmla="*/ 560982 h 3242474"/>
                <a:gd name="connsiteX4" fmla="*/ 3186376 w 3186376"/>
                <a:gd name="connsiteY4" fmla="*/ 1828800 h 3242474"/>
                <a:gd name="connsiteX5" fmla="*/ 2300025 w 3186376"/>
                <a:gd name="connsiteY5" fmla="*/ 3046130 h 3242474"/>
                <a:gd name="connsiteX6" fmla="*/ 605860 w 3186376"/>
                <a:gd name="connsiteY6" fmla="*/ 2664663 h 3242474"/>
                <a:gd name="connsiteX7" fmla="*/ 381468 w 3186376"/>
                <a:gd name="connsiteY7" fmla="*/ 3242474 h 3242474"/>
                <a:gd name="connsiteX8" fmla="*/ 0 w 3186376"/>
                <a:gd name="connsiteY8" fmla="*/ 3236864 h 3242474"/>
                <a:gd name="connsiteX9" fmla="*/ 431956 w 3186376"/>
                <a:gd name="connsiteY9" fmla="*/ 2232708 h 3242474"/>
                <a:gd name="connsiteX10" fmla="*/ 1559529 w 3186376"/>
                <a:gd name="connsiteY10" fmla="*/ 1991485 h 3242474"/>
                <a:gd name="connsiteX11" fmla="*/ 1234160 w 3186376"/>
                <a:gd name="connsiteY11" fmla="*/ 959279 h 3242474"/>
                <a:gd name="connsiteX12" fmla="*/ 1049035 w 3186376"/>
                <a:gd name="connsiteY12" fmla="*/ 16828 h 3242474"/>
                <a:gd name="connsiteX0" fmla="*/ 1049035 w 3203206"/>
                <a:gd name="connsiteY0" fmla="*/ 16828 h 3242474"/>
                <a:gd name="connsiteX1" fmla="*/ 1447333 w 3203206"/>
                <a:gd name="connsiteY1" fmla="*/ 0 h 3242474"/>
                <a:gd name="connsiteX2" fmla="*/ 1666116 w 3203206"/>
                <a:gd name="connsiteY2" fmla="*/ 734886 h 3242474"/>
                <a:gd name="connsiteX3" fmla="*/ 2401001 w 3203206"/>
                <a:gd name="connsiteY3" fmla="*/ 560982 h 3242474"/>
                <a:gd name="connsiteX4" fmla="*/ 3203206 w 3203206"/>
                <a:gd name="connsiteY4" fmla="*/ 1823190 h 3242474"/>
                <a:gd name="connsiteX5" fmla="*/ 2300025 w 3203206"/>
                <a:gd name="connsiteY5" fmla="*/ 3046130 h 3242474"/>
                <a:gd name="connsiteX6" fmla="*/ 605860 w 3203206"/>
                <a:gd name="connsiteY6" fmla="*/ 2664663 h 3242474"/>
                <a:gd name="connsiteX7" fmla="*/ 381468 w 3203206"/>
                <a:gd name="connsiteY7" fmla="*/ 3242474 h 3242474"/>
                <a:gd name="connsiteX8" fmla="*/ 0 w 3203206"/>
                <a:gd name="connsiteY8" fmla="*/ 3236864 h 3242474"/>
                <a:gd name="connsiteX9" fmla="*/ 431956 w 3203206"/>
                <a:gd name="connsiteY9" fmla="*/ 2232708 h 3242474"/>
                <a:gd name="connsiteX10" fmla="*/ 1559529 w 3203206"/>
                <a:gd name="connsiteY10" fmla="*/ 1991485 h 3242474"/>
                <a:gd name="connsiteX11" fmla="*/ 1234160 w 3203206"/>
                <a:gd name="connsiteY11" fmla="*/ 959279 h 3242474"/>
                <a:gd name="connsiteX12" fmla="*/ 1049035 w 3203206"/>
                <a:gd name="connsiteY12" fmla="*/ 16828 h 3242474"/>
                <a:gd name="connsiteX0" fmla="*/ 1049035 w 3203206"/>
                <a:gd name="connsiteY0" fmla="*/ 16828 h 3242474"/>
                <a:gd name="connsiteX1" fmla="*/ 1447333 w 3203206"/>
                <a:gd name="connsiteY1" fmla="*/ 0 h 3242474"/>
                <a:gd name="connsiteX2" fmla="*/ 1666116 w 3203206"/>
                <a:gd name="connsiteY2" fmla="*/ 734886 h 3242474"/>
                <a:gd name="connsiteX3" fmla="*/ 2401001 w 3203206"/>
                <a:gd name="connsiteY3" fmla="*/ 560982 h 3242474"/>
                <a:gd name="connsiteX4" fmla="*/ 3203206 w 3203206"/>
                <a:gd name="connsiteY4" fmla="*/ 1823190 h 3242474"/>
                <a:gd name="connsiteX5" fmla="*/ 2300025 w 3203206"/>
                <a:gd name="connsiteY5" fmla="*/ 3046130 h 3242474"/>
                <a:gd name="connsiteX6" fmla="*/ 605860 w 3203206"/>
                <a:gd name="connsiteY6" fmla="*/ 2664663 h 3242474"/>
                <a:gd name="connsiteX7" fmla="*/ 381468 w 3203206"/>
                <a:gd name="connsiteY7" fmla="*/ 3242474 h 3242474"/>
                <a:gd name="connsiteX8" fmla="*/ 0 w 3203206"/>
                <a:gd name="connsiteY8" fmla="*/ 3236864 h 3242474"/>
                <a:gd name="connsiteX9" fmla="*/ 431956 w 3203206"/>
                <a:gd name="connsiteY9" fmla="*/ 2232708 h 3242474"/>
                <a:gd name="connsiteX10" fmla="*/ 1559529 w 3203206"/>
                <a:gd name="connsiteY10" fmla="*/ 1991485 h 3242474"/>
                <a:gd name="connsiteX11" fmla="*/ 1234160 w 3203206"/>
                <a:gd name="connsiteY11" fmla="*/ 959279 h 3242474"/>
                <a:gd name="connsiteX12" fmla="*/ 1049035 w 3203206"/>
                <a:gd name="connsiteY12" fmla="*/ 16828 h 3242474"/>
                <a:gd name="connsiteX0" fmla="*/ 1049035 w 3203206"/>
                <a:gd name="connsiteY0" fmla="*/ 16828 h 3242474"/>
                <a:gd name="connsiteX1" fmla="*/ 1447333 w 3203206"/>
                <a:gd name="connsiteY1" fmla="*/ 0 h 3242474"/>
                <a:gd name="connsiteX2" fmla="*/ 1666116 w 3203206"/>
                <a:gd name="connsiteY2" fmla="*/ 734886 h 3242474"/>
                <a:gd name="connsiteX3" fmla="*/ 2401001 w 3203206"/>
                <a:gd name="connsiteY3" fmla="*/ 560982 h 3242474"/>
                <a:gd name="connsiteX4" fmla="*/ 3203206 w 3203206"/>
                <a:gd name="connsiteY4" fmla="*/ 1823190 h 3242474"/>
                <a:gd name="connsiteX5" fmla="*/ 2300025 w 3203206"/>
                <a:gd name="connsiteY5" fmla="*/ 3046130 h 3242474"/>
                <a:gd name="connsiteX6" fmla="*/ 605860 w 3203206"/>
                <a:gd name="connsiteY6" fmla="*/ 2664663 h 3242474"/>
                <a:gd name="connsiteX7" fmla="*/ 381468 w 3203206"/>
                <a:gd name="connsiteY7" fmla="*/ 3242474 h 3242474"/>
                <a:gd name="connsiteX8" fmla="*/ 0 w 3203206"/>
                <a:gd name="connsiteY8" fmla="*/ 3236864 h 3242474"/>
                <a:gd name="connsiteX9" fmla="*/ 431956 w 3203206"/>
                <a:gd name="connsiteY9" fmla="*/ 2232708 h 3242474"/>
                <a:gd name="connsiteX10" fmla="*/ 1559529 w 3203206"/>
                <a:gd name="connsiteY10" fmla="*/ 1991485 h 3242474"/>
                <a:gd name="connsiteX11" fmla="*/ 1234160 w 3203206"/>
                <a:gd name="connsiteY11" fmla="*/ 959279 h 3242474"/>
                <a:gd name="connsiteX12" fmla="*/ 1049035 w 3203206"/>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516103 w 3175157"/>
                <a:gd name="connsiteY9" fmla="*/ 224953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516103 w 3175157"/>
                <a:gd name="connsiteY9" fmla="*/ 224953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516103 w 3175157"/>
                <a:gd name="connsiteY9" fmla="*/ 224953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516103 w 3175157"/>
                <a:gd name="connsiteY9" fmla="*/ 224953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203206"/>
                <a:gd name="connsiteY0" fmla="*/ 16828 h 3242474"/>
                <a:gd name="connsiteX1" fmla="*/ 1447333 w 3203206"/>
                <a:gd name="connsiteY1" fmla="*/ 0 h 3242474"/>
                <a:gd name="connsiteX2" fmla="*/ 1666116 w 3203206"/>
                <a:gd name="connsiteY2" fmla="*/ 734886 h 3242474"/>
                <a:gd name="connsiteX3" fmla="*/ 2401001 w 3203206"/>
                <a:gd name="connsiteY3" fmla="*/ 560982 h 3242474"/>
                <a:gd name="connsiteX4" fmla="*/ 3203206 w 3203206"/>
                <a:gd name="connsiteY4" fmla="*/ 1834409 h 3242474"/>
                <a:gd name="connsiteX5" fmla="*/ 2300025 w 3203206"/>
                <a:gd name="connsiteY5" fmla="*/ 3046130 h 3242474"/>
                <a:gd name="connsiteX6" fmla="*/ 605860 w 3203206"/>
                <a:gd name="connsiteY6" fmla="*/ 2664663 h 3242474"/>
                <a:gd name="connsiteX7" fmla="*/ 381468 w 3203206"/>
                <a:gd name="connsiteY7" fmla="*/ 3242474 h 3242474"/>
                <a:gd name="connsiteX8" fmla="*/ 0 w 3203206"/>
                <a:gd name="connsiteY8" fmla="*/ 3236864 h 3242474"/>
                <a:gd name="connsiteX9" fmla="*/ 516103 w 3203206"/>
                <a:gd name="connsiteY9" fmla="*/ 2249538 h 3242474"/>
                <a:gd name="connsiteX10" fmla="*/ 1559529 w 3203206"/>
                <a:gd name="connsiteY10" fmla="*/ 1991485 h 3242474"/>
                <a:gd name="connsiteX11" fmla="*/ 1234160 w 3203206"/>
                <a:gd name="connsiteY11" fmla="*/ 959279 h 3242474"/>
                <a:gd name="connsiteX12" fmla="*/ 1049035 w 3203206"/>
                <a:gd name="connsiteY12" fmla="*/ 16828 h 3242474"/>
                <a:gd name="connsiteX0" fmla="*/ 1049035 w 3203570"/>
                <a:gd name="connsiteY0" fmla="*/ 16828 h 3242474"/>
                <a:gd name="connsiteX1" fmla="*/ 1447333 w 3203570"/>
                <a:gd name="connsiteY1" fmla="*/ 0 h 3242474"/>
                <a:gd name="connsiteX2" fmla="*/ 1666116 w 3203570"/>
                <a:gd name="connsiteY2" fmla="*/ 734886 h 3242474"/>
                <a:gd name="connsiteX3" fmla="*/ 2401001 w 3203570"/>
                <a:gd name="connsiteY3" fmla="*/ 560982 h 3242474"/>
                <a:gd name="connsiteX4" fmla="*/ 3203206 w 3203570"/>
                <a:gd name="connsiteY4" fmla="*/ 1834409 h 3242474"/>
                <a:gd name="connsiteX5" fmla="*/ 2300025 w 3203570"/>
                <a:gd name="connsiteY5" fmla="*/ 3046130 h 3242474"/>
                <a:gd name="connsiteX6" fmla="*/ 605860 w 3203570"/>
                <a:gd name="connsiteY6" fmla="*/ 2664663 h 3242474"/>
                <a:gd name="connsiteX7" fmla="*/ 381468 w 3203570"/>
                <a:gd name="connsiteY7" fmla="*/ 3242474 h 3242474"/>
                <a:gd name="connsiteX8" fmla="*/ 0 w 3203570"/>
                <a:gd name="connsiteY8" fmla="*/ 3236864 h 3242474"/>
                <a:gd name="connsiteX9" fmla="*/ 516103 w 3203570"/>
                <a:gd name="connsiteY9" fmla="*/ 2249538 h 3242474"/>
                <a:gd name="connsiteX10" fmla="*/ 1559529 w 3203570"/>
                <a:gd name="connsiteY10" fmla="*/ 1991485 h 3242474"/>
                <a:gd name="connsiteX11" fmla="*/ 1234160 w 3203570"/>
                <a:gd name="connsiteY11" fmla="*/ 959279 h 3242474"/>
                <a:gd name="connsiteX12" fmla="*/ 1049035 w 3203570"/>
                <a:gd name="connsiteY12" fmla="*/ 16828 h 3242474"/>
                <a:gd name="connsiteX0" fmla="*/ 1049035 w 3203570"/>
                <a:gd name="connsiteY0" fmla="*/ 16828 h 3242474"/>
                <a:gd name="connsiteX1" fmla="*/ 1447333 w 3203570"/>
                <a:gd name="connsiteY1" fmla="*/ 0 h 3242474"/>
                <a:gd name="connsiteX2" fmla="*/ 1666116 w 3203570"/>
                <a:gd name="connsiteY2" fmla="*/ 734886 h 3242474"/>
                <a:gd name="connsiteX3" fmla="*/ 2401001 w 3203570"/>
                <a:gd name="connsiteY3" fmla="*/ 560982 h 3242474"/>
                <a:gd name="connsiteX4" fmla="*/ 3203206 w 3203570"/>
                <a:gd name="connsiteY4" fmla="*/ 1834409 h 3242474"/>
                <a:gd name="connsiteX5" fmla="*/ 2300025 w 3203570"/>
                <a:gd name="connsiteY5" fmla="*/ 3046130 h 3242474"/>
                <a:gd name="connsiteX6" fmla="*/ 605860 w 3203570"/>
                <a:gd name="connsiteY6" fmla="*/ 2664663 h 3242474"/>
                <a:gd name="connsiteX7" fmla="*/ 381468 w 3203570"/>
                <a:gd name="connsiteY7" fmla="*/ 3242474 h 3242474"/>
                <a:gd name="connsiteX8" fmla="*/ 0 w 3203570"/>
                <a:gd name="connsiteY8" fmla="*/ 3236864 h 3242474"/>
                <a:gd name="connsiteX9" fmla="*/ 516103 w 3203570"/>
                <a:gd name="connsiteY9" fmla="*/ 2249538 h 3242474"/>
                <a:gd name="connsiteX10" fmla="*/ 1559529 w 3203570"/>
                <a:gd name="connsiteY10" fmla="*/ 1991485 h 3242474"/>
                <a:gd name="connsiteX11" fmla="*/ 1234160 w 3203570"/>
                <a:gd name="connsiteY11" fmla="*/ 959279 h 3242474"/>
                <a:gd name="connsiteX12" fmla="*/ 1049035 w 3203570"/>
                <a:gd name="connsiteY12" fmla="*/ 16828 h 3242474"/>
                <a:gd name="connsiteX0" fmla="*/ 1049035 w 3203570"/>
                <a:gd name="connsiteY0" fmla="*/ 16828 h 3242474"/>
                <a:gd name="connsiteX1" fmla="*/ 1447333 w 3203570"/>
                <a:gd name="connsiteY1" fmla="*/ 0 h 3242474"/>
                <a:gd name="connsiteX2" fmla="*/ 1666116 w 3203570"/>
                <a:gd name="connsiteY2" fmla="*/ 734886 h 3242474"/>
                <a:gd name="connsiteX3" fmla="*/ 2401001 w 3203570"/>
                <a:gd name="connsiteY3" fmla="*/ 560982 h 3242474"/>
                <a:gd name="connsiteX4" fmla="*/ 3203206 w 3203570"/>
                <a:gd name="connsiteY4" fmla="*/ 1834409 h 3242474"/>
                <a:gd name="connsiteX5" fmla="*/ 2300025 w 3203570"/>
                <a:gd name="connsiteY5" fmla="*/ 3046130 h 3242474"/>
                <a:gd name="connsiteX6" fmla="*/ 605860 w 3203570"/>
                <a:gd name="connsiteY6" fmla="*/ 2664663 h 3242474"/>
                <a:gd name="connsiteX7" fmla="*/ 381468 w 3203570"/>
                <a:gd name="connsiteY7" fmla="*/ 3242474 h 3242474"/>
                <a:gd name="connsiteX8" fmla="*/ 0 w 3203570"/>
                <a:gd name="connsiteY8" fmla="*/ 3236864 h 3242474"/>
                <a:gd name="connsiteX9" fmla="*/ 516103 w 3203570"/>
                <a:gd name="connsiteY9" fmla="*/ 2249538 h 3242474"/>
                <a:gd name="connsiteX10" fmla="*/ 1559529 w 3203570"/>
                <a:gd name="connsiteY10" fmla="*/ 1991485 h 3242474"/>
                <a:gd name="connsiteX11" fmla="*/ 1234160 w 3203570"/>
                <a:gd name="connsiteY11" fmla="*/ 959279 h 3242474"/>
                <a:gd name="connsiteX12" fmla="*/ 1049035 w 3203570"/>
                <a:gd name="connsiteY12" fmla="*/ 16828 h 3242474"/>
                <a:gd name="connsiteX0" fmla="*/ 1049035 w 3203570"/>
                <a:gd name="connsiteY0" fmla="*/ 16828 h 3242474"/>
                <a:gd name="connsiteX1" fmla="*/ 1447333 w 3203570"/>
                <a:gd name="connsiteY1" fmla="*/ 0 h 3242474"/>
                <a:gd name="connsiteX2" fmla="*/ 1666116 w 3203570"/>
                <a:gd name="connsiteY2" fmla="*/ 734886 h 3242474"/>
                <a:gd name="connsiteX3" fmla="*/ 2401001 w 3203570"/>
                <a:gd name="connsiteY3" fmla="*/ 560982 h 3242474"/>
                <a:gd name="connsiteX4" fmla="*/ 3203206 w 3203570"/>
                <a:gd name="connsiteY4" fmla="*/ 1834409 h 3242474"/>
                <a:gd name="connsiteX5" fmla="*/ 2300025 w 3203570"/>
                <a:gd name="connsiteY5" fmla="*/ 3046130 h 3242474"/>
                <a:gd name="connsiteX6" fmla="*/ 605860 w 3203570"/>
                <a:gd name="connsiteY6" fmla="*/ 2664663 h 3242474"/>
                <a:gd name="connsiteX7" fmla="*/ 381468 w 3203570"/>
                <a:gd name="connsiteY7" fmla="*/ 3242474 h 3242474"/>
                <a:gd name="connsiteX8" fmla="*/ 0 w 3203570"/>
                <a:gd name="connsiteY8" fmla="*/ 3236864 h 3242474"/>
                <a:gd name="connsiteX9" fmla="*/ 516103 w 3203570"/>
                <a:gd name="connsiteY9" fmla="*/ 2249538 h 3242474"/>
                <a:gd name="connsiteX10" fmla="*/ 1559529 w 3203570"/>
                <a:gd name="connsiteY10" fmla="*/ 1991485 h 3242474"/>
                <a:gd name="connsiteX11" fmla="*/ 1234160 w 3203570"/>
                <a:gd name="connsiteY11" fmla="*/ 959279 h 3242474"/>
                <a:gd name="connsiteX12" fmla="*/ 1049035 w 3203570"/>
                <a:gd name="connsiteY12" fmla="*/ 16828 h 3242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03570" h="3242474">
                  <a:moveTo>
                    <a:pt x="1049035" y="16828"/>
                  </a:moveTo>
                  <a:lnTo>
                    <a:pt x="1447333" y="0"/>
                  </a:lnTo>
                  <a:cubicBezTo>
                    <a:pt x="1441724" y="284231"/>
                    <a:pt x="1413674" y="613340"/>
                    <a:pt x="1666116" y="734886"/>
                  </a:cubicBezTo>
                  <a:cubicBezTo>
                    <a:pt x="1888639" y="783504"/>
                    <a:pt x="1937256" y="473095"/>
                    <a:pt x="2401001" y="560982"/>
                  </a:cubicBezTo>
                  <a:cubicBezTo>
                    <a:pt x="2875965" y="635779"/>
                    <a:pt x="3216295" y="1035945"/>
                    <a:pt x="3203206" y="1834409"/>
                  </a:cubicBezTo>
                  <a:cubicBezTo>
                    <a:pt x="3175156" y="2587994"/>
                    <a:pt x="2844177" y="2814257"/>
                    <a:pt x="2300025" y="3046130"/>
                  </a:cubicBezTo>
                  <a:cubicBezTo>
                    <a:pt x="1406194" y="3347190"/>
                    <a:pt x="820903" y="2705801"/>
                    <a:pt x="605860" y="2664663"/>
                  </a:cubicBezTo>
                  <a:cubicBezTo>
                    <a:pt x="379598" y="2621655"/>
                    <a:pt x="355288" y="2954503"/>
                    <a:pt x="381468" y="3242474"/>
                  </a:cubicBezTo>
                  <a:lnTo>
                    <a:pt x="0" y="3236864"/>
                  </a:lnTo>
                  <a:cubicBezTo>
                    <a:pt x="9350" y="2823607"/>
                    <a:pt x="-31788" y="2191567"/>
                    <a:pt x="516103" y="2249538"/>
                  </a:cubicBezTo>
                  <a:cubicBezTo>
                    <a:pt x="918138" y="2305637"/>
                    <a:pt x="1303347" y="2423441"/>
                    <a:pt x="1559529" y="1991485"/>
                  </a:cubicBezTo>
                  <a:cubicBezTo>
                    <a:pt x="1720344" y="1686686"/>
                    <a:pt x="1701645" y="1337006"/>
                    <a:pt x="1234160" y="959279"/>
                  </a:cubicBezTo>
                  <a:cubicBezTo>
                    <a:pt x="1155622" y="891961"/>
                    <a:pt x="981717" y="516102"/>
                    <a:pt x="1049035" y="16828"/>
                  </a:cubicBezTo>
                  <a:close/>
                </a:path>
              </a:pathLst>
            </a:custGeom>
            <a:solidFill>
              <a:schemeClr val="accent3"/>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6221831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ko-KR" dirty="0"/>
              <a:t>Chart Layout</a:t>
            </a:r>
            <a:endParaRPr lang="ko-KR" altLang="en-US" dirty="0"/>
          </a:p>
        </p:txBody>
      </p:sp>
      <p:grpSp>
        <p:nvGrpSpPr>
          <p:cNvPr id="27" name="群組 26"/>
          <p:cNvGrpSpPr/>
          <p:nvPr/>
        </p:nvGrpSpPr>
        <p:grpSpPr>
          <a:xfrm>
            <a:off x="251520" y="1275606"/>
            <a:ext cx="7826234" cy="3407254"/>
            <a:chOff x="634198" y="1376492"/>
            <a:chExt cx="7826234" cy="3407254"/>
          </a:xfrm>
        </p:grpSpPr>
        <p:grpSp>
          <p:nvGrpSpPr>
            <p:cNvPr id="35" name="Group 34"/>
            <p:cNvGrpSpPr/>
            <p:nvPr/>
          </p:nvGrpSpPr>
          <p:grpSpPr>
            <a:xfrm>
              <a:off x="2502896" y="2390230"/>
              <a:ext cx="2858417" cy="2193393"/>
              <a:chOff x="626278" y="1419622"/>
              <a:chExt cx="7812251" cy="2193393"/>
            </a:xfrm>
            <a:solidFill>
              <a:schemeClr val="bg1">
                <a:lumMod val="85000"/>
              </a:schemeClr>
            </a:solidFill>
          </p:grpSpPr>
          <p:sp>
            <p:nvSpPr>
              <p:cNvPr id="36" name="Rectangle 35"/>
              <p:cNvSpPr/>
              <p:nvPr/>
            </p:nvSpPr>
            <p:spPr>
              <a:xfrm>
                <a:off x="626278" y="1419622"/>
                <a:ext cx="7812251" cy="46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37" name="Rectangle 36"/>
              <p:cNvSpPr/>
              <p:nvPr/>
            </p:nvSpPr>
            <p:spPr>
              <a:xfrm>
                <a:off x="626278" y="1994753"/>
                <a:ext cx="7812251" cy="46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38" name="Rectangle 37"/>
              <p:cNvSpPr/>
              <p:nvPr/>
            </p:nvSpPr>
            <p:spPr>
              <a:xfrm>
                <a:off x="626278" y="2569884"/>
                <a:ext cx="7812251" cy="46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39" name="Rectangle 38"/>
              <p:cNvSpPr/>
              <p:nvPr/>
            </p:nvSpPr>
            <p:spPr>
              <a:xfrm>
                <a:off x="626278" y="3145015"/>
                <a:ext cx="7812251" cy="46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grpSp>
        <p:grpSp>
          <p:nvGrpSpPr>
            <p:cNvPr id="34" name="Group 33"/>
            <p:cNvGrpSpPr/>
            <p:nvPr/>
          </p:nvGrpSpPr>
          <p:grpSpPr>
            <a:xfrm>
              <a:off x="5580112" y="2391527"/>
              <a:ext cx="2858417" cy="2193393"/>
              <a:chOff x="626278" y="1419622"/>
              <a:chExt cx="7812251" cy="2193393"/>
            </a:xfrm>
            <a:solidFill>
              <a:schemeClr val="bg1">
                <a:lumMod val="85000"/>
              </a:schemeClr>
            </a:solidFill>
          </p:grpSpPr>
          <p:sp>
            <p:nvSpPr>
              <p:cNvPr id="8" name="Rectangle 7"/>
              <p:cNvSpPr/>
              <p:nvPr/>
            </p:nvSpPr>
            <p:spPr>
              <a:xfrm>
                <a:off x="626278" y="1419622"/>
                <a:ext cx="7812251" cy="46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9" name="Rectangle 8"/>
              <p:cNvSpPr/>
              <p:nvPr/>
            </p:nvSpPr>
            <p:spPr>
              <a:xfrm>
                <a:off x="626278" y="1994753"/>
                <a:ext cx="7812251" cy="46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10" name="Rectangle 9"/>
              <p:cNvSpPr/>
              <p:nvPr/>
            </p:nvSpPr>
            <p:spPr>
              <a:xfrm>
                <a:off x="626278" y="2569884"/>
                <a:ext cx="7812251" cy="46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11" name="Rectangle 10"/>
              <p:cNvSpPr/>
              <p:nvPr/>
            </p:nvSpPr>
            <p:spPr>
              <a:xfrm>
                <a:off x="626278" y="3145015"/>
                <a:ext cx="7812251" cy="46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grpSp>
        <p:sp>
          <p:nvSpPr>
            <p:cNvPr id="14" name="TextBox 13"/>
            <p:cNvSpPr txBox="1"/>
            <p:nvPr/>
          </p:nvSpPr>
          <p:spPr>
            <a:xfrm>
              <a:off x="634198" y="4200314"/>
              <a:ext cx="1810350" cy="307777"/>
            </a:xfrm>
            <a:prstGeom prst="rect">
              <a:avLst/>
            </a:prstGeom>
            <a:noFill/>
          </p:spPr>
          <p:txBody>
            <a:bodyPr wrap="square" rtlCol="0" anchor="ctr">
              <a:spAutoFit/>
            </a:bodyPr>
            <a:lstStyle/>
            <a:p>
              <a:pPr algn="r"/>
              <a:r>
                <a:rPr lang="en-US" altLang="ko-KR" sz="1400" b="1" dirty="0">
                  <a:solidFill>
                    <a:schemeClr val="tx1">
                      <a:lumMod val="75000"/>
                      <a:lumOff val="25000"/>
                    </a:schemeClr>
                  </a:solidFill>
                  <a:cs typeface="Arial" pitchFamily="34" charset="0"/>
                </a:rPr>
                <a:t>Content Here</a:t>
              </a:r>
              <a:endParaRPr lang="ko-KR" altLang="en-US" sz="1400" b="1" dirty="0">
                <a:solidFill>
                  <a:schemeClr val="tx1">
                    <a:lumMod val="75000"/>
                    <a:lumOff val="25000"/>
                  </a:schemeClr>
                </a:solidFill>
                <a:cs typeface="Arial" pitchFamily="34" charset="0"/>
              </a:endParaRPr>
            </a:p>
          </p:txBody>
        </p:sp>
        <p:sp>
          <p:nvSpPr>
            <p:cNvPr id="17" name="TextBox 16"/>
            <p:cNvSpPr txBox="1"/>
            <p:nvPr/>
          </p:nvSpPr>
          <p:spPr>
            <a:xfrm>
              <a:off x="650819" y="3624748"/>
              <a:ext cx="1793729" cy="307777"/>
            </a:xfrm>
            <a:prstGeom prst="rect">
              <a:avLst/>
            </a:prstGeom>
            <a:noFill/>
          </p:spPr>
          <p:txBody>
            <a:bodyPr wrap="square" rtlCol="0" anchor="ctr">
              <a:spAutoFit/>
            </a:bodyPr>
            <a:lstStyle/>
            <a:p>
              <a:pPr algn="r"/>
              <a:r>
                <a:rPr lang="en-US" altLang="ko-KR" sz="1400" b="1" dirty="0">
                  <a:solidFill>
                    <a:schemeClr val="tx1">
                      <a:lumMod val="75000"/>
                      <a:lumOff val="25000"/>
                    </a:schemeClr>
                  </a:solidFill>
                  <a:cs typeface="Arial" pitchFamily="34" charset="0"/>
                </a:rPr>
                <a:t>Your Content  Here</a:t>
              </a:r>
              <a:endParaRPr lang="ko-KR" altLang="en-US" sz="1400" b="1" dirty="0">
                <a:solidFill>
                  <a:schemeClr val="tx1">
                    <a:lumMod val="75000"/>
                    <a:lumOff val="25000"/>
                  </a:schemeClr>
                </a:solidFill>
                <a:cs typeface="Arial" pitchFamily="34" charset="0"/>
              </a:endParaRPr>
            </a:p>
          </p:txBody>
        </p:sp>
        <p:sp>
          <p:nvSpPr>
            <p:cNvPr id="18" name="TextBox 17"/>
            <p:cNvSpPr txBox="1"/>
            <p:nvPr/>
          </p:nvSpPr>
          <p:spPr>
            <a:xfrm>
              <a:off x="650819" y="3049182"/>
              <a:ext cx="1793729" cy="307777"/>
            </a:xfrm>
            <a:prstGeom prst="rect">
              <a:avLst/>
            </a:prstGeom>
            <a:noFill/>
          </p:spPr>
          <p:txBody>
            <a:bodyPr wrap="square" rtlCol="0" anchor="ctr">
              <a:spAutoFit/>
            </a:bodyPr>
            <a:lstStyle/>
            <a:p>
              <a:pPr algn="r"/>
              <a:r>
                <a:rPr lang="en-US" altLang="ko-KR" sz="1400" b="1" dirty="0">
                  <a:solidFill>
                    <a:schemeClr val="tx1">
                      <a:lumMod val="75000"/>
                      <a:lumOff val="25000"/>
                    </a:schemeClr>
                  </a:solidFill>
                  <a:cs typeface="Arial" pitchFamily="34" charset="0"/>
                </a:rPr>
                <a:t>Your Text Here</a:t>
              </a:r>
              <a:endParaRPr lang="ko-KR" altLang="en-US" sz="1400" b="1" dirty="0">
                <a:solidFill>
                  <a:schemeClr val="tx1">
                    <a:lumMod val="75000"/>
                    <a:lumOff val="25000"/>
                  </a:schemeClr>
                </a:solidFill>
                <a:cs typeface="Arial" pitchFamily="34" charset="0"/>
              </a:endParaRPr>
            </a:p>
          </p:txBody>
        </p:sp>
        <p:sp>
          <p:nvSpPr>
            <p:cNvPr id="19" name="TextBox 18"/>
            <p:cNvSpPr txBox="1"/>
            <p:nvPr/>
          </p:nvSpPr>
          <p:spPr>
            <a:xfrm>
              <a:off x="650818" y="2473616"/>
              <a:ext cx="1800000" cy="307777"/>
            </a:xfrm>
            <a:prstGeom prst="rect">
              <a:avLst/>
            </a:prstGeom>
            <a:noFill/>
          </p:spPr>
          <p:txBody>
            <a:bodyPr wrap="square" rtlCol="0" anchor="ctr">
              <a:spAutoFit/>
            </a:bodyPr>
            <a:lstStyle/>
            <a:p>
              <a:pPr algn="r"/>
              <a:r>
                <a:rPr lang="en-US" altLang="ko-KR" sz="1400" b="1" dirty="0">
                  <a:solidFill>
                    <a:schemeClr val="tx1">
                      <a:lumMod val="75000"/>
                      <a:lumOff val="25000"/>
                    </a:schemeClr>
                  </a:solidFill>
                  <a:cs typeface="Arial" pitchFamily="34" charset="0"/>
                </a:rPr>
                <a:t>Text Here</a:t>
              </a:r>
              <a:endParaRPr lang="ko-KR" altLang="en-US" sz="1400" b="1" dirty="0">
                <a:solidFill>
                  <a:schemeClr val="tx1">
                    <a:lumMod val="75000"/>
                    <a:lumOff val="25000"/>
                  </a:schemeClr>
                </a:solidFill>
                <a:cs typeface="Arial" pitchFamily="34" charset="0"/>
              </a:endParaRPr>
            </a:p>
          </p:txBody>
        </p:sp>
        <p:graphicFrame>
          <p:nvGraphicFramePr>
            <p:cNvPr id="32" name="Chart 31"/>
            <p:cNvGraphicFramePr/>
            <p:nvPr>
              <p:extLst/>
            </p:nvPr>
          </p:nvGraphicFramePr>
          <p:xfrm>
            <a:off x="5512166" y="2198128"/>
            <a:ext cx="2948266" cy="258561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3" name="Chart 32"/>
            <p:cNvGraphicFramePr/>
            <p:nvPr>
              <p:extLst/>
            </p:nvPr>
          </p:nvGraphicFramePr>
          <p:xfrm>
            <a:off x="2438934" y="2191997"/>
            <a:ext cx="2948266" cy="2591748"/>
          </p:xfrm>
          <a:graphic>
            <a:graphicData uri="http://schemas.openxmlformats.org/drawingml/2006/chart">
              <c:chart xmlns:c="http://schemas.openxmlformats.org/drawingml/2006/chart" xmlns:r="http://schemas.openxmlformats.org/officeDocument/2006/relationships" r:id="rId3"/>
            </a:graphicData>
          </a:graphic>
        </p:graphicFrame>
        <p:sp>
          <p:nvSpPr>
            <p:cNvPr id="20" name="TextBox 14"/>
            <p:cNvSpPr txBox="1"/>
            <p:nvPr/>
          </p:nvSpPr>
          <p:spPr>
            <a:xfrm>
              <a:off x="3997765" y="2473617"/>
              <a:ext cx="574235" cy="276999"/>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ko-KR" sz="1200" b="1" dirty="0">
                  <a:solidFill>
                    <a:schemeClr val="tx1">
                      <a:lumMod val="75000"/>
                      <a:lumOff val="25000"/>
                    </a:schemeClr>
                  </a:solidFill>
                  <a:cs typeface="Arial" pitchFamily="34" charset="0"/>
                </a:rPr>
                <a:t>50%</a:t>
              </a:r>
              <a:endParaRPr lang="ko-KR" altLang="en-US" sz="1200" b="1" dirty="0">
                <a:solidFill>
                  <a:schemeClr val="tx1">
                    <a:lumMod val="75000"/>
                    <a:lumOff val="25000"/>
                  </a:schemeClr>
                </a:solidFill>
                <a:cs typeface="Arial" pitchFamily="34" charset="0"/>
              </a:endParaRPr>
            </a:p>
          </p:txBody>
        </p:sp>
        <p:sp>
          <p:nvSpPr>
            <p:cNvPr id="22" name="TextBox 14"/>
            <p:cNvSpPr txBox="1"/>
            <p:nvPr/>
          </p:nvSpPr>
          <p:spPr>
            <a:xfrm>
              <a:off x="3906227" y="3624747"/>
              <a:ext cx="574235" cy="276999"/>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ko-KR" sz="1200" b="1" dirty="0">
                  <a:solidFill>
                    <a:schemeClr val="tx1">
                      <a:lumMod val="75000"/>
                      <a:lumOff val="25000"/>
                    </a:schemeClr>
                  </a:solidFill>
                  <a:cs typeface="Arial" pitchFamily="34" charset="0"/>
                </a:rPr>
                <a:t>50%</a:t>
              </a:r>
              <a:endParaRPr lang="ko-KR" altLang="en-US" sz="1200" b="1" dirty="0">
                <a:solidFill>
                  <a:schemeClr val="tx1">
                    <a:lumMod val="75000"/>
                    <a:lumOff val="25000"/>
                  </a:schemeClr>
                </a:solidFill>
                <a:cs typeface="Arial" pitchFamily="34" charset="0"/>
              </a:endParaRPr>
            </a:p>
          </p:txBody>
        </p:sp>
        <p:sp>
          <p:nvSpPr>
            <p:cNvPr id="23" name="TextBox 14"/>
            <p:cNvSpPr txBox="1"/>
            <p:nvPr/>
          </p:nvSpPr>
          <p:spPr>
            <a:xfrm>
              <a:off x="3834668" y="4217564"/>
              <a:ext cx="574235" cy="276999"/>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ko-KR" sz="1200" b="1" dirty="0">
                  <a:solidFill>
                    <a:schemeClr val="tx1">
                      <a:lumMod val="75000"/>
                      <a:lumOff val="25000"/>
                    </a:schemeClr>
                  </a:solidFill>
                  <a:cs typeface="Arial" pitchFamily="34" charset="0"/>
                </a:rPr>
                <a:t>45%</a:t>
              </a:r>
              <a:endParaRPr lang="ko-KR" altLang="en-US" sz="1200" b="1" dirty="0">
                <a:solidFill>
                  <a:schemeClr val="tx1">
                    <a:lumMod val="75000"/>
                    <a:lumOff val="25000"/>
                  </a:schemeClr>
                </a:solidFill>
                <a:cs typeface="Arial" pitchFamily="34" charset="0"/>
              </a:endParaRPr>
            </a:p>
          </p:txBody>
        </p:sp>
        <p:sp>
          <p:nvSpPr>
            <p:cNvPr id="21" name="TextBox 14"/>
            <p:cNvSpPr txBox="1"/>
            <p:nvPr/>
          </p:nvSpPr>
          <p:spPr>
            <a:xfrm>
              <a:off x="4357805" y="3049182"/>
              <a:ext cx="574235" cy="276999"/>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ko-KR" sz="1200" b="1" dirty="0">
                  <a:solidFill>
                    <a:schemeClr val="tx1">
                      <a:lumMod val="75000"/>
                      <a:lumOff val="25000"/>
                    </a:schemeClr>
                  </a:solidFill>
                  <a:cs typeface="Arial" pitchFamily="34" charset="0"/>
                </a:rPr>
                <a:t>65%</a:t>
              </a:r>
              <a:endParaRPr lang="ko-KR" altLang="en-US" sz="1200" b="1" dirty="0">
                <a:solidFill>
                  <a:schemeClr val="tx1">
                    <a:lumMod val="75000"/>
                    <a:lumOff val="25000"/>
                  </a:schemeClr>
                </a:solidFill>
                <a:cs typeface="Arial" pitchFamily="34" charset="0"/>
              </a:endParaRPr>
            </a:p>
          </p:txBody>
        </p:sp>
        <p:sp>
          <p:nvSpPr>
            <p:cNvPr id="28" name="TextBox 14"/>
            <p:cNvSpPr txBox="1"/>
            <p:nvPr/>
          </p:nvSpPr>
          <p:spPr>
            <a:xfrm>
              <a:off x="7423442" y="4230094"/>
              <a:ext cx="574235" cy="276999"/>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ko-KR" sz="1200" b="1" dirty="0">
                  <a:solidFill>
                    <a:schemeClr val="tx1">
                      <a:lumMod val="75000"/>
                      <a:lumOff val="25000"/>
                    </a:schemeClr>
                  </a:solidFill>
                  <a:cs typeface="Arial" pitchFamily="34" charset="0"/>
                </a:rPr>
                <a:t>65%</a:t>
              </a:r>
              <a:endParaRPr lang="ko-KR" altLang="en-US" sz="1200" b="1" dirty="0">
                <a:solidFill>
                  <a:schemeClr val="tx1">
                    <a:lumMod val="75000"/>
                    <a:lumOff val="25000"/>
                  </a:schemeClr>
                </a:solidFill>
                <a:cs typeface="Arial" pitchFamily="34" charset="0"/>
              </a:endParaRPr>
            </a:p>
          </p:txBody>
        </p:sp>
        <p:sp>
          <p:nvSpPr>
            <p:cNvPr id="29" name="TextBox 14"/>
            <p:cNvSpPr txBox="1"/>
            <p:nvPr/>
          </p:nvSpPr>
          <p:spPr>
            <a:xfrm>
              <a:off x="7164288" y="3641752"/>
              <a:ext cx="574235" cy="276999"/>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ko-KR" sz="1200" b="1" dirty="0">
                  <a:solidFill>
                    <a:schemeClr val="tx1">
                      <a:lumMod val="75000"/>
                      <a:lumOff val="25000"/>
                    </a:schemeClr>
                  </a:solidFill>
                  <a:cs typeface="Arial" pitchFamily="34" charset="0"/>
                </a:rPr>
                <a:t>55%</a:t>
              </a:r>
              <a:endParaRPr lang="ko-KR" altLang="en-US" sz="1200" b="1" dirty="0">
                <a:solidFill>
                  <a:schemeClr val="tx1">
                    <a:lumMod val="75000"/>
                    <a:lumOff val="25000"/>
                  </a:schemeClr>
                </a:solidFill>
                <a:cs typeface="Arial" pitchFamily="34" charset="0"/>
              </a:endParaRPr>
            </a:p>
          </p:txBody>
        </p:sp>
        <p:sp>
          <p:nvSpPr>
            <p:cNvPr id="30" name="TextBox 14"/>
            <p:cNvSpPr txBox="1"/>
            <p:nvPr/>
          </p:nvSpPr>
          <p:spPr>
            <a:xfrm>
              <a:off x="6711539" y="3065378"/>
              <a:ext cx="574235" cy="276999"/>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ko-KR" sz="1200" b="1" dirty="0">
                  <a:solidFill>
                    <a:schemeClr val="tx1">
                      <a:lumMod val="75000"/>
                      <a:lumOff val="25000"/>
                    </a:schemeClr>
                  </a:solidFill>
                  <a:cs typeface="Arial" pitchFamily="34" charset="0"/>
                </a:rPr>
                <a:t>40%</a:t>
              </a:r>
              <a:endParaRPr lang="ko-KR" altLang="en-US" sz="1200" b="1" dirty="0">
                <a:solidFill>
                  <a:schemeClr val="tx1">
                    <a:lumMod val="75000"/>
                    <a:lumOff val="25000"/>
                  </a:schemeClr>
                </a:solidFill>
                <a:cs typeface="Arial" pitchFamily="34" charset="0"/>
              </a:endParaRPr>
            </a:p>
          </p:txBody>
        </p:sp>
        <p:sp>
          <p:nvSpPr>
            <p:cNvPr id="31" name="TextBox 12"/>
            <p:cNvSpPr txBox="1"/>
            <p:nvPr/>
          </p:nvSpPr>
          <p:spPr>
            <a:xfrm>
              <a:off x="7864294" y="2489004"/>
              <a:ext cx="574235" cy="276999"/>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ko-KR" sz="1200" b="1" dirty="0">
                  <a:solidFill>
                    <a:schemeClr val="tx1">
                      <a:lumMod val="75000"/>
                      <a:lumOff val="25000"/>
                    </a:schemeClr>
                  </a:solidFill>
                  <a:cs typeface="Arial" pitchFamily="34" charset="0"/>
                </a:rPr>
                <a:t>80%</a:t>
              </a:r>
              <a:endParaRPr lang="ko-KR" altLang="en-US" sz="1200" b="1" dirty="0">
                <a:solidFill>
                  <a:schemeClr val="tx1">
                    <a:lumMod val="75000"/>
                    <a:lumOff val="25000"/>
                  </a:schemeClr>
                </a:solidFill>
                <a:cs typeface="Arial" pitchFamily="34" charset="0"/>
              </a:endParaRPr>
            </a:p>
          </p:txBody>
        </p:sp>
        <p:grpSp>
          <p:nvGrpSpPr>
            <p:cNvPr id="42" name="Group 41"/>
            <p:cNvGrpSpPr/>
            <p:nvPr/>
          </p:nvGrpSpPr>
          <p:grpSpPr>
            <a:xfrm>
              <a:off x="2438934" y="1376492"/>
              <a:ext cx="2831424" cy="923331"/>
              <a:chOff x="2438934" y="1713581"/>
              <a:chExt cx="2831424" cy="923331"/>
            </a:xfrm>
          </p:grpSpPr>
          <p:sp>
            <p:nvSpPr>
              <p:cNvPr id="43" name="TextBox 42"/>
              <p:cNvSpPr txBox="1"/>
              <p:nvPr/>
            </p:nvSpPr>
            <p:spPr>
              <a:xfrm>
                <a:off x="2438934" y="1990581"/>
                <a:ext cx="2831424" cy="646331"/>
              </a:xfrm>
              <a:prstGeom prst="rect">
                <a:avLst/>
              </a:prstGeom>
              <a:noFill/>
            </p:spPr>
            <p:txBody>
              <a:bodyPr wrap="square" rtlCol="0">
                <a:spAutoFit/>
              </a:bodyPr>
              <a:lstStyle/>
              <a:p>
                <a:r>
                  <a:rPr lang="en-US" altLang="ko-KR" sz="1200" dirty="0">
                    <a:solidFill>
                      <a:schemeClr val="tx1">
                        <a:lumMod val="75000"/>
                        <a:lumOff val="25000"/>
                      </a:schemeClr>
                    </a:solidFill>
                    <a:cs typeface="Arial" pitchFamily="34" charset="0"/>
                  </a:rPr>
                  <a:t>You can simply impress your audience and add a unique zing and appeal to your Presentations. </a:t>
                </a:r>
              </a:p>
            </p:txBody>
          </p:sp>
          <p:sp>
            <p:nvSpPr>
              <p:cNvPr id="44" name="TextBox 43"/>
              <p:cNvSpPr txBox="1"/>
              <p:nvPr/>
            </p:nvSpPr>
            <p:spPr>
              <a:xfrm>
                <a:off x="2438934" y="1713581"/>
                <a:ext cx="2818577" cy="277000"/>
              </a:xfrm>
              <a:prstGeom prst="rect">
                <a:avLst/>
              </a:prstGeom>
              <a:noFill/>
            </p:spPr>
            <p:txBody>
              <a:bodyPr wrap="square" rtlCol="0">
                <a:spAutoFit/>
              </a:bodyPr>
              <a:lstStyle/>
              <a:p>
                <a:r>
                  <a:rPr lang="en-US" altLang="ko-KR" sz="1200" b="1" dirty="0">
                    <a:solidFill>
                      <a:schemeClr val="tx1">
                        <a:lumMod val="75000"/>
                        <a:lumOff val="25000"/>
                      </a:schemeClr>
                    </a:solidFill>
                    <a:cs typeface="Arial" pitchFamily="34" charset="0"/>
                  </a:rPr>
                  <a:t>Your Text  Here</a:t>
                </a:r>
                <a:endParaRPr lang="ko-KR" altLang="en-US" sz="1200" b="1" dirty="0">
                  <a:solidFill>
                    <a:schemeClr val="tx1">
                      <a:lumMod val="75000"/>
                      <a:lumOff val="25000"/>
                    </a:schemeClr>
                  </a:solidFill>
                  <a:cs typeface="Arial" pitchFamily="34" charset="0"/>
                </a:endParaRPr>
              </a:p>
            </p:txBody>
          </p:sp>
        </p:grpSp>
        <p:grpSp>
          <p:nvGrpSpPr>
            <p:cNvPr id="45" name="Group 44"/>
            <p:cNvGrpSpPr/>
            <p:nvPr/>
          </p:nvGrpSpPr>
          <p:grpSpPr>
            <a:xfrm>
              <a:off x="5495569" y="1376492"/>
              <a:ext cx="2831424" cy="923331"/>
              <a:chOff x="2438934" y="1713581"/>
              <a:chExt cx="2831424" cy="923331"/>
            </a:xfrm>
          </p:grpSpPr>
          <p:sp>
            <p:nvSpPr>
              <p:cNvPr id="46" name="TextBox 45"/>
              <p:cNvSpPr txBox="1"/>
              <p:nvPr/>
            </p:nvSpPr>
            <p:spPr>
              <a:xfrm>
                <a:off x="2438934" y="1990581"/>
                <a:ext cx="2831424" cy="646331"/>
              </a:xfrm>
              <a:prstGeom prst="rect">
                <a:avLst/>
              </a:prstGeom>
              <a:noFill/>
            </p:spPr>
            <p:txBody>
              <a:bodyPr wrap="square" rtlCol="0">
                <a:spAutoFit/>
              </a:bodyPr>
              <a:lstStyle/>
              <a:p>
                <a:r>
                  <a:rPr lang="en-US" altLang="ko-KR" sz="1200" dirty="0">
                    <a:solidFill>
                      <a:schemeClr val="tx1">
                        <a:lumMod val="75000"/>
                        <a:lumOff val="25000"/>
                      </a:schemeClr>
                    </a:solidFill>
                    <a:cs typeface="Arial" pitchFamily="34" charset="0"/>
                  </a:rPr>
                  <a:t>You can simply impress your audience and add a unique zing and appeal to your Presentations. </a:t>
                </a:r>
              </a:p>
            </p:txBody>
          </p:sp>
          <p:sp>
            <p:nvSpPr>
              <p:cNvPr id="47" name="TextBox 46"/>
              <p:cNvSpPr txBox="1"/>
              <p:nvPr/>
            </p:nvSpPr>
            <p:spPr>
              <a:xfrm>
                <a:off x="2438934" y="1713581"/>
                <a:ext cx="2818577" cy="277000"/>
              </a:xfrm>
              <a:prstGeom prst="rect">
                <a:avLst/>
              </a:prstGeom>
              <a:noFill/>
            </p:spPr>
            <p:txBody>
              <a:bodyPr wrap="square" rtlCol="0">
                <a:spAutoFit/>
              </a:bodyPr>
              <a:lstStyle/>
              <a:p>
                <a:r>
                  <a:rPr lang="en-US" altLang="ko-KR" sz="1200" b="1" dirty="0">
                    <a:solidFill>
                      <a:schemeClr val="tx1">
                        <a:lumMod val="75000"/>
                        <a:lumOff val="25000"/>
                      </a:schemeClr>
                    </a:solidFill>
                    <a:cs typeface="Arial" pitchFamily="34" charset="0"/>
                  </a:rPr>
                  <a:t>Your Text  Here</a:t>
                </a:r>
                <a:endParaRPr lang="ko-KR" altLang="en-US" sz="1200" b="1" dirty="0">
                  <a:solidFill>
                    <a:schemeClr val="tx1">
                      <a:lumMod val="75000"/>
                      <a:lumOff val="25000"/>
                    </a:schemeClr>
                  </a:solidFill>
                  <a:cs typeface="Arial" pitchFamily="34" charset="0"/>
                </a:endParaRPr>
              </a:p>
            </p:txBody>
          </p:sp>
        </p:grpSp>
      </p:grpSp>
    </p:spTree>
    <p:extLst>
      <p:ext uri="{BB962C8B-B14F-4D97-AF65-F5344CB8AC3E}">
        <p14:creationId xmlns:p14="http://schemas.microsoft.com/office/powerpoint/2010/main" val="20412736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9" name="그룹 308">
            <a:extLst>
              <a:ext uri="{FF2B5EF4-FFF2-40B4-BE49-F238E27FC236}">
                <a16:creationId xmlns:a16="http://schemas.microsoft.com/office/drawing/2014/main" id="{A9B48916-3547-46D3-BE65-DA639DF8A38E}"/>
              </a:ext>
            </a:extLst>
          </p:cNvPr>
          <p:cNvGrpSpPr/>
          <p:nvPr/>
        </p:nvGrpSpPr>
        <p:grpSpPr>
          <a:xfrm>
            <a:off x="3537804" y="1327712"/>
            <a:ext cx="5344206" cy="3104965"/>
            <a:chOff x="635000" y="1382713"/>
            <a:chExt cx="7869238" cy="4572000"/>
          </a:xfrm>
          <a:solidFill>
            <a:schemeClr val="bg1">
              <a:lumMod val="85000"/>
            </a:schemeClr>
          </a:solidFill>
        </p:grpSpPr>
        <p:sp>
          <p:nvSpPr>
            <p:cNvPr id="310" name="Freeform 8">
              <a:extLst>
                <a:ext uri="{FF2B5EF4-FFF2-40B4-BE49-F238E27FC236}">
                  <a16:creationId xmlns:a16="http://schemas.microsoft.com/office/drawing/2014/main" id="{16022D87-E0C1-46E3-8B8B-C596EC43BB8A}"/>
                </a:ext>
              </a:extLst>
            </p:cNvPr>
            <p:cNvSpPr>
              <a:spLocks noEditPoints="1"/>
            </p:cNvSpPr>
            <p:nvPr/>
          </p:nvSpPr>
          <p:spPr bwMode="auto">
            <a:xfrm>
              <a:off x="811213" y="3267075"/>
              <a:ext cx="7478713" cy="2654300"/>
            </a:xfrm>
            <a:custGeom>
              <a:avLst/>
              <a:gdLst>
                <a:gd name="T0" fmla="*/ 1383 w 4711"/>
                <a:gd name="T1" fmla="*/ 1616 h 1672"/>
                <a:gd name="T2" fmla="*/ 4289 w 4711"/>
                <a:gd name="T3" fmla="*/ 1370 h 1672"/>
                <a:gd name="T4" fmla="*/ 4547 w 4711"/>
                <a:gd name="T5" fmla="*/ 1482 h 1672"/>
                <a:gd name="T6" fmla="*/ 4645 w 4711"/>
                <a:gd name="T7" fmla="*/ 1305 h 1672"/>
                <a:gd name="T8" fmla="*/ 4596 w 4711"/>
                <a:gd name="T9" fmla="*/ 1330 h 1672"/>
                <a:gd name="T10" fmla="*/ 4699 w 4711"/>
                <a:gd name="T11" fmla="*/ 1014 h 1672"/>
                <a:gd name="T12" fmla="*/ 2870 w 4711"/>
                <a:gd name="T13" fmla="*/ 1134 h 1672"/>
                <a:gd name="T14" fmla="*/ 4455 w 4711"/>
                <a:gd name="T15" fmla="*/ 918 h 1672"/>
                <a:gd name="T16" fmla="*/ 4359 w 4711"/>
                <a:gd name="T17" fmla="*/ 1140 h 1672"/>
                <a:gd name="T18" fmla="*/ 4144 w 4711"/>
                <a:gd name="T19" fmla="*/ 1286 h 1672"/>
                <a:gd name="T20" fmla="*/ 3936 w 4711"/>
                <a:gd name="T21" fmla="*/ 1271 h 1672"/>
                <a:gd name="T22" fmla="*/ 3802 w 4711"/>
                <a:gd name="T23" fmla="*/ 1080 h 1672"/>
                <a:gd name="T24" fmla="*/ 4059 w 4711"/>
                <a:gd name="T25" fmla="*/ 932 h 1672"/>
                <a:gd name="T26" fmla="*/ 4430 w 4711"/>
                <a:gd name="T27" fmla="*/ 909 h 1672"/>
                <a:gd name="T28" fmla="*/ 3982 w 4711"/>
                <a:gd name="T29" fmla="*/ 883 h 1672"/>
                <a:gd name="T30" fmla="*/ 3891 w 4711"/>
                <a:gd name="T31" fmla="*/ 883 h 1672"/>
                <a:gd name="T32" fmla="*/ 4388 w 4711"/>
                <a:gd name="T33" fmla="*/ 864 h 1672"/>
                <a:gd name="T34" fmla="*/ 4362 w 4711"/>
                <a:gd name="T35" fmla="*/ 825 h 1672"/>
                <a:gd name="T36" fmla="*/ 3994 w 4711"/>
                <a:gd name="T37" fmla="*/ 817 h 1672"/>
                <a:gd name="T38" fmla="*/ 4270 w 4711"/>
                <a:gd name="T39" fmla="*/ 855 h 1672"/>
                <a:gd name="T40" fmla="*/ 4132 w 4711"/>
                <a:gd name="T41" fmla="*/ 887 h 1672"/>
                <a:gd name="T42" fmla="*/ 1563 w 4711"/>
                <a:gd name="T43" fmla="*/ 787 h 1672"/>
                <a:gd name="T44" fmla="*/ 3886 w 4711"/>
                <a:gd name="T45" fmla="*/ 778 h 1672"/>
                <a:gd name="T46" fmla="*/ 3870 w 4711"/>
                <a:gd name="T47" fmla="*/ 845 h 1672"/>
                <a:gd name="T48" fmla="*/ 3987 w 4711"/>
                <a:gd name="T49" fmla="*/ 764 h 1672"/>
                <a:gd name="T50" fmla="*/ 3821 w 4711"/>
                <a:gd name="T51" fmla="*/ 885 h 1672"/>
                <a:gd name="T52" fmla="*/ 3860 w 4711"/>
                <a:gd name="T53" fmla="*/ 710 h 1672"/>
                <a:gd name="T54" fmla="*/ 3786 w 4711"/>
                <a:gd name="T55" fmla="*/ 726 h 1672"/>
                <a:gd name="T56" fmla="*/ 3331 w 4711"/>
                <a:gd name="T57" fmla="*/ 700 h 1672"/>
                <a:gd name="T58" fmla="*/ 3957 w 4711"/>
                <a:gd name="T59" fmla="*/ 677 h 1672"/>
                <a:gd name="T60" fmla="*/ 1245 w 4711"/>
                <a:gd name="T61" fmla="*/ 637 h 1672"/>
                <a:gd name="T62" fmla="*/ 1351 w 4711"/>
                <a:gd name="T63" fmla="*/ 529 h 1672"/>
                <a:gd name="T64" fmla="*/ 3942 w 4711"/>
                <a:gd name="T65" fmla="*/ 620 h 1672"/>
                <a:gd name="T66" fmla="*/ 3942 w 4711"/>
                <a:gd name="T67" fmla="*/ 602 h 1672"/>
                <a:gd name="T68" fmla="*/ 1173 w 4711"/>
                <a:gd name="T69" fmla="*/ 511 h 1672"/>
                <a:gd name="T70" fmla="*/ 1255 w 4711"/>
                <a:gd name="T71" fmla="*/ 515 h 1672"/>
                <a:gd name="T72" fmla="*/ 96 w 4711"/>
                <a:gd name="T73" fmla="*/ 454 h 1672"/>
                <a:gd name="T74" fmla="*/ 1088 w 4711"/>
                <a:gd name="T75" fmla="*/ 445 h 1672"/>
                <a:gd name="T76" fmla="*/ 1166 w 4711"/>
                <a:gd name="T77" fmla="*/ 429 h 1672"/>
                <a:gd name="T78" fmla="*/ 1149 w 4711"/>
                <a:gd name="T79" fmla="*/ 400 h 1672"/>
                <a:gd name="T80" fmla="*/ 2694 w 4711"/>
                <a:gd name="T81" fmla="*/ 262 h 1672"/>
                <a:gd name="T82" fmla="*/ 2256 w 4711"/>
                <a:gd name="T83" fmla="*/ 181 h 1672"/>
                <a:gd name="T84" fmla="*/ 2353 w 4711"/>
                <a:gd name="T85" fmla="*/ 119 h 1672"/>
                <a:gd name="T86" fmla="*/ 4183 w 4711"/>
                <a:gd name="T87" fmla="*/ 162 h 1672"/>
                <a:gd name="T88" fmla="*/ 4046 w 4711"/>
                <a:gd name="T89" fmla="*/ 288 h 1672"/>
                <a:gd name="T90" fmla="*/ 4128 w 4711"/>
                <a:gd name="T91" fmla="*/ 225 h 1672"/>
                <a:gd name="T92" fmla="*/ 2400 w 4711"/>
                <a:gd name="T93" fmla="*/ 78 h 1672"/>
                <a:gd name="T94" fmla="*/ 2425 w 4711"/>
                <a:gd name="T95" fmla="*/ 227 h 1672"/>
                <a:gd name="T96" fmla="*/ 2247 w 4711"/>
                <a:gd name="T97" fmla="*/ 148 h 1672"/>
                <a:gd name="T98" fmla="*/ 2167 w 4711"/>
                <a:gd name="T99" fmla="*/ 232 h 1672"/>
                <a:gd name="T100" fmla="*/ 2489 w 4711"/>
                <a:gd name="T101" fmla="*/ 332 h 1672"/>
                <a:gd name="T102" fmla="*/ 2720 w 4711"/>
                <a:gd name="T103" fmla="*/ 234 h 1672"/>
                <a:gd name="T104" fmla="*/ 2577 w 4711"/>
                <a:gd name="T105" fmla="*/ 157 h 1672"/>
                <a:gd name="T106" fmla="*/ 2533 w 4711"/>
                <a:gd name="T107" fmla="*/ 232 h 1672"/>
                <a:gd name="T108" fmla="*/ 1210 w 4711"/>
                <a:gd name="T109" fmla="*/ 78 h 1672"/>
                <a:gd name="T110" fmla="*/ 2798 w 4711"/>
                <a:gd name="T111" fmla="*/ 145 h 1672"/>
                <a:gd name="T112" fmla="*/ 2903 w 4711"/>
                <a:gd name="T113" fmla="*/ 147 h 1672"/>
                <a:gd name="T114" fmla="*/ 2943 w 4711"/>
                <a:gd name="T115" fmla="*/ 127 h 1672"/>
                <a:gd name="T116" fmla="*/ 1393 w 4711"/>
                <a:gd name="T117" fmla="*/ 66 h 1672"/>
                <a:gd name="T118" fmla="*/ 1028 w 4711"/>
                <a:gd name="T119" fmla="*/ 126 h 1672"/>
                <a:gd name="T120" fmla="*/ 1194 w 4711"/>
                <a:gd name="T121" fmla="*/ 89 h 1672"/>
                <a:gd name="T122" fmla="*/ 1076 w 4711"/>
                <a:gd name="T123" fmla="*/ 54 h 1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711" h="1672">
                  <a:moveTo>
                    <a:pt x="1290" y="1620"/>
                  </a:moveTo>
                  <a:lnTo>
                    <a:pt x="1304" y="1628"/>
                  </a:lnTo>
                  <a:lnTo>
                    <a:pt x="1318" y="1641"/>
                  </a:lnTo>
                  <a:lnTo>
                    <a:pt x="1332" y="1653"/>
                  </a:lnTo>
                  <a:lnTo>
                    <a:pt x="1348" y="1662"/>
                  </a:lnTo>
                  <a:lnTo>
                    <a:pt x="1348" y="1670"/>
                  </a:lnTo>
                  <a:lnTo>
                    <a:pt x="1339" y="1670"/>
                  </a:lnTo>
                  <a:lnTo>
                    <a:pt x="1330" y="1672"/>
                  </a:lnTo>
                  <a:lnTo>
                    <a:pt x="1316" y="1672"/>
                  </a:lnTo>
                  <a:lnTo>
                    <a:pt x="1304" y="1669"/>
                  </a:lnTo>
                  <a:lnTo>
                    <a:pt x="1297" y="1667"/>
                  </a:lnTo>
                  <a:lnTo>
                    <a:pt x="1294" y="1653"/>
                  </a:lnTo>
                  <a:lnTo>
                    <a:pt x="1290" y="1635"/>
                  </a:lnTo>
                  <a:lnTo>
                    <a:pt x="1290" y="1620"/>
                  </a:lnTo>
                  <a:close/>
                  <a:moveTo>
                    <a:pt x="1402" y="1590"/>
                  </a:moveTo>
                  <a:lnTo>
                    <a:pt x="1416" y="1593"/>
                  </a:lnTo>
                  <a:lnTo>
                    <a:pt x="1432" y="1599"/>
                  </a:lnTo>
                  <a:lnTo>
                    <a:pt x="1444" y="1604"/>
                  </a:lnTo>
                  <a:lnTo>
                    <a:pt x="1440" y="1604"/>
                  </a:lnTo>
                  <a:lnTo>
                    <a:pt x="1428" y="1611"/>
                  </a:lnTo>
                  <a:lnTo>
                    <a:pt x="1416" y="1616"/>
                  </a:lnTo>
                  <a:lnTo>
                    <a:pt x="1402" y="1620"/>
                  </a:lnTo>
                  <a:lnTo>
                    <a:pt x="1402" y="1613"/>
                  </a:lnTo>
                  <a:lnTo>
                    <a:pt x="1404" y="1611"/>
                  </a:lnTo>
                  <a:lnTo>
                    <a:pt x="1407" y="1609"/>
                  </a:lnTo>
                  <a:lnTo>
                    <a:pt x="1409" y="1607"/>
                  </a:lnTo>
                  <a:lnTo>
                    <a:pt x="1409" y="1606"/>
                  </a:lnTo>
                  <a:lnTo>
                    <a:pt x="1411" y="1604"/>
                  </a:lnTo>
                  <a:lnTo>
                    <a:pt x="1412" y="1600"/>
                  </a:lnTo>
                  <a:lnTo>
                    <a:pt x="1409" y="1600"/>
                  </a:lnTo>
                  <a:lnTo>
                    <a:pt x="1400" y="1609"/>
                  </a:lnTo>
                  <a:lnTo>
                    <a:pt x="1392" y="1614"/>
                  </a:lnTo>
                  <a:lnTo>
                    <a:pt x="1383" y="1616"/>
                  </a:lnTo>
                  <a:lnTo>
                    <a:pt x="1371" y="1620"/>
                  </a:lnTo>
                  <a:lnTo>
                    <a:pt x="1371" y="1604"/>
                  </a:lnTo>
                  <a:lnTo>
                    <a:pt x="1381" y="1600"/>
                  </a:lnTo>
                  <a:lnTo>
                    <a:pt x="1392" y="1595"/>
                  </a:lnTo>
                  <a:lnTo>
                    <a:pt x="1402" y="1590"/>
                  </a:lnTo>
                  <a:close/>
                  <a:moveTo>
                    <a:pt x="1374" y="1393"/>
                  </a:moveTo>
                  <a:lnTo>
                    <a:pt x="1378" y="1396"/>
                  </a:lnTo>
                  <a:lnTo>
                    <a:pt x="1381" y="1398"/>
                  </a:lnTo>
                  <a:lnTo>
                    <a:pt x="1383" y="1400"/>
                  </a:lnTo>
                  <a:lnTo>
                    <a:pt x="1385" y="1403"/>
                  </a:lnTo>
                  <a:lnTo>
                    <a:pt x="1385" y="1407"/>
                  </a:lnTo>
                  <a:lnTo>
                    <a:pt x="1386" y="1412"/>
                  </a:lnTo>
                  <a:lnTo>
                    <a:pt x="1378" y="1412"/>
                  </a:lnTo>
                  <a:lnTo>
                    <a:pt x="1376" y="1408"/>
                  </a:lnTo>
                  <a:lnTo>
                    <a:pt x="1374" y="1405"/>
                  </a:lnTo>
                  <a:lnTo>
                    <a:pt x="1374" y="1403"/>
                  </a:lnTo>
                  <a:lnTo>
                    <a:pt x="1372" y="1401"/>
                  </a:lnTo>
                  <a:lnTo>
                    <a:pt x="1374" y="1398"/>
                  </a:lnTo>
                  <a:lnTo>
                    <a:pt x="1374" y="1393"/>
                  </a:lnTo>
                  <a:close/>
                  <a:moveTo>
                    <a:pt x="4289" y="1370"/>
                  </a:moveTo>
                  <a:lnTo>
                    <a:pt x="4294" y="1384"/>
                  </a:lnTo>
                  <a:lnTo>
                    <a:pt x="4296" y="1400"/>
                  </a:lnTo>
                  <a:lnTo>
                    <a:pt x="4292" y="1415"/>
                  </a:lnTo>
                  <a:lnTo>
                    <a:pt x="4284" y="1424"/>
                  </a:lnTo>
                  <a:lnTo>
                    <a:pt x="4275" y="1429"/>
                  </a:lnTo>
                  <a:lnTo>
                    <a:pt x="4263" y="1435"/>
                  </a:lnTo>
                  <a:lnTo>
                    <a:pt x="4258" y="1414"/>
                  </a:lnTo>
                  <a:lnTo>
                    <a:pt x="4251" y="1393"/>
                  </a:lnTo>
                  <a:lnTo>
                    <a:pt x="4244" y="1374"/>
                  </a:lnTo>
                  <a:lnTo>
                    <a:pt x="4258" y="1374"/>
                  </a:lnTo>
                  <a:lnTo>
                    <a:pt x="4270" y="1381"/>
                  </a:lnTo>
                  <a:lnTo>
                    <a:pt x="4280" y="1379"/>
                  </a:lnTo>
                  <a:lnTo>
                    <a:pt x="4289" y="1370"/>
                  </a:lnTo>
                  <a:close/>
                  <a:moveTo>
                    <a:pt x="4577" y="1367"/>
                  </a:moveTo>
                  <a:lnTo>
                    <a:pt x="4580" y="1368"/>
                  </a:lnTo>
                  <a:lnTo>
                    <a:pt x="4584" y="1370"/>
                  </a:lnTo>
                  <a:lnTo>
                    <a:pt x="4586" y="1372"/>
                  </a:lnTo>
                  <a:lnTo>
                    <a:pt x="4587" y="1374"/>
                  </a:lnTo>
                  <a:lnTo>
                    <a:pt x="4589" y="1375"/>
                  </a:lnTo>
                  <a:lnTo>
                    <a:pt x="4593" y="1379"/>
                  </a:lnTo>
                  <a:lnTo>
                    <a:pt x="4593" y="1377"/>
                  </a:lnTo>
                  <a:lnTo>
                    <a:pt x="4594" y="1375"/>
                  </a:lnTo>
                  <a:lnTo>
                    <a:pt x="4596" y="1372"/>
                  </a:lnTo>
                  <a:lnTo>
                    <a:pt x="4596" y="1370"/>
                  </a:lnTo>
                  <a:lnTo>
                    <a:pt x="4598" y="1370"/>
                  </a:lnTo>
                  <a:lnTo>
                    <a:pt x="4600" y="1370"/>
                  </a:lnTo>
                  <a:lnTo>
                    <a:pt x="4600" y="1374"/>
                  </a:lnTo>
                  <a:lnTo>
                    <a:pt x="4601" y="1377"/>
                  </a:lnTo>
                  <a:lnTo>
                    <a:pt x="4603" y="1382"/>
                  </a:lnTo>
                  <a:lnTo>
                    <a:pt x="4603" y="1388"/>
                  </a:lnTo>
                  <a:lnTo>
                    <a:pt x="4603" y="1393"/>
                  </a:lnTo>
                  <a:lnTo>
                    <a:pt x="4591" y="1407"/>
                  </a:lnTo>
                  <a:lnTo>
                    <a:pt x="4580" y="1424"/>
                  </a:lnTo>
                  <a:lnTo>
                    <a:pt x="4584" y="1435"/>
                  </a:lnTo>
                  <a:lnTo>
                    <a:pt x="4582" y="1438"/>
                  </a:lnTo>
                  <a:lnTo>
                    <a:pt x="4577" y="1442"/>
                  </a:lnTo>
                  <a:lnTo>
                    <a:pt x="4572" y="1443"/>
                  </a:lnTo>
                  <a:lnTo>
                    <a:pt x="4567" y="1445"/>
                  </a:lnTo>
                  <a:lnTo>
                    <a:pt x="4561" y="1449"/>
                  </a:lnTo>
                  <a:lnTo>
                    <a:pt x="4558" y="1450"/>
                  </a:lnTo>
                  <a:lnTo>
                    <a:pt x="4554" y="1456"/>
                  </a:lnTo>
                  <a:lnTo>
                    <a:pt x="4554" y="1461"/>
                  </a:lnTo>
                  <a:lnTo>
                    <a:pt x="4553" y="1466"/>
                  </a:lnTo>
                  <a:lnTo>
                    <a:pt x="4553" y="1471"/>
                  </a:lnTo>
                  <a:lnTo>
                    <a:pt x="4551" y="1478"/>
                  </a:lnTo>
                  <a:lnTo>
                    <a:pt x="4547" y="1482"/>
                  </a:lnTo>
                  <a:lnTo>
                    <a:pt x="4542" y="1485"/>
                  </a:lnTo>
                  <a:lnTo>
                    <a:pt x="4537" y="1489"/>
                  </a:lnTo>
                  <a:lnTo>
                    <a:pt x="4532" y="1492"/>
                  </a:lnTo>
                  <a:lnTo>
                    <a:pt x="4526" y="1497"/>
                  </a:lnTo>
                  <a:lnTo>
                    <a:pt x="4519" y="1497"/>
                  </a:lnTo>
                  <a:lnTo>
                    <a:pt x="4511" y="1491"/>
                  </a:lnTo>
                  <a:lnTo>
                    <a:pt x="4502" y="1485"/>
                  </a:lnTo>
                  <a:lnTo>
                    <a:pt x="4495" y="1480"/>
                  </a:lnTo>
                  <a:lnTo>
                    <a:pt x="4488" y="1470"/>
                  </a:lnTo>
                  <a:lnTo>
                    <a:pt x="4493" y="1466"/>
                  </a:lnTo>
                  <a:lnTo>
                    <a:pt x="4495" y="1461"/>
                  </a:lnTo>
                  <a:lnTo>
                    <a:pt x="4497" y="1457"/>
                  </a:lnTo>
                  <a:lnTo>
                    <a:pt x="4498" y="1452"/>
                  </a:lnTo>
                  <a:lnTo>
                    <a:pt x="4500" y="1447"/>
                  </a:lnTo>
                  <a:lnTo>
                    <a:pt x="4504" y="1443"/>
                  </a:lnTo>
                  <a:lnTo>
                    <a:pt x="4514" y="1440"/>
                  </a:lnTo>
                  <a:lnTo>
                    <a:pt x="4525" y="1438"/>
                  </a:lnTo>
                  <a:lnTo>
                    <a:pt x="4535" y="1435"/>
                  </a:lnTo>
                  <a:lnTo>
                    <a:pt x="4540" y="1429"/>
                  </a:lnTo>
                  <a:lnTo>
                    <a:pt x="4549" y="1417"/>
                  </a:lnTo>
                  <a:lnTo>
                    <a:pt x="4556" y="1403"/>
                  </a:lnTo>
                  <a:lnTo>
                    <a:pt x="4565" y="1389"/>
                  </a:lnTo>
                  <a:lnTo>
                    <a:pt x="4572" y="1375"/>
                  </a:lnTo>
                  <a:lnTo>
                    <a:pt x="4577" y="1367"/>
                  </a:lnTo>
                  <a:close/>
                  <a:moveTo>
                    <a:pt x="4570" y="1239"/>
                  </a:moveTo>
                  <a:lnTo>
                    <a:pt x="4577" y="1239"/>
                  </a:lnTo>
                  <a:lnTo>
                    <a:pt x="4593" y="1255"/>
                  </a:lnTo>
                  <a:lnTo>
                    <a:pt x="4607" y="1269"/>
                  </a:lnTo>
                  <a:lnTo>
                    <a:pt x="4621" y="1285"/>
                  </a:lnTo>
                  <a:lnTo>
                    <a:pt x="4631" y="1305"/>
                  </a:lnTo>
                  <a:lnTo>
                    <a:pt x="4636" y="1305"/>
                  </a:lnTo>
                  <a:lnTo>
                    <a:pt x="4642" y="1305"/>
                  </a:lnTo>
                  <a:lnTo>
                    <a:pt x="4645" y="1305"/>
                  </a:lnTo>
                  <a:lnTo>
                    <a:pt x="4647" y="1305"/>
                  </a:lnTo>
                  <a:lnTo>
                    <a:pt x="4650" y="1305"/>
                  </a:lnTo>
                  <a:lnTo>
                    <a:pt x="4654" y="1302"/>
                  </a:lnTo>
                  <a:lnTo>
                    <a:pt x="4656" y="1299"/>
                  </a:lnTo>
                  <a:lnTo>
                    <a:pt x="4657" y="1293"/>
                  </a:lnTo>
                  <a:lnTo>
                    <a:pt x="4661" y="1293"/>
                  </a:lnTo>
                  <a:lnTo>
                    <a:pt x="4661" y="1316"/>
                  </a:lnTo>
                  <a:lnTo>
                    <a:pt x="4659" y="1321"/>
                  </a:lnTo>
                  <a:lnTo>
                    <a:pt x="4657" y="1326"/>
                  </a:lnTo>
                  <a:lnTo>
                    <a:pt x="4656" y="1332"/>
                  </a:lnTo>
                  <a:lnTo>
                    <a:pt x="4654" y="1335"/>
                  </a:lnTo>
                  <a:lnTo>
                    <a:pt x="4642" y="1335"/>
                  </a:lnTo>
                  <a:lnTo>
                    <a:pt x="4642" y="1347"/>
                  </a:lnTo>
                  <a:lnTo>
                    <a:pt x="4631" y="1358"/>
                  </a:lnTo>
                  <a:lnTo>
                    <a:pt x="4622" y="1368"/>
                  </a:lnTo>
                  <a:lnTo>
                    <a:pt x="4612" y="1379"/>
                  </a:lnTo>
                  <a:lnTo>
                    <a:pt x="4612" y="1374"/>
                  </a:lnTo>
                  <a:lnTo>
                    <a:pt x="4610" y="1370"/>
                  </a:lnTo>
                  <a:lnTo>
                    <a:pt x="4610" y="1367"/>
                  </a:lnTo>
                  <a:lnTo>
                    <a:pt x="4610" y="1361"/>
                  </a:lnTo>
                  <a:lnTo>
                    <a:pt x="4612" y="1358"/>
                  </a:lnTo>
                  <a:lnTo>
                    <a:pt x="4612" y="1354"/>
                  </a:lnTo>
                  <a:lnTo>
                    <a:pt x="4612" y="1351"/>
                  </a:lnTo>
                  <a:lnTo>
                    <a:pt x="4610" y="1349"/>
                  </a:lnTo>
                  <a:lnTo>
                    <a:pt x="4607" y="1347"/>
                  </a:lnTo>
                  <a:lnTo>
                    <a:pt x="4603" y="1346"/>
                  </a:lnTo>
                  <a:lnTo>
                    <a:pt x="4600" y="1344"/>
                  </a:lnTo>
                  <a:lnTo>
                    <a:pt x="4596" y="1342"/>
                  </a:lnTo>
                  <a:lnTo>
                    <a:pt x="4593" y="1340"/>
                  </a:lnTo>
                  <a:lnTo>
                    <a:pt x="4591" y="1339"/>
                  </a:lnTo>
                  <a:lnTo>
                    <a:pt x="4591" y="1337"/>
                  </a:lnTo>
                  <a:lnTo>
                    <a:pt x="4593" y="1335"/>
                  </a:lnTo>
                  <a:lnTo>
                    <a:pt x="4596" y="1330"/>
                  </a:lnTo>
                  <a:lnTo>
                    <a:pt x="4601" y="1326"/>
                  </a:lnTo>
                  <a:lnTo>
                    <a:pt x="4607" y="1321"/>
                  </a:lnTo>
                  <a:lnTo>
                    <a:pt x="4612" y="1316"/>
                  </a:lnTo>
                  <a:lnTo>
                    <a:pt x="4605" y="1309"/>
                  </a:lnTo>
                  <a:lnTo>
                    <a:pt x="4598" y="1297"/>
                  </a:lnTo>
                  <a:lnTo>
                    <a:pt x="4587" y="1279"/>
                  </a:lnTo>
                  <a:lnTo>
                    <a:pt x="4579" y="1264"/>
                  </a:lnTo>
                  <a:lnTo>
                    <a:pt x="4574" y="1250"/>
                  </a:lnTo>
                  <a:lnTo>
                    <a:pt x="4570" y="1239"/>
                  </a:lnTo>
                  <a:close/>
                  <a:moveTo>
                    <a:pt x="4507" y="1056"/>
                  </a:moveTo>
                  <a:lnTo>
                    <a:pt x="4516" y="1056"/>
                  </a:lnTo>
                  <a:lnTo>
                    <a:pt x="4532" y="1068"/>
                  </a:lnTo>
                  <a:lnTo>
                    <a:pt x="4551" y="1079"/>
                  </a:lnTo>
                  <a:lnTo>
                    <a:pt x="4551" y="1089"/>
                  </a:lnTo>
                  <a:lnTo>
                    <a:pt x="4539" y="1089"/>
                  </a:lnTo>
                  <a:lnTo>
                    <a:pt x="4530" y="1082"/>
                  </a:lnTo>
                  <a:lnTo>
                    <a:pt x="4521" y="1075"/>
                  </a:lnTo>
                  <a:lnTo>
                    <a:pt x="4514" y="1066"/>
                  </a:lnTo>
                  <a:lnTo>
                    <a:pt x="4507" y="1056"/>
                  </a:lnTo>
                  <a:close/>
                  <a:moveTo>
                    <a:pt x="4692" y="995"/>
                  </a:moveTo>
                  <a:lnTo>
                    <a:pt x="4696" y="995"/>
                  </a:lnTo>
                  <a:lnTo>
                    <a:pt x="4699" y="997"/>
                  </a:lnTo>
                  <a:lnTo>
                    <a:pt x="4699" y="997"/>
                  </a:lnTo>
                  <a:lnTo>
                    <a:pt x="4701" y="998"/>
                  </a:lnTo>
                  <a:lnTo>
                    <a:pt x="4701" y="1000"/>
                  </a:lnTo>
                  <a:lnTo>
                    <a:pt x="4703" y="1002"/>
                  </a:lnTo>
                  <a:lnTo>
                    <a:pt x="4704" y="1005"/>
                  </a:lnTo>
                  <a:lnTo>
                    <a:pt x="4708" y="1011"/>
                  </a:lnTo>
                  <a:lnTo>
                    <a:pt x="4710" y="1017"/>
                  </a:lnTo>
                  <a:lnTo>
                    <a:pt x="4711" y="1024"/>
                  </a:lnTo>
                  <a:lnTo>
                    <a:pt x="4704" y="1024"/>
                  </a:lnTo>
                  <a:lnTo>
                    <a:pt x="4704" y="1017"/>
                  </a:lnTo>
                  <a:lnTo>
                    <a:pt x="4699" y="1014"/>
                  </a:lnTo>
                  <a:lnTo>
                    <a:pt x="4697" y="1009"/>
                  </a:lnTo>
                  <a:lnTo>
                    <a:pt x="4696" y="1005"/>
                  </a:lnTo>
                  <a:lnTo>
                    <a:pt x="4694" y="1000"/>
                  </a:lnTo>
                  <a:lnTo>
                    <a:pt x="4692" y="995"/>
                  </a:lnTo>
                  <a:close/>
                  <a:moveTo>
                    <a:pt x="4532" y="974"/>
                  </a:moveTo>
                  <a:lnTo>
                    <a:pt x="4535" y="974"/>
                  </a:lnTo>
                  <a:lnTo>
                    <a:pt x="4537" y="976"/>
                  </a:lnTo>
                  <a:lnTo>
                    <a:pt x="4537" y="977"/>
                  </a:lnTo>
                  <a:lnTo>
                    <a:pt x="4539" y="977"/>
                  </a:lnTo>
                  <a:lnTo>
                    <a:pt x="4540" y="977"/>
                  </a:lnTo>
                  <a:lnTo>
                    <a:pt x="4542" y="979"/>
                  </a:lnTo>
                  <a:lnTo>
                    <a:pt x="4544" y="984"/>
                  </a:lnTo>
                  <a:lnTo>
                    <a:pt x="4544" y="990"/>
                  </a:lnTo>
                  <a:lnTo>
                    <a:pt x="4546" y="993"/>
                  </a:lnTo>
                  <a:lnTo>
                    <a:pt x="4547" y="997"/>
                  </a:lnTo>
                  <a:lnTo>
                    <a:pt x="4549" y="1000"/>
                  </a:lnTo>
                  <a:lnTo>
                    <a:pt x="4551" y="1005"/>
                  </a:lnTo>
                  <a:lnTo>
                    <a:pt x="4539" y="1005"/>
                  </a:lnTo>
                  <a:lnTo>
                    <a:pt x="4537" y="997"/>
                  </a:lnTo>
                  <a:lnTo>
                    <a:pt x="4533" y="991"/>
                  </a:lnTo>
                  <a:lnTo>
                    <a:pt x="4532" y="984"/>
                  </a:lnTo>
                  <a:lnTo>
                    <a:pt x="4532" y="974"/>
                  </a:lnTo>
                  <a:close/>
                  <a:moveTo>
                    <a:pt x="2907" y="967"/>
                  </a:moveTo>
                  <a:lnTo>
                    <a:pt x="2907" y="974"/>
                  </a:lnTo>
                  <a:lnTo>
                    <a:pt x="2915" y="993"/>
                  </a:lnTo>
                  <a:lnTo>
                    <a:pt x="2915" y="1014"/>
                  </a:lnTo>
                  <a:lnTo>
                    <a:pt x="2910" y="1033"/>
                  </a:lnTo>
                  <a:lnTo>
                    <a:pt x="2901" y="1052"/>
                  </a:lnTo>
                  <a:lnTo>
                    <a:pt x="2891" y="1070"/>
                  </a:lnTo>
                  <a:lnTo>
                    <a:pt x="2882" y="1087"/>
                  </a:lnTo>
                  <a:lnTo>
                    <a:pt x="2875" y="1101"/>
                  </a:lnTo>
                  <a:lnTo>
                    <a:pt x="2872" y="1119"/>
                  </a:lnTo>
                  <a:lnTo>
                    <a:pt x="2870" y="1134"/>
                  </a:lnTo>
                  <a:lnTo>
                    <a:pt x="2868" y="1147"/>
                  </a:lnTo>
                  <a:lnTo>
                    <a:pt x="2861" y="1157"/>
                  </a:lnTo>
                  <a:lnTo>
                    <a:pt x="2849" y="1166"/>
                  </a:lnTo>
                  <a:lnTo>
                    <a:pt x="2849" y="1162"/>
                  </a:lnTo>
                  <a:lnTo>
                    <a:pt x="2842" y="1161"/>
                  </a:lnTo>
                  <a:lnTo>
                    <a:pt x="2837" y="1159"/>
                  </a:lnTo>
                  <a:lnTo>
                    <a:pt x="2832" y="1155"/>
                  </a:lnTo>
                  <a:lnTo>
                    <a:pt x="2828" y="1150"/>
                  </a:lnTo>
                  <a:lnTo>
                    <a:pt x="2826" y="1143"/>
                  </a:lnTo>
                  <a:lnTo>
                    <a:pt x="2819" y="1129"/>
                  </a:lnTo>
                  <a:lnTo>
                    <a:pt x="2818" y="1115"/>
                  </a:lnTo>
                  <a:lnTo>
                    <a:pt x="2823" y="1103"/>
                  </a:lnTo>
                  <a:lnTo>
                    <a:pt x="2828" y="1089"/>
                  </a:lnTo>
                  <a:lnTo>
                    <a:pt x="2833" y="1075"/>
                  </a:lnTo>
                  <a:lnTo>
                    <a:pt x="2833" y="1066"/>
                  </a:lnTo>
                  <a:lnTo>
                    <a:pt x="2832" y="1052"/>
                  </a:lnTo>
                  <a:lnTo>
                    <a:pt x="2830" y="1038"/>
                  </a:lnTo>
                  <a:lnTo>
                    <a:pt x="2830" y="1024"/>
                  </a:lnTo>
                  <a:lnTo>
                    <a:pt x="2849" y="1024"/>
                  </a:lnTo>
                  <a:lnTo>
                    <a:pt x="2854" y="1016"/>
                  </a:lnTo>
                  <a:lnTo>
                    <a:pt x="2865" y="1005"/>
                  </a:lnTo>
                  <a:lnTo>
                    <a:pt x="2875" y="993"/>
                  </a:lnTo>
                  <a:lnTo>
                    <a:pt x="2887" y="981"/>
                  </a:lnTo>
                  <a:lnTo>
                    <a:pt x="2898" y="972"/>
                  </a:lnTo>
                  <a:lnTo>
                    <a:pt x="2907" y="967"/>
                  </a:lnTo>
                  <a:close/>
                  <a:moveTo>
                    <a:pt x="4455" y="913"/>
                  </a:moveTo>
                  <a:lnTo>
                    <a:pt x="4469" y="918"/>
                  </a:lnTo>
                  <a:lnTo>
                    <a:pt x="4469" y="925"/>
                  </a:lnTo>
                  <a:lnTo>
                    <a:pt x="4458" y="925"/>
                  </a:lnTo>
                  <a:lnTo>
                    <a:pt x="4458" y="921"/>
                  </a:lnTo>
                  <a:lnTo>
                    <a:pt x="4457" y="920"/>
                  </a:lnTo>
                  <a:lnTo>
                    <a:pt x="4457" y="918"/>
                  </a:lnTo>
                  <a:lnTo>
                    <a:pt x="4455" y="918"/>
                  </a:lnTo>
                  <a:lnTo>
                    <a:pt x="4455" y="916"/>
                  </a:lnTo>
                  <a:lnTo>
                    <a:pt x="4455" y="913"/>
                  </a:lnTo>
                  <a:close/>
                  <a:moveTo>
                    <a:pt x="4205" y="909"/>
                  </a:moveTo>
                  <a:lnTo>
                    <a:pt x="4209" y="909"/>
                  </a:lnTo>
                  <a:lnTo>
                    <a:pt x="4210" y="918"/>
                  </a:lnTo>
                  <a:lnTo>
                    <a:pt x="4212" y="930"/>
                  </a:lnTo>
                  <a:lnTo>
                    <a:pt x="4217" y="944"/>
                  </a:lnTo>
                  <a:lnTo>
                    <a:pt x="4221" y="956"/>
                  </a:lnTo>
                  <a:lnTo>
                    <a:pt x="4224" y="963"/>
                  </a:lnTo>
                  <a:lnTo>
                    <a:pt x="4226" y="965"/>
                  </a:lnTo>
                  <a:lnTo>
                    <a:pt x="4231" y="967"/>
                  </a:lnTo>
                  <a:lnTo>
                    <a:pt x="4235" y="967"/>
                  </a:lnTo>
                  <a:lnTo>
                    <a:pt x="4240" y="969"/>
                  </a:lnTo>
                  <a:lnTo>
                    <a:pt x="4244" y="969"/>
                  </a:lnTo>
                  <a:lnTo>
                    <a:pt x="4247" y="970"/>
                  </a:lnTo>
                  <a:lnTo>
                    <a:pt x="4247" y="976"/>
                  </a:lnTo>
                  <a:lnTo>
                    <a:pt x="4251" y="988"/>
                  </a:lnTo>
                  <a:lnTo>
                    <a:pt x="4254" y="1002"/>
                  </a:lnTo>
                  <a:lnTo>
                    <a:pt x="4259" y="1019"/>
                  </a:lnTo>
                  <a:lnTo>
                    <a:pt x="4263" y="1031"/>
                  </a:lnTo>
                  <a:lnTo>
                    <a:pt x="4266" y="1040"/>
                  </a:lnTo>
                  <a:lnTo>
                    <a:pt x="4275" y="1040"/>
                  </a:lnTo>
                  <a:lnTo>
                    <a:pt x="4280" y="1042"/>
                  </a:lnTo>
                  <a:lnTo>
                    <a:pt x="4286" y="1044"/>
                  </a:lnTo>
                  <a:lnTo>
                    <a:pt x="4289" y="1047"/>
                  </a:lnTo>
                  <a:lnTo>
                    <a:pt x="4292" y="1052"/>
                  </a:lnTo>
                  <a:lnTo>
                    <a:pt x="4301" y="1065"/>
                  </a:lnTo>
                  <a:lnTo>
                    <a:pt x="4305" y="1082"/>
                  </a:lnTo>
                  <a:lnTo>
                    <a:pt x="4324" y="1082"/>
                  </a:lnTo>
                  <a:lnTo>
                    <a:pt x="4331" y="1100"/>
                  </a:lnTo>
                  <a:lnTo>
                    <a:pt x="4341" y="1112"/>
                  </a:lnTo>
                  <a:lnTo>
                    <a:pt x="4350" y="1124"/>
                  </a:lnTo>
                  <a:lnTo>
                    <a:pt x="4359" y="1140"/>
                  </a:lnTo>
                  <a:lnTo>
                    <a:pt x="4362" y="1166"/>
                  </a:lnTo>
                  <a:lnTo>
                    <a:pt x="4361" y="1187"/>
                  </a:lnTo>
                  <a:lnTo>
                    <a:pt x="4355" y="1208"/>
                  </a:lnTo>
                  <a:lnTo>
                    <a:pt x="4347" y="1227"/>
                  </a:lnTo>
                  <a:lnTo>
                    <a:pt x="4338" y="1248"/>
                  </a:lnTo>
                  <a:lnTo>
                    <a:pt x="4327" y="1271"/>
                  </a:lnTo>
                  <a:lnTo>
                    <a:pt x="4324" y="1285"/>
                  </a:lnTo>
                  <a:lnTo>
                    <a:pt x="4319" y="1299"/>
                  </a:lnTo>
                  <a:lnTo>
                    <a:pt x="4315" y="1314"/>
                  </a:lnTo>
                  <a:lnTo>
                    <a:pt x="4310" y="1326"/>
                  </a:lnTo>
                  <a:lnTo>
                    <a:pt x="4301" y="1335"/>
                  </a:lnTo>
                  <a:lnTo>
                    <a:pt x="4291" y="1340"/>
                  </a:lnTo>
                  <a:lnTo>
                    <a:pt x="4279" y="1346"/>
                  </a:lnTo>
                  <a:lnTo>
                    <a:pt x="4266" y="1351"/>
                  </a:lnTo>
                  <a:lnTo>
                    <a:pt x="4258" y="1354"/>
                  </a:lnTo>
                  <a:lnTo>
                    <a:pt x="4247" y="1346"/>
                  </a:lnTo>
                  <a:lnTo>
                    <a:pt x="4235" y="1335"/>
                  </a:lnTo>
                  <a:lnTo>
                    <a:pt x="4226" y="1342"/>
                  </a:lnTo>
                  <a:lnTo>
                    <a:pt x="4216" y="1346"/>
                  </a:lnTo>
                  <a:lnTo>
                    <a:pt x="4203" y="1344"/>
                  </a:lnTo>
                  <a:lnTo>
                    <a:pt x="4190" y="1342"/>
                  </a:lnTo>
                  <a:lnTo>
                    <a:pt x="4174" y="1340"/>
                  </a:lnTo>
                  <a:lnTo>
                    <a:pt x="4167" y="1305"/>
                  </a:lnTo>
                  <a:lnTo>
                    <a:pt x="4162" y="1304"/>
                  </a:lnTo>
                  <a:lnTo>
                    <a:pt x="4156" y="1302"/>
                  </a:lnTo>
                  <a:lnTo>
                    <a:pt x="4151" y="1300"/>
                  </a:lnTo>
                  <a:lnTo>
                    <a:pt x="4148" y="1297"/>
                  </a:lnTo>
                  <a:lnTo>
                    <a:pt x="4144" y="1295"/>
                  </a:lnTo>
                  <a:lnTo>
                    <a:pt x="4142" y="1293"/>
                  </a:lnTo>
                  <a:lnTo>
                    <a:pt x="4142" y="1292"/>
                  </a:lnTo>
                  <a:lnTo>
                    <a:pt x="4144" y="1290"/>
                  </a:lnTo>
                  <a:lnTo>
                    <a:pt x="4144" y="1288"/>
                  </a:lnTo>
                  <a:lnTo>
                    <a:pt x="4144" y="1286"/>
                  </a:lnTo>
                  <a:lnTo>
                    <a:pt x="4142" y="1285"/>
                  </a:lnTo>
                  <a:lnTo>
                    <a:pt x="4141" y="1283"/>
                  </a:lnTo>
                  <a:lnTo>
                    <a:pt x="4135" y="1281"/>
                  </a:lnTo>
                  <a:lnTo>
                    <a:pt x="4134" y="1283"/>
                  </a:lnTo>
                  <a:lnTo>
                    <a:pt x="4134" y="1285"/>
                  </a:lnTo>
                  <a:lnTo>
                    <a:pt x="4134" y="1285"/>
                  </a:lnTo>
                  <a:lnTo>
                    <a:pt x="4132" y="1286"/>
                  </a:lnTo>
                  <a:lnTo>
                    <a:pt x="4130" y="1286"/>
                  </a:lnTo>
                  <a:lnTo>
                    <a:pt x="4128" y="1286"/>
                  </a:lnTo>
                  <a:lnTo>
                    <a:pt x="4128" y="1281"/>
                  </a:lnTo>
                  <a:lnTo>
                    <a:pt x="4123" y="1281"/>
                  </a:lnTo>
                  <a:lnTo>
                    <a:pt x="4123" y="1278"/>
                  </a:lnTo>
                  <a:lnTo>
                    <a:pt x="4130" y="1274"/>
                  </a:lnTo>
                  <a:lnTo>
                    <a:pt x="4135" y="1269"/>
                  </a:lnTo>
                  <a:lnTo>
                    <a:pt x="4139" y="1264"/>
                  </a:lnTo>
                  <a:lnTo>
                    <a:pt x="4135" y="1264"/>
                  </a:lnTo>
                  <a:lnTo>
                    <a:pt x="4135" y="1258"/>
                  </a:lnTo>
                  <a:lnTo>
                    <a:pt x="4127" y="1267"/>
                  </a:lnTo>
                  <a:lnTo>
                    <a:pt x="4118" y="1272"/>
                  </a:lnTo>
                  <a:lnTo>
                    <a:pt x="4104" y="1278"/>
                  </a:lnTo>
                  <a:lnTo>
                    <a:pt x="4099" y="1267"/>
                  </a:lnTo>
                  <a:lnTo>
                    <a:pt x="4092" y="1257"/>
                  </a:lnTo>
                  <a:lnTo>
                    <a:pt x="4083" y="1248"/>
                  </a:lnTo>
                  <a:lnTo>
                    <a:pt x="4071" y="1241"/>
                  </a:lnTo>
                  <a:lnTo>
                    <a:pt x="4055" y="1239"/>
                  </a:lnTo>
                  <a:lnTo>
                    <a:pt x="4045" y="1236"/>
                  </a:lnTo>
                  <a:lnTo>
                    <a:pt x="4031" y="1234"/>
                  </a:lnTo>
                  <a:lnTo>
                    <a:pt x="4011" y="1236"/>
                  </a:lnTo>
                  <a:lnTo>
                    <a:pt x="3992" y="1237"/>
                  </a:lnTo>
                  <a:lnTo>
                    <a:pt x="3973" y="1241"/>
                  </a:lnTo>
                  <a:lnTo>
                    <a:pt x="3956" y="1244"/>
                  </a:lnTo>
                  <a:lnTo>
                    <a:pt x="3943" y="1248"/>
                  </a:lnTo>
                  <a:lnTo>
                    <a:pt x="3936" y="1271"/>
                  </a:lnTo>
                  <a:lnTo>
                    <a:pt x="3919" y="1271"/>
                  </a:lnTo>
                  <a:lnTo>
                    <a:pt x="3903" y="1269"/>
                  </a:lnTo>
                  <a:lnTo>
                    <a:pt x="3886" y="1271"/>
                  </a:lnTo>
                  <a:lnTo>
                    <a:pt x="3874" y="1274"/>
                  </a:lnTo>
                  <a:lnTo>
                    <a:pt x="3861" y="1279"/>
                  </a:lnTo>
                  <a:lnTo>
                    <a:pt x="3851" y="1285"/>
                  </a:lnTo>
                  <a:lnTo>
                    <a:pt x="3839" y="1286"/>
                  </a:lnTo>
                  <a:lnTo>
                    <a:pt x="3825" y="1286"/>
                  </a:lnTo>
                  <a:lnTo>
                    <a:pt x="3821" y="1279"/>
                  </a:lnTo>
                  <a:lnTo>
                    <a:pt x="3818" y="1274"/>
                  </a:lnTo>
                  <a:lnTo>
                    <a:pt x="3812" y="1269"/>
                  </a:lnTo>
                  <a:lnTo>
                    <a:pt x="3809" y="1264"/>
                  </a:lnTo>
                  <a:lnTo>
                    <a:pt x="3818" y="1251"/>
                  </a:lnTo>
                  <a:lnTo>
                    <a:pt x="3819" y="1236"/>
                  </a:lnTo>
                  <a:lnTo>
                    <a:pt x="3818" y="1218"/>
                  </a:lnTo>
                  <a:lnTo>
                    <a:pt x="3811" y="1201"/>
                  </a:lnTo>
                  <a:lnTo>
                    <a:pt x="3804" y="1182"/>
                  </a:lnTo>
                  <a:lnTo>
                    <a:pt x="3795" y="1164"/>
                  </a:lnTo>
                  <a:lnTo>
                    <a:pt x="3790" y="1148"/>
                  </a:lnTo>
                  <a:lnTo>
                    <a:pt x="3786" y="1136"/>
                  </a:lnTo>
                  <a:lnTo>
                    <a:pt x="3790" y="1136"/>
                  </a:lnTo>
                  <a:lnTo>
                    <a:pt x="3793" y="1138"/>
                  </a:lnTo>
                  <a:lnTo>
                    <a:pt x="3795" y="1138"/>
                  </a:lnTo>
                  <a:lnTo>
                    <a:pt x="3797" y="1140"/>
                  </a:lnTo>
                  <a:lnTo>
                    <a:pt x="3797" y="1140"/>
                  </a:lnTo>
                  <a:lnTo>
                    <a:pt x="3799" y="1138"/>
                  </a:lnTo>
                  <a:lnTo>
                    <a:pt x="3800" y="1136"/>
                  </a:lnTo>
                  <a:lnTo>
                    <a:pt x="3802" y="1133"/>
                  </a:lnTo>
                  <a:lnTo>
                    <a:pt x="3793" y="1124"/>
                  </a:lnTo>
                  <a:lnTo>
                    <a:pt x="3790" y="1113"/>
                  </a:lnTo>
                  <a:lnTo>
                    <a:pt x="3786" y="1101"/>
                  </a:lnTo>
                  <a:lnTo>
                    <a:pt x="3795" y="1091"/>
                  </a:lnTo>
                  <a:lnTo>
                    <a:pt x="3802" y="1080"/>
                  </a:lnTo>
                  <a:lnTo>
                    <a:pt x="3809" y="1070"/>
                  </a:lnTo>
                  <a:lnTo>
                    <a:pt x="3819" y="1061"/>
                  </a:lnTo>
                  <a:lnTo>
                    <a:pt x="3832" y="1056"/>
                  </a:lnTo>
                  <a:lnTo>
                    <a:pt x="3840" y="1056"/>
                  </a:lnTo>
                  <a:lnTo>
                    <a:pt x="3854" y="1054"/>
                  </a:lnTo>
                  <a:lnTo>
                    <a:pt x="3872" y="1051"/>
                  </a:lnTo>
                  <a:lnTo>
                    <a:pt x="3888" y="1047"/>
                  </a:lnTo>
                  <a:lnTo>
                    <a:pt x="3902" y="1044"/>
                  </a:lnTo>
                  <a:lnTo>
                    <a:pt x="3907" y="1031"/>
                  </a:lnTo>
                  <a:lnTo>
                    <a:pt x="3915" y="1017"/>
                  </a:lnTo>
                  <a:lnTo>
                    <a:pt x="3926" y="1007"/>
                  </a:lnTo>
                  <a:lnTo>
                    <a:pt x="3940" y="1002"/>
                  </a:lnTo>
                  <a:lnTo>
                    <a:pt x="3940" y="990"/>
                  </a:lnTo>
                  <a:lnTo>
                    <a:pt x="3947" y="986"/>
                  </a:lnTo>
                  <a:lnTo>
                    <a:pt x="3956" y="977"/>
                  </a:lnTo>
                  <a:lnTo>
                    <a:pt x="3966" y="969"/>
                  </a:lnTo>
                  <a:lnTo>
                    <a:pt x="3977" y="962"/>
                  </a:lnTo>
                  <a:lnTo>
                    <a:pt x="3987" y="956"/>
                  </a:lnTo>
                  <a:lnTo>
                    <a:pt x="3994" y="960"/>
                  </a:lnTo>
                  <a:lnTo>
                    <a:pt x="3996" y="962"/>
                  </a:lnTo>
                  <a:lnTo>
                    <a:pt x="3996" y="965"/>
                  </a:lnTo>
                  <a:lnTo>
                    <a:pt x="3996" y="969"/>
                  </a:lnTo>
                  <a:lnTo>
                    <a:pt x="3998" y="974"/>
                  </a:lnTo>
                  <a:lnTo>
                    <a:pt x="4003" y="976"/>
                  </a:lnTo>
                  <a:lnTo>
                    <a:pt x="4008" y="976"/>
                  </a:lnTo>
                  <a:lnTo>
                    <a:pt x="4011" y="977"/>
                  </a:lnTo>
                  <a:lnTo>
                    <a:pt x="4017" y="979"/>
                  </a:lnTo>
                  <a:lnTo>
                    <a:pt x="4020" y="963"/>
                  </a:lnTo>
                  <a:lnTo>
                    <a:pt x="4025" y="955"/>
                  </a:lnTo>
                  <a:lnTo>
                    <a:pt x="4032" y="949"/>
                  </a:lnTo>
                  <a:lnTo>
                    <a:pt x="4041" y="944"/>
                  </a:lnTo>
                  <a:lnTo>
                    <a:pt x="4050" y="941"/>
                  </a:lnTo>
                  <a:lnTo>
                    <a:pt x="4059" y="932"/>
                  </a:lnTo>
                  <a:lnTo>
                    <a:pt x="4055" y="930"/>
                  </a:lnTo>
                  <a:lnTo>
                    <a:pt x="4055" y="928"/>
                  </a:lnTo>
                  <a:lnTo>
                    <a:pt x="4053" y="927"/>
                  </a:lnTo>
                  <a:lnTo>
                    <a:pt x="4052" y="925"/>
                  </a:lnTo>
                  <a:lnTo>
                    <a:pt x="4066" y="925"/>
                  </a:lnTo>
                  <a:lnTo>
                    <a:pt x="4080" y="932"/>
                  </a:lnTo>
                  <a:lnTo>
                    <a:pt x="4095" y="934"/>
                  </a:lnTo>
                  <a:lnTo>
                    <a:pt x="4111" y="934"/>
                  </a:lnTo>
                  <a:lnTo>
                    <a:pt x="4128" y="932"/>
                  </a:lnTo>
                  <a:lnTo>
                    <a:pt x="4128" y="941"/>
                  </a:lnTo>
                  <a:lnTo>
                    <a:pt x="4116" y="956"/>
                  </a:lnTo>
                  <a:lnTo>
                    <a:pt x="4109" y="979"/>
                  </a:lnTo>
                  <a:lnTo>
                    <a:pt x="4121" y="986"/>
                  </a:lnTo>
                  <a:lnTo>
                    <a:pt x="4137" y="995"/>
                  </a:lnTo>
                  <a:lnTo>
                    <a:pt x="4153" y="1004"/>
                  </a:lnTo>
                  <a:lnTo>
                    <a:pt x="4169" y="1009"/>
                  </a:lnTo>
                  <a:lnTo>
                    <a:pt x="4181" y="1009"/>
                  </a:lnTo>
                  <a:lnTo>
                    <a:pt x="4190" y="995"/>
                  </a:lnTo>
                  <a:lnTo>
                    <a:pt x="4195" y="972"/>
                  </a:lnTo>
                  <a:lnTo>
                    <a:pt x="4196" y="949"/>
                  </a:lnTo>
                  <a:lnTo>
                    <a:pt x="4200" y="927"/>
                  </a:lnTo>
                  <a:lnTo>
                    <a:pt x="4205" y="909"/>
                  </a:lnTo>
                  <a:close/>
                  <a:moveTo>
                    <a:pt x="4439" y="897"/>
                  </a:moveTo>
                  <a:lnTo>
                    <a:pt x="4443" y="901"/>
                  </a:lnTo>
                  <a:lnTo>
                    <a:pt x="4446" y="904"/>
                  </a:lnTo>
                  <a:lnTo>
                    <a:pt x="4450" y="906"/>
                  </a:lnTo>
                  <a:lnTo>
                    <a:pt x="4450" y="913"/>
                  </a:lnTo>
                  <a:lnTo>
                    <a:pt x="4443" y="913"/>
                  </a:lnTo>
                  <a:lnTo>
                    <a:pt x="4441" y="913"/>
                  </a:lnTo>
                  <a:lnTo>
                    <a:pt x="4439" y="911"/>
                  </a:lnTo>
                  <a:lnTo>
                    <a:pt x="4437" y="911"/>
                  </a:lnTo>
                  <a:lnTo>
                    <a:pt x="4436" y="911"/>
                  </a:lnTo>
                  <a:lnTo>
                    <a:pt x="4430" y="909"/>
                  </a:lnTo>
                  <a:lnTo>
                    <a:pt x="4432" y="906"/>
                  </a:lnTo>
                  <a:lnTo>
                    <a:pt x="4432" y="902"/>
                  </a:lnTo>
                  <a:lnTo>
                    <a:pt x="4432" y="902"/>
                  </a:lnTo>
                  <a:lnTo>
                    <a:pt x="4432" y="901"/>
                  </a:lnTo>
                  <a:lnTo>
                    <a:pt x="4434" y="901"/>
                  </a:lnTo>
                  <a:lnTo>
                    <a:pt x="4436" y="901"/>
                  </a:lnTo>
                  <a:lnTo>
                    <a:pt x="4439" y="897"/>
                  </a:lnTo>
                  <a:close/>
                  <a:moveTo>
                    <a:pt x="3867" y="897"/>
                  </a:moveTo>
                  <a:lnTo>
                    <a:pt x="3874" y="899"/>
                  </a:lnTo>
                  <a:lnTo>
                    <a:pt x="3879" y="899"/>
                  </a:lnTo>
                  <a:lnTo>
                    <a:pt x="3884" y="899"/>
                  </a:lnTo>
                  <a:lnTo>
                    <a:pt x="3888" y="901"/>
                  </a:lnTo>
                  <a:lnTo>
                    <a:pt x="3893" y="902"/>
                  </a:lnTo>
                  <a:lnTo>
                    <a:pt x="3893" y="909"/>
                  </a:lnTo>
                  <a:lnTo>
                    <a:pt x="3889" y="909"/>
                  </a:lnTo>
                  <a:lnTo>
                    <a:pt x="3889" y="913"/>
                  </a:lnTo>
                  <a:lnTo>
                    <a:pt x="3884" y="911"/>
                  </a:lnTo>
                  <a:lnTo>
                    <a:pt x="3879" y="909"/>
                  </a:lnTo>
                  <a:lnTo>
                    <a:pt x="3874" y="906"/>
                  </a:lnTo>
                  <a:lnTo>
                    <a:pt x="3870" y="902"/>
                  </a:lnTo>
                  <a:lnTo>
                    <a:pt x="3867" y="897"/>
                  </a:lnTo>
                  <a:close/>
                  <a:moveTo>
                    <a:pt x="4443" y="887"/>
                  </a:moveTo>
                  <a:lnTo>
                    <a:pt x="4455" y="887"/>
                  </a:lnTo>
                  <a:lnTo>
                    <a:pt x="4462" y="909"/>
                  </a:lnTo>
                  <a:lnTo>
                    <a:pt x="4455" y="909"/>
                  </a:lnTo>
                  <a:lnTo>
                    <a:pt x="4455" y="906"/>
                  </a:lnTo>
                  <a:lnTo>
                    <a:pt x="4450" y="902"/>
                  </a:lnTo>
                  <a:lnTo>
                    <a:pt x="4448" y="899"/>
                  </a:lnTo>
                  <a:lnTo>
                    <a:pt x="4446" y="895"/>
                  </a:lnTo>
                  <a:lnTo>
                    <a:pt x="4444" y="892"/>
                  </a:lnTo>
                  <a:lnTo>
                    <a:pt x="4443" y="887"/>
                  </a:lnTo>
                  <a:close/>
                  <a:moveTo>
                    <a:pt x="3963" y="883"/>
                  </a:moveTo>
                  <a:lnTo>
                    <a:pt x="3982" y="883"/>
                  </a:lnTo>
                  <a:lnTo>
                    <a:pt x="3982" y="887"/>
                  </a:lnTo>
                  <a:lnTo>
                    <a:pt x="3978" y="887"/>
                  </a:lnTo>
                  <a:lnTo>
                    <a:pt x="3966" y="895"/>
                  </a:lnTo>
                  <a:lnTo>
                    <a:pt x="3952" y="904"/>
                  </a:lnTo>
                  <a:lnTo>
                    <a:pt x="3940" y="913"/>
                  </a:lnTo>
                  <a:lnTo>
                    <a:pt x="3936" y="913"/>
                  </a:lnTo>
                  <a:lnTo>
                    <a:pt x="3935" y="911"/>
                  </a:lnTo>
                  <a:lnTo>
                    <a:pt x="3935" y="911"/>
                  </a:lnTo>
                  <a:lnTo>
                    <a:pt x="3933" y="911"/>
                  </a:lnTo>
                  <a:lnTo>
                    <a:pt x="3931" y="909"/>
                  </a:lnTo>
                  <a:lnTo>
                    <a:pt x="3928" y="909"/>
                  </a:lnTo>
                  <a:lnTo>
                    <a:pt x="3928" y="906"/>
                  </a:lnTo>
                  <a:lnTo>
                    <a:pt x="3945" y="895"/>
                  </a:lnTo>
                  <a:lnTo>
                    <a:pt x="3963" y="883"/>
                  </a:lnTo>
                  <a:close/>
                  <a:moveTo>
                    <a:pt x="3917" y="878"/>
                  </a:moveTo>
                  <a:lnTo>
                    <a:pt x="3921" y="881"/>
                  </a:lnTo>
                  <a:lnTo>
                    <a:pt x="3922" y="881"/>
                  </a:lnTo>
                  <a:lnTo>
                    <a:pt x="3922" y="881"/>
                  </a:lnTo>
                  <a:lnTo>
                    <a:pt x="3922" y="883"/>
                  </a:lnTo>
                  <a:lnTo>
                    <a:pt x="3922" y="883"/>
                  </a:lnTo>
                  <a:lnTo>
                    <a:pt x="3922" y="887"/>
                  </a:lnTo>
                  <a:lnTo>
                    <a:pt x="3924" y="890"/>
                  </a:lnTo>
                  <a:lnTo>
                    <a:pt x="3917" y="890"/>
                  </a:lnTo>
                  <a:lnTo>
                    <a:pt x="3905" y="894"/>
                  </a:lnTo>
                  <a:lnTo>
                    <a:pt x="3891" y="894"/>
                  </a:lnTo>
                  <a:lnTo>
                    <a:pt x="3879" y="890"/>
                  </a:lnTo>
                  <a:lnTo>
                    <a:pt x="3879" y="888"/>
                  </a:lnTo>
                  <a:lnTo>
                    <a:pt x="3881" y="888"/>
                  </a:lnTo>
                  <a:lnTo>
                    <a:pt x="3881" y="888"/>
                  </a:lnTo>
                  <a:lnTo>
                    <a:pt x="3881" y="888"/>
                  </a:lnTo>
                  <a:lnTo>
                    <a:pt x="3881" y="888"/>
                  </a:lnTo>
                  <a:lnTo>
                    <a:pt x="3882" y="887"/>
                  </a:lnTo>
                  <a:lnTo>
                    <a:pt x="3891" y="883"/>
                  </a:lnTo>
                  <a:lnTo>
                    <a:pt x="3900" y="883"/>
                  </a:lnTo>
                  <a:lnTo>
                    <a:pt x="3908" y="883"/>
                  </a:lnTo>
                  <a:lnTo>
                    <a:pt x="3917" y="878"/>
                  </a:lnTo>
                  <a:close/>
                  <a:moveTo>
                    <a:pt x="3851" y="878"/>
                  </a:moveTo>
                  <a:lnTo>
                    <a:pt x="3858" y="880"/>
                  </a:lnTo>
                  <a:lnTo>
                    <a:pt x="3861" y="881"/>
                  </a:lnTo>
                  <a:lnTo>
                    <a:pt x="3865" y="883"/>
                  </a:lnTo>
                  <a:lnTo>
                    <a:pt x="3868" y="887"/>
                  </a:lnTo>
                  <a:lnTo>
                    <a:pt x="3870" y="890"/>
                  </a:lnTo>
                  <a:lnTo>
                    <a:pt x="3867" y="890"/>
                  </a:lnTo>
                  <a:lnTo>
                    <a:pt x="3858" y="894"/>
                  </a:lnTo>
                  <a:lnTo>
                    <a:pt x="3847" y="894"/>
                  </a:lnTo>
                  <a:lnTo>
                    <a:pt x="3835" y="894"/>
                  </a:lnTo>
                  <a:lnTo>
                    <a:pt x="3835" y="887"/>
                  </a:lnTo>
                  <a:lnTo>
                    <a:pt x="3840" y="885"/>
                  </a:lnTo>
                  <a:lnTo>
                    <a:pt x="3846" y="883"/>
                  </a:lnTo>
                  <a:lnTo>
                    <a:pt x="3847" y="881"/>
                  </a:lnTo>
                  <a:lnTo>
                    <a:pt x="3851" y="878"/>
                  </a:lnTo>
                  <a:close/>
                  <a:moveTo>
                    <a:pt x="4411" y="871"/>
                  </a:moveTo>
                  <a:lnTo>
                    <a:pt x="4418" y="874"/>
                  </a:lnTo>
                  <a:lnTo>
                    <a:pt x="4422" y="876"/>
                  </a:lnTo>
                  <a:lnTo>
                    <a:pt x="4427" y="880"/>
                  </a:lnTo>
                  <a:lnTo>
                    <a:pt x="4430" y="883"/>
                  </a:lnTo>
                  <a:lnTo>
                    <a:pt x="4432" y="888"/>
                  </a:lnTo>
                  <a:lnTo>
                    <a:pt x="4436" y="894"/>
                  </a:lnTo>
                  <a:lnTo>
                    <a:pt x="4430" y="894"/>
                  </a:lnTo>
                  <a:lnTo>
                    <a:pt x="4427" y="890"/>
                  </a:lnTo>
                  <a:lnTo>
                    <a:pt x="4422" y="887"/>
                  </a:lnTo>
                  <a:lnTo>
                    <a:pt x="4418" y="883"/>
                  </a:lnTo>
                  <a:lnTo>
                    <a:pt x="4415" y="878"/>
                  </a:lnTo>
                  <a:lnTo>
                    <a:pt x="4411" y="871"/>
                  </a:lnTo>
                  <a:close/>
                  <a:moveTo>
                    <a:pt x="4385" y="864"/>
                  </a:moveTo>
                  <a:lnTo>
                    <a:pt x="4388" y="864"/>
                  </a:lnTo>
                  <a:lnTo>
                    <a:pt x="4390" y="866"/>
                  </a:lnTo>
                  <a:lnTo>
                    <a:pt x="4392" y="866"/>
                  </a:lnTo>
                  <a:lnTo>
                    <a:pt x="4394" y="867"/>
                  </a:lnTo>
                  <a:lnTo>
                    <a:pt x="4394" y="869"/>
                  </a:lnTo>
                  <a:lnTo>
                    <a:pt x="4397" y="871"/>
                  </a:lnTo>
                  <a:lnTo>
                    <a:pt x="4401" y="871"/>
                  </a:lnTo>
                  <a:lnTo>
                    <a:pt x="4401" y="874"/>
                  </a:lnTo>
                  <a:lnTo>
                    <a:pt x="4395" y="873"/>
                  </a:lnTo>
                  <a:lnTo>
                    <a:pt x="4392" y="871"/>
                  </a:lnTo>
                  <a:lnTo>
                    <a:pt x="4390" y="869"/>
                  </a:lnTo>
                  <a:lnTo>
                    <a:pt x="4388" y="867"/>
                  </a:lnTo>
                  <a:lnTo>
                    <a:pt x="4385" y="864"/>
                  </a:lnTo>
                  <a:close/>
                  <a:moveTo>
                    <a:pt x="4081" y="845"/>
                  </a:moveTo>
                  <a:lnTo>
                    <a:pt x="4094" y="848"/>
                  </a:lnTo>
                  <a:lnTo>
                    <a:pt x="4094" y="855"/>
                  </a:lnTo>
                  <a:lnTo>
                    <a:pt x="4085" y="860"/>
                  </a:lnTo>
                  <a:lnTo>
                    <a:pt x="4085" y="860"/>
                  </a:lnTo>
                  <a:lnTo>
                    <a:pt x="4083" y="862"/>
                  </a:lnTo>
                  <a:lnTo>
                    <a:pt x="4083" y="862"/>
                  </a:lnTo>
                  <a:lnTo>
                    <a:pt x="4083" y="862"/>
                  </a:lnTo>
                  <a:lnTo>
                    <a:pt x="4083" y="862"/>
                  </a:lnTo>
                  <a:lnTo>
                    <a:pt x="4081" y="864"/>
                  </a:lnTo>
                  <a:lnTo>
                    <a:pt x="4081" y="845"/>
                  </a:lnTo>
                  <a:close/>
                  <a:moveTo>
                    <a:pt x="4362" y="825"/>
                  </a:moveTo>
                  <a:lnTo>
                    <a:pt x="4373" y="832"/>
                  </a:lnTo>
                  <a:lnTo>
                    <a:pt x="4380" y="843"/>
                  </a:lnTo>
                  <a:lnTo>
                    <a:pt x="4385" y="855"/>
                  </a:lnTo>
                  <a:lnTo>
                    <a:pt x="4382" y="855"/>
                  </a:lnTo>
                  <a:lnTo>
                    <a:pt x="4382" y="860"/>
                  </a:lnTo>
                  <a:lnTo>
                    <a:pt x="4369" y="855"/>
                  </a:lnTo>
                  <a:lnTo>
                    <a:pt x="4366" y="846"/>
                  </a:lnTo>
                  <a:lnTo>
                    <a:pt x="4364" y="838"/>
                  </a:lnTo>
                  <a:lnTo>
                    <a:pt x="4362" y="825"/>
                  </a:lnTo>
                  <a:close/>
                  <a:moveTo>
                    <a:pt x="4331" y="825"/>
                  </a:moveTo>
                  <a:lnTo>
                    <a:pt x="4340" y="825"/>
                  </a:lnTo>
                  <a:lnTo>
                    <a:pt x="4340" y="845"/>
                  </a:lnTo>
                  <a:lnTo>
                    <a:pt x="4305" y="855"/>
                  </a:lnTo>
                  <a:lnTo>
                    <a:pt x="4299" y="853"/>
                  </a:lnTo>
                  <a:lnTo>
                    <a:pt x="4294" y="852"/>
                  </a:lnTo>
                  <a:lnTo>
                    <a:pt x="4287" y="850"/>
                  </a:lnTo>
                  <a:lnTo>
                    <a:pt x="4282" y="848"/>
                  </a:lnTo>
                  <a:lnTo>
                    <a:pt x="4282" y="841"/>
                  </a:lnTo>
                  <a:lnTo>
                    <a:pt x="4303" y="839"/>
                  </a:lnTo>
                  <a:lnTo>
                    <a:pt x="4319" y="834"/>
                  </a:lnTo>
                  <a:lnTo>
                    <a:pt x="4331" y="825"/>
                  </a:lnTo>
                  <a:close/>
                  <a:moveTo>
                    <a:pt x="3966" y="810"/>
                  </a:moveTo>
                  <a:lnTo>
                    <a:pt x="3982" y="810"/>
                  </a:lnTo>
                  <a:lnTo>
                    <a:pt x="3984" y="812"/>
                  </a:lnTo>
                  <a:lnTo>
                    <a:pt x="3984" y="812"/>
                  </a:lnTo>
                  <a:lnTo>
                    <a:pt x="3984" y="812"/>
                  </a:lnTo>
                  <a:lnTo>
                    <a:pt x="3984" y="812"/>
                  </a:lnTo>
                  <a:lnTo>
                    <a:pt x="3984" y="812"/>
                  </a:lnTo>
                  <a:lnTo>
                    <a:pt x="3985" y="813"/>
                  </a:lnTo>
                  <a:lnTo>
                    <a:pt x="3985" y="820"/>
                  </a:lnTo>
                  <a:lnTo>
                    <a:pt x="3966" y="820"/>
                  </a:lnTo>
                  <a:lnTo>
                    <a:pt x="3966" y="810"/>
                  </a:lnTo>
                  <a:close/>
                  <a:moveTo>
                    <a:pt x="3994" y="806"/>
                  </a:moveTo>
                  <a:lnTo>
                    <a:pt x="4032" y="810"/>
                  </a:lnTo>
                  <a:lnTo>
                    <a:pt x="4032" y="813"/>
                  </a:lnTo>
                  <a:lnTo>
                    <a:pt x="4034" y="817"/>
                  </a:lnTo>
                  <a:lnTo>
                    <a:pt x="4034" y="820"/>
                  </a:lnTo>
                  <a:lnTo>
                    <a:pt x="4036" y="825"/>
                  </a:lnTo>
                  <a:lnTo>
                    <a:pt x="4032" y="825"/>
                  </a:lnTo>
                  <a:lnTo>
                    <a:pt x="4022" y="819"/>
                  </a:lnTo>
                  <a:lnTo>
                    <a:pt x="4010" y="817"/>
                  </a:lnTo>
                  <a:lnTo>
                    <a:pt x="3994" y="817"/>
                  </a:lnTo>
                  <a:lnTo>
                    <a:pt x="3994" y="806"/>
                  </a:lnTo>
                  <a:close/>
                  <a:moveTo>
                    <a:pt x="4312" y="798"/>
                  </a:moveTo>
                  <a:lnTo>
                    <a:pt x="4331" y="798"/>
                  </a:lnTo>
                  <a:lnTo>
                    <a:pt x="4340" y="808"/>
                  </a:lnTo>
                  <a:lnTo>
                    <a:pt x="4347" y="819"/>
                  </a:lnTo>
                  <a:lnTo>
                    <a:pt x="4350" y="832"/>
                  </a:lnTo>
                  <a:lnTo>
                    <a:pt x="4347" y="832"/>
                  </a:lnTo>
                  <a:lnTo>
                    <a:pt x="4338" y="824"/>
                  </a:lnTo>
                  <a:lnTo>
                    <a:pt x="4329" y="815"/>
                  </a:lnTo>
                  <a:lnTo>
                    <a:pt x="4319" y="808"/>
                  </a:lnTo>
                  <a:lnTo>
                    <a:pt x="4312" y="798"/>
                  </a:lnTo>
                  <a:close/>
                  <a:moveTo>
                    <a:pt x="4057" y="777"/>
                  </a:moveTo>
                  <a:lnTo>
                    <a:pt x="4067" y="777"/>
                  </a:lnTo>
                  <a:lnTo>
                    <a:pt x="4081" y="778"/>
                  </a:lnTo>
                  <a:lnTo>
                    <a:pt x="4085" y="791"/>
                  </a:lnTo>
                  <a:lnTo>
                    <a:pt x="4090" y="801"/>
                  </a:lnTo>
                  <a:lnTo>
                    <a:pt x="4097" y="810"/>
                  </a:lnTo>
                  <a:lnTo>
                    <a:pt x="4097" y="813"/>
                  </a:lnTo>
                  <a:lnTo>
                    <a:pt x="4100" y="813"/>
                  </a:lnTo>
                  <a:lnTo>
                    <a:pt x="4100" y="810"/>
                  </a:lnTo>
                  <a:lnTo>
                    <a:pt x="4109" y="801"/>
                  </a:lnTo>
                  <a:lnTo>
                    <a:pt x="4118" y="796"/>
                  </a:lnTo>
                  <a:lnTo>
                    <a:pt x="4130" y="792"/>
                  </a:lnTo>
                  <a:lnTo>
                    <a:pt x="4148" y="791"/>
                  </a:lnTo>
                  <a:lnTo>
                    <a:pt x="4162" y="799"/>
                  </a:lnTo>
                  <a:lnTo>
                    <a:pt x="4179" y="806"/>
                  </a:lnTo>
                  <a:lnTo>
                    <a:pt x="4200" y="813"/>
                  </a:lnTo>
                  <a:lnTo>
                    <a:pt x="4217" y="824"/>
                  </a:lnTo>
                  <a:lnTo>
                    <a:pt x="4231" y="834"/>
                  </a:lnTo>
                  <a:lnTo>
                    <a:pt x="4238" y="848"/>
                  </a:lnTo>
                  <a:lnTo>
                    <a:pt x="4251" y="850"/>
                  </a:lnTo>
                  <a:lnTo>
                    <a:pt x="4259" y="853"/>
                  </a:lnTo>
                  <a:lnTo>
                    <a:pt x="4270" y="855"/>
                  </a:lnTo>
                  <a:lnTo>
                    <a:pt x="4270" y="864"/>
                  </a:lnTo>
                  <a:lnTo>
                    <a:pt x="4268" y="864"/>
                  </a:lnTo>
                  <a:lnTo>
                    <a:pt x="4265" y="866"/>
                  </a:lnTo>
                  <a:lnTo>
                    <a:pt x="4261" y="866"/>
                  </a:lnTo>
                  <a:lnTo>
                    <a:pt x="4259" y="867"/>
                  </a:lnTo>
                  <a:lnTo>
                    <a:pt x="4258" y="869"/>
                  </a:lnTo>
                  <a:lnTo>
                    <a:pt x="4259" y="869"/>
                  </a:lnTo>
                  <a:lnTo>
                    <a:pt x="4263" y="871"/>
                  </a:lnTo>
                  <a:lnTo>
                    <a:pt x="4275" y="888"/>
                  </a:lnTo>
                  <a:lnTo>
                    <a:pt x="4292" y="902"/>
                  </a:lnTo>
                  <a:lnTo>
                    <a:pt x="4312" y="913"/>
                  </a:lnTo>
                  <a:lnTo>
                    <a:pt x="4312" y="921"/>
                  </a:lnTo>
                  <a:lnTo>
                    <a:pt x="4289" y="921"/>
                  </a:lnTo>
                  <a:lnTo>
                    <a:pt x="4286" y="918"/>
                  </a:lnTo>
                  <a:lnTo>
                    <a:pt x="4282" y="916"/>
                  </a:lnTo>
                  <a:lnTo>
                    <a:pt x="4279" y="916"/>
                  </a:lnTo>
                  <a:lnTo>
                    <a:pt x="4275" y="916"/>
                  </a:lnTo>
                  <a:lnTo>
                    <a:pt x="4272" y="915"/>
                  </a:lnTo>
                  <a:lnTo>
                    <a:pt x="4266" y="913"/>
                  </a:lnTo>
                  <a:lnTo>
                    <a:pt x="4261" y="909"/>
                  </a:lnTo>
                  <a:lnTo>
                    <a:pt x="4258" y="906"/>
                  </a:lnTo>
                  <a:lnTo>
                    <a:pt x="4254" y="899"/>
                  </a:lnTo>
                  <a:lnTo>
                    <a:pt x="4251" y="894"/>
                  </a:lnTo>
                  <a:lnTo>
                    <a:pt x="4247" y="890"/>
                  </a:lnTo>
                  <a:lnTo>
                    <a:pt x="4233" y="883"/>
                  </a:lnTo>
                  <a:lnTo>
                    <a:pt x="4223" y="883"/>
                  </a:lnTo>
                  <a:lnTo>
                    <a:pt x="4210" y="887"/>
                  </a:lnTo>
                  <a:lnTo>
                    <a:pt x="4198" y="894"/>
                  </a:lnTo>
                  <a:lnTo>
                    <a:pt x="4186" y="897"/>
                  </a:lnTo>
                  <a:lnTo>
                    <a:pt x="4174" y="890"/>
                  </a:lnTo>
                  <a:lnTo>
                    <a:pt x="4162" y="887"/>
                  </a:lnTo>
                  <a:lnTo>
                    <a:pt x="4149" y="885"/>
                  </a:lnTo>
                  <a:lnTo>
                    <a:pt x="4132" y="887"/>
                  </a:lnTo>
                  <a:lnTo>
                    <a:pt x="4134" y="880"/>
                  </a:lnTo>
                  <a:lnTo>
                    <a:pt x="4135" y="874"/>
                  </a:lnTo>
                  <a:lnTo>
                    <a:pt x="4137" y="871"/>
                  </a:lnTo>
                  <a:lnTo>
                    <a:pt x="4139" y="867"/>
                  </a:lnTo>
                  <a:lnTo>
                    <a:pt x="4141" y="864"/>
                  </a:lnTo>
                  <a:lnTo>
                    <a:pt x="4139" y="860"/>
                  </a:lnTo>
                  <a:lnTo>
                    <a:pt x="4130" y="845"/>
                  </a:lnTo>
                  <a:lnTo>
                    <a:pt x="4118" y="836"/>
                  </a:lnTo>
                  <a:lnTo>
                    <a:pt x="4104" y="832"/>
                  </a:lnTo>
                  <a:lnTo>
                    <a:pt x="4088" y="827"/>
                  </a:lnTo>
                  <a:lnTo>
                    <a:pt x="4073" y="824"/>
                  </a:lnTo>
                  <a:lnTo>
                    <a:pt x="4060" y="817"/>
                  </a:lnTo>
                  <a:lnTo>
                    <a:pt x="4052" y="806"/>
                  </a:lnTo>
                  <a:lnTo>
                    <a:pt x="4055" y="805"/>
                  </a:lnTo>
                  <a:lnTo>
                    <a:pt x="4057" y="805"/>
                  </a:lnTo>
                  <a:lnTo>
                    <a:pt x="4059" y="803"/>
                  </a:lnTo>
                  <a:lnTo>
                    <a:pt x="4059" y="803"/>
                  </a:lnTo>
                  <a:lnTo>
                    <a:pt x="4060" y="801"/>
                  </a:lnTo>
                  <a:lnTo>
                    <a:pt x="4062" y="798"/>
                  </a:lnTo>
                  <a:lnTo>
                    <a:pt x="4052" y="796"/>
                  </a:lnTo>
                  <a:lnTo>
                    <a:pt x="4041" y="791"/>
                  </a:lnTo>
                  <a:lnTo>
                    <a:pt x="4032" y="787"/>
                  </a:lnTo>
                  <a:lnTo>
                    <a:pt x="4032" y="778"/>
                  </a:lnTo>
                  <a:lnTo>
                    <a:pt x="4046" y="777"/>
                  </a:lnTo>
                  <a:lnTo>
                    <a:pt x="4057" y="777"/>
                  </a:lnTo>
                  <a:close/>
                  <a:moveTo>
                    <a:pt x="1543" y="756"/>
                  </a:moveTo>
                  <a:lnTo>
                    <a:pt x="1536" y="768"/>
                  </a:lnTo>
                  <a:lnTo>
                    <a:pt x="1531" y="768"/>
                  </a:lnTo>
                  <a:lnTo>
                    <a:pt x="1531" y="771"/>
                  </a:lnTo>
                  <a:lnTo>
                    <a:pt x="1542" y="775"/>
                  </a:lnTo>
                  <a:lnTo>
                    <a:pt x="1552" y="780"/>
                  </a:lnTo>
                  <a:lnTo>
                    <a:pt x="1559" y="785"/>
                  </a:lnTo>
                  <a:lnTo>
                    <a:pt x="1563" y="787"/>
                  </a:lnTo>
                  <a:lnTo>
                    <a:pt x="1564" y="785"/>
                  </a:lnTo>
                  <a:lnTo>
                    <a:pt x="1564" y="784"/>
                  </a:lnTo>
                  <a:lnTo>
                    <a:pt x="1564" y="784"/>
                  </a:lnTo>
                  <a:lnTo>
                    <a:pt x="1566" y="782"/>
                  </a:lnTo>
                  <a:lnTo>
                    <a:pt x="1566" y="778"/>
                  </a:lnTo>
                  <a:lnTo>
                    <a:pt x="1559" y="778"/>
                  </a:lnTo>
                  <a:lnTo>
                    <a:pt x="1557" y="778"/>
                  </a:lnTo>
                  <a:lnTo>
                    <a:pt x="1556" y="777"/>
                  </a:lnTo>
                  <a:lnTo>
                    <a:pt x="1554" y="777"/>
                  </a:lnTo>
                  <a:lnTo>
                    <a:pt x="1550" y="777"/>
                  </a:lnTo>
                  <a:lnTo>
                    <a:pt x="1547" y="775"/>
                  </a:lnTo>
                  <a:lnTo>
                    <a:pt x="1547" y="756"/>
                  </a:lnTo>
                  <a:lnTo>
                    <a:pt x="1543" y="756"/>
                  </a:lnTo>
                  <a:close/>
                  <a:moveTo>
                    <a:pt x="3952" y="743"/>
                  </a:moveTo>
                  <a:lnTo>
                    <a:pt x="3954" y="743"/>
                  </a:lnTo>
                  <a:lnTo>
                    <a:pt x="3954" y="745"/>
                  </a:lnTo>
                  <a:lnTo>
                    <a:pt x="3954" y="747"/>
                  </a:lnTo>
                  <a:lnTo>
                    <a:pt x="3956" y="747"/>
                  </a:lnTo>
                  <a:lnTo>
                    <a:pt x="3956" y="749"/>
                  </a:lnTo>
                  <a:lnTo>
                    <a:pt x="3959" y="749"/>
                  </a:lnTo>
                  <a:lnTo>
                    <a:pt x="3957" y="750"/>
                  </a:lnTo>
                  <a:lnTo>
                    <a:pt x="3957" y="750"/>
                  </a:lnTo>
                  <a:lnTo>
                    <a:pt x="3957" y="750"/>
                  </a:lnTo>
                  <a:lnTo>
                    <a:pt x="3957" y="750"/>
                  </a:lnTo>
                  <a:lnTo>
                    <a:pt x="3956" y="750"/>
                  </a:lnTo>
                  <a:lnTo>
                    <a:pt x="3956" y="752"/>
                  </a:lnTo>
                  <a:lnTo>
                    <a:pt x="3950" y="757"/>
                  </a:lnTo>
                  <a:lnTo>
                    <a:pt x="3945" y="763"/>
                  </a:lnTo>
                  <a:lnTo>
                    <a:pt x="3940" y="768"/>
                  </a:lnTo>
                  <a:lnTo>
                    <a:pt x="3921" y="766"/>
                  </a:lnTo>
                  <a:lnTo>
                    <a:pt x="3905" y="766"/>
                  </a:lnTo>
                  <a:lnTo>
                    <a:pt x="3886" y="768"/>
                  </a:lnTo>
                  <a:lnTo>
                    <a:pt x="3886" y="778"/>
                  </a:lnTo>
                  <a:lnTo>
                    <a:pt x="3889" y="780"/>
                  </a:lnTo>
                  <a:lnTo>
                    <a:pt x="3889" y="782"/>
                  </a:lnTo>
                  <a:lnTo>
                    <a:pt x="3891" y="784"/>
                  </a:lnTo>
                  <a:lnTo>
                    <a:pt x="3893" y="787"/>
                  </a:lnTo>
                  <a:lnTo>
                    <a:pt x="3912" y="780"/>
                  </a:lnTo>
                  <a:lnTo>
                    <a:pt x="3931" y="775"/>
                  </a:lnTo>
                  <a:lnTo>
                    <a:pt x="3931" y="784"/>
                  </a:lnTo>
                  <a:lnTo>
                    <a:pt x="3928" y="784"/>
                  </a:lnTo>
                  <a:lnTo>
                    <a:pt x="3922" y="787"/>
                  </a:lnTo>
                  <a:lnTo>
                    <a:pt x="3915" y="791"/>
                  </a:lnTo>
                  <a:lnTo>
                    <a:pt x="3908" y="794"/>
                  </a:lnTo>
                  <a:lnTo>
                    <a:pt x="3914" y="806"/>
                  </a:lnTo>
                  <a:lnTo>
                    <a:pt x="3921" y="817"/>
                  </a:lnTo>
                  <a:lnTo>
                    <a:pt x="3924" y="827"/>
                  </a:lnTo>
                  <a:lnTo>
                    <a:pt x="3928" y="845"/>
                  </a:lnTo>
                  <a:lnTo>
                    <a:pt x="3924" y="845"/>
                  </a:lnTo>
                  <a:lnTo>
                    <a:pt x="3924" y="848"/>
                  </a:lnTo>
                  <a:lnTo>
                    <a:pt x="3921" y="846"/>
                  </a:lnTo>
                  <a:lnTo>
                    <a:pt x="3919" y="846"/>
                  </a:lnTo>
                  <a:lnTo>
                    <a:pt x="3919" y="846"/>
                  </a:lnTo>
                  <a:lnTo>
                    <a:pt x="3919" y="845"/>
                  </a:lnTo>
                  <a:lnTo>
                    <a:pt x="3917" y="845"/>
                  </a:lnTo>
                  <a:lnTo>
                    <a:pt x="3907" y="834"/>
                  </a:lnTo>
                  <a:lnTo>
                    <a:pt x="3898" y="822"/>
                  </a:lnTo>
                  <a:lnTo>
                    <a:pt x="3889" y="810"/>
                  </a:lnTo>
                  <a:lnTo>
                    <a:pt x="3889" y="848"/>
                  </a:lnTo>
                  <a:lnTo>
                    <a:pt x="3874" y="848"/>
                  </a:lnTo>
                  <a:lnTo>
                    <a:pt x="3874" y="846"/>
                  </a:lnTo>
                  <a:lnTo>
                    <a:pt x="3872" y="846"/>
                  </a:lnTo>
                  <a:lnTo>
                    <a:pt x="3872" y="846"/>
                  </a:lnTo>
                  <a:lnTo>
                    <a:pt x="3872" y="846"/>
                  </a:lnTo>
                  <a:lnTo>
                    <a:pt x="3872" y="845"/>
                  </a:lnTo>
                  <a:lnTo>
                    <a:pt x="3870" y="845"/>
                  </a:lnTo>
                  <a:lnTo>
                    <a:pt x="3872" y="832"/>
                  </a:lnTo>
                  <a:lnTo>
                    <a:pt x="3870" y="825"/>
                  </a:lnTo>
                  <a:lnTo>
                    <a:pt x="3867" y="819"/>
                  </a:lnTo>
                  <a:lnTo>
                    <a:pt x="3863" y="810"/>
                  </a:lnTo>
                  <a:lnTo>
                    <a:pt x="3863" y="801"/>
                  </a:lnTo>
                  <a:lnTo>
                    <a:pt x="3868" y="791"/>
                  </a:lnTo>
                  <a:lnTo>
                    <a:pt x="3875" y="777"/>
                  </a:lnTo>
                  <a:lnTo>
                    <a:pt x="3882" y="764"/>
                  </a:lnTo>
                  <a:lnTo>
                    <a:pt x="3889" y="754"/>
                  </a:lnTo>
                  <a:lnTo>
                    <a:pt x="3893" y="749"/>
                  </a:lnTo>
                  <a:lnTo>
                    <a:pt x="3910" y="754"/>
                  </a:lnTo>
                  <a:lnTo>
                    <a:pt x="3921" y="754"/>
                  </a:lnTo>
                  <a:lnTo>
                    <a:pt x="3929" y="752"/>
                  </a:lnTo>
                  <a:lnTo>
                    <a:pt x="3940" y="749"/>
                  </a:lnTo>
                  <a:lnTo>
                    <a:pt x="3950" y="743"/>
                  </a:lnTo>
                  <a:lnTo>
                    <a:pt x="3952" y="743"/>
                  </a:lnTo>
                  <a:close/>
                  <a:moveTo>
                    <a:pt x="3989" y="740"/>
                  </a:moveTo>
                  <a:lnTo>
                    <a:pt x="3996" y="743"/>
                  </a:lnTo>
                  <a:lnTo>
                    <a:pt x="3999" y="745"/>
                  </a:lnTo>
                  <a:lnTo>
                    <a:pt x="4003" y="749"/>
                  </a:lnTo>
                  <a:lnTo>
                    <a:pt x="4004" y="752"/>
                  </a:lnTo>
                  <a:lnTo>
                    <a:pt x="4004" y="759"/>
                  </a:lnTo>
                  <a:lnTo>
                    <a:pt x="4004" y="768"/>
                  </a:lnTo>
                  <a:lnTo>
                    <a:pt x="4001" y="770"/>
                  </a:lnTo>
                  <a:lnTo>
                    <a:pt x="3999" y="771"/>
                  </a:lnTo>
                  <a:lnTo>
                    <a:pt x="3999" y="773"/>
                  </a:lnTo>
                  <a:lnTo>
                    <a:pt x="3999" y="775"/>
                  </a:lnTo>
                  <a:lnTo>
                    <a:pt x="3999" y="777"/>
                  </a:lnTo>
                  <a:lnTo>
                    <a:pt x="3999" y="778"/>
                  </a:lnTo>
                  <a:lnTo>
                    <a:pt x="3998" y="780"/>
                  </a:lnTo>
                  <a:lnTo>
                    <a:pt x="3994" y="784"/>
                  </a:lnTo>
                  <a:lnTo>
                    <a:pt x="3994" y="775"/>
                  </a:lnTo>
                  <a:lnTo>
                    <a:pt x="3987" y="764"/>
                  </a:lnTo>
                  <a:lnTo>
                    <a:pt x="3987" y="752"/>
                  </a:lnTo>
                  <a:lnTo>
                    <a:pt x="3989" y="740"/>
                  </a:lnTo>
                  <a:close/>
                  <a:moveTo>
                    <a:pt x="3533" y="691"/>
                  </a:moveTo>
                  <a:lnTo>
                    <a:pt x="3566" y="695"/>
                  </a:lnTo>
                  <a:lnTo>
                    <a:pt x="3579" y="710"/>
                  </a:lnTo>
                  <a:lnTo>
                    <a:pt x="3593" y="719"/>
                  </a:lnTo>
                  <a:lnTo>
                    <a:pt x="3607" y="728"/>
                  </a:lnTo>
                  <a:lnTo>
                    <a:pt x="3624" y="736"/>
                  </a:lnTo>
                  <a:lnTo>
                    <a:pt x="3629" y="740"/>
                  </a:lnTo>
                  <a:lnTo>
                    <a:pt x="3629" y="742"/>
                  </a:lnTo>
                  <a:lnTo>
                    <a:pt x="3631" y="742"/>
                  </a:lnTo>
                  <a:lnTo>
                    <a:pt x="3638" y="749"/>
                  </a:lnTo>
                  <a:lnTo>
                    <a:pt x="3650" y="763"/>
                  </a:lnTo>
                  <a:lnTo>
                    <a:pt x="3661" y="778"/>
                  </a:lnTo>
                  <a:lnTo>
                    <a:pt x="3673" y="796"/>
                  </a:lnTo>
                  <a:lnTo>
                    <a:pt x="3690" y="810"/>
                  </a:lnTo>
                  <a:lnTo>
                    <a:pt x="3687" y="827"/>
                  </a:lnTo>
                  <a:lnTo>
                    <a:pt x="3687" y="848"/>
                  </a:lnTo>
                  <a:lnTo>
                    <a:pt x="3701" y="850"/>
                  </a:lnTo>
                  <a:lnTo>
                    <a:pt x="3710" y="853"/>
                  </a:lnTo>
                  <a:lnTo>
                    <a:pt x="3716" y="859"/>
                  </a:lnTo>
                  <a:lnTo>
                    <a:pt x="3725" y="864"/>
                  </a:lnTo>
                  <a:lnTo>
                    <a:pt x="3736" y="864"/>
                  </a:lnTo>
                  <a:lnTo>
                    <a:pt x="3744" y="860"/>
                  </a:lnTo>
                  <a:lnTo>
                    <a:pt x="3751" y="857"/>
                  </a:lnTo>
                  <a:lnTo>
                    <a:pt x="3758" y="855"/>
                  </a:lnTo>
                  <a:lnTo>
                    <a:pt x="3774" y="860"/>
                  </a:lnTo>
                  <a:lnTo>
                    <a:pt x="3792" y="867"/>
                  </a:lnTo>
                  <a:lnTo>
                    <a:pt x="3809" y="876"/>
                  </a:lnTo>
                  <a:lnTo>
                    <a:pt x="3825" y="883"/>
                  </a:lnTo>
                  <a:lnTo>
                    <a:pt x="3823" y="883"/>
                  </a:lnTo>
                  <a:lnTo>
                    <a:pt x="3821" y="885"/>
                  </a:lnTo>
                  <a:lnTo>
                    <a:pt x="3821" y="885"/>
                  </a:lnTo>
                  <a:lnTo>
                    <a:pt x="3819" y="885"/>
                  </a:lnTo>
                  <a:lnTo>
                    <a:pt x="3816" y="887"/>
                  </a:lnTo>
                  <a:lnTo>
                    <a:pt x="3806" y="890"/>
                  </a:lnTo>
                  <a:lnTo>
                    <a:pt x="3786" y="890"/>
                  </a:lnTo>
                  <a:lnTo>
                    <a:pt x="3764" y="887"/>
                  </a:lnTo>
                  <a:lnTo>
                    <a:pt x="3741" y="881"/>
                  </a:lnTo>
                  <a:lnTo>
                    <a:pt x="3716" y="876"/>
                  </a:lnTo>
                  <a:lnTo>
                    <a:pt x="3697" y="871"/>
                  </a:lnTo>
                  <a:lnTo>
                    <a:pt x="3682" y="864"/>
                  </a:lnTo>
                  <a:lnTo>
                    <a:pt x="3675" y="860"/>
                  </a:lnTo>
                  <a:lnTo>
                    <a:pt x="3678" y="857"/>
                  </a:lnTo>
                  <a:lnTo>
                    <a:pt x="3678" y="857"/>
                  </a:lnTo>
                  <a:lnTo>
                    <a:pt x="3680" y="855"/>
                  </a:lnTo>
                  <a:lnTo>
                    <a:pt x="3682" y="852"/>
                  </a:lnTo>
                  <a:lnTo>
                    <a:pt x="3661" y="846"/>
                  </a:lnTo>
                  <a:lnTo>
                    <a:pt x="3643" y="836"/>
                  </a:lnTo>
                  <a:lnTo>
                    <a:pt x="3627" y="820"/>
                  </a:lnTo>
                  <a:lnTo>
                    <a:pt x="3615" y="803"/>
                  </a:lnTo>
                  <a:lnTo>
                    <a:pt x="3603" y="784"/>
                  </a:lnTo>
                  <a:lnTo>
                    <a:pt x="3593" y="764"/>
                  </a:lnTo>
                  <a:lnTo>
                    <a:pt x="3582" y="749"/>
                  </a:lnTo>
                  <a:lnTo>
                    <a:pt x="3572" y="736"/>
                  </a:lnTo>
                  <a:lnTo>
                    <a:pt x="3561" y="728"/>
                  </a:lnTo>
                  <a:lnTo>
                    <a:pt x="3549" y="717"/>
                  </a:lnTo>
                  <a:lnTo>
                    <a:pt x="3538" y="707"/>
                  </a:lnTo>
                  <a:lnTo>
                    <a:pt x="3533" y="691"/>
                  </a:lnTo>
                  <a:close/>
                  <a:moveTo>
                    <a:pt x="3832" y="672"/>
                  </a:moveTo>
                  <a:lnTo>
                    <a:pt x="3842" y="675"/>
                  </a:lnTo>
                  <a:lnTo>
                    <a:pt x="3854" y="682"/>
                  </a:lnTo>
                  <a:lnTo>
                    <a:pt x="3865" y="693"/>
                  </a:lnTo>
                  <a:lnTo>
                    <a:pt x="3870" y="702"/>
                  </a:lnTo>
                  <a:lnTo>
                    <a:pt x="3865" y="705"/>
                  </a:lnTo>
                  <a:lnTo>
                    <a:pt x="3860" y="710"/>
                  </a:lnTo>
                  <a:lnTo>
                    <a:pt x="3854" y="714"/>
                  </a:lnTo>
                  <a:lnTo>
                    <a:pt x="3847" y="717"/>
                  </a:lnTo>
                  <a:lnTo>
                    <a:pt x="3853" y="733"/>
                  </a:lnTo>
                  <a:lnTo>
                    <a:pt x="3860" y="745"/>
                  </a:lnTo>
                  <a:lnTo>
                    <a:pt x="3867" y="759"/>
                  </a:lnTo>
                  <a:lnTo>
                    <a:pt x="3861" y="761"/>
                  </a:lnTo>
                  <a:lnTo>
                    <a:pt x="3858" y="761"/>
                  </a:lnTo>
                  <a:lnTo>
                    <a:pt x="3856" y="761"/>
                  </a:lnTo>
                  <a:lnTo>
                    <a:pt x="3856" y="761"/>
                  </a:lnTo>
                  <a:lnTo>
                    <a:pt x="3854" y="763"/>
                  </a:lnTo>
                  <a:lnTo>
                    <a:pt x="3853" y="764"/>
                  </a:lnTo>
                  <a:lnTo>
                    <a:pt x="3851" y="768"/>
                  </a:lnTo>
                  <a:lnTo>
                    <a:pt x="3842" y="784"/>
                  </a:lnTo>
                  <a:lnTo>
                    <a:pt x="3837" y="803"/>
                  </a:lnTo>
                  <a:lnTo>
                    <a:pt x="3828" y="820"/>
                  </a:lnTo>
                  <a:lnTo>
                    <a:pt x="3823" y="824"/>
                  </a:lnTo>
                  <a:lnTo>
                    <a:pt x="3818" y="824"/>
                  </a:lnTo>
                  <a:lnTo>
                    <a:pt x="3812" y="825"/>
                  </a:lnTo>
                  <a:lnTo>
                    <a:pt x="3806" y="825"/>
                  </a:lnTo>
                  <a:lnTo>
                    <a:pt x="3795" y="819"/>
                  </a:lnTo>
                  <a:lnTo>
                    <a:pt x="3785" y="817"/>
                  </a:lnTo>
                  <a:lnTo>
                    <a:pt x="3772" y="817"/>
                  </a:lnTo>
                  <a:lnTo>
                    <a:pt x="3760" y="815"/>
                  </a:lnTo>
                  <a:lnTo>
                    <a:pt x="3748" y="810"/>
                  </a:lnTo>
                  <a:lnTo>
                    <a:pt x="3736" y="794"/>
                  </a:lnTo>
                  <a:lnTo>
                    <a:pt x="3727" y="773"/>
                  </a:lnTo>
                  <a:lnTo>
                    <a:pt x="3725" y="749"/>
                  </a:lnTo>
                  <a:lnTo>
                    <a:pt x="3734" y="745"/>
                  </a:lnTo>
                  <a:lnTo>
                    <a:pt x="3741" y="745"/>
                  </a:lnTo>
                  <a:lnTo>
                    <a:pt x="3748" y="747"/>
                  </a:lnTo>
                  <a:lnTo>
                    <a:pt x="3755" y="743"/>
                  </a:lnTo>
                  <a:lnTo>
                    <a:pt x="3764" y="729"/>
                  </a:lnTo>
                  <a:lnTo>
                    <a:pt x="3786" y="726"/>
                  </a:lnTo>
                  <a:lnTo>
                    <a:pt x="3790" y="723"/>
                  </a:lnTo>
                  <a:lnTo>
                    <a:pt x="3793" y="719"/>
                  </a:lnTo>
                  <a:lnTo>
                    <a:pt x="3793" y="717"/>
                  </a:lnTo>
                  <a:lnTo>
                    <a:pt x="3795" y="716"/>
                  </a:lnTo>
                  <a:lnTo>
                    <a:pt x="3795" y="714"/>
                  </a:lnTo>
                  <a:lnTo>
                    <a:pt x="3795" y="712"/>
                  </a:lnTo>
                  <a:lnTo>
                    <a:pt x="3797" y="710"/>
                  </a:lnTo>
                  <a:lnTo>
                    <a:pt x="3797" y="710"/>
                  </a:lnTo>
                  <a:lnTo>
                    <a:pt x="3800" y="710"/>
                  </a:lnTo>
                  <a:lnTo>
                    <a:pt x="3806" y="710"/>
                  </a:lnTo>
                  <a:lnTo>
                    <a:pt x="3812" y="710"/>
                  </a:lnTo>
                  <a:lnTo>
                    <a:pt x="3816" y="698"/>
                  </a:lnTo>
                  <a:lnTo>
                    <a:pt x="3821" y="689"/>
                  </a:lnTo>
                  <a:lnTo>
                    <a:pt x="3826" y="681"/>
                  </a:lnTo>
                  <a:lnTo>
                    <a:pt x="3832" y="672"/>
                  </a:lnTo>
                  <a:close/>
                  <a:moveTo>
                    <a:pt x="3329" y="649"/>
                  </a:moveTo>
                  <a:lnTo>
                    <a:pt x="3339" y="656"/>
                  </a:lnTo>
                  <a:lnTo>
                    <a:pt x="3345" y="668"/>
                  </a:lnTo>
                  <a:lnTo>
                    <a:pt x="3345" y="686"/>
                  </a:lnTo>
                  <a:lnTo>
                    <a:pt x="3345" y="688"/>
                  </a:lnTo>
                  <a:lnTo>
                    <a:pt x="3346" y="688"/>
                  </a:lnTo>
                  <a:lnTo>
                    <a:pt x="3348" y="689"/>
                  </a:lnTo>
                  <a:lnTo>
                    <a:pt x="3348" y="689"/>
                  </a:lnTo>
                  <a:lnTo>
                    <a:pt x="3348" y="691"/>
                  </a:lnTo>
                  <a:lnTo>
                    <a:pt x="3348" y="695"/>
                  </a:lnTo>
                  <a:lnTo>
                    <a:pt x="3345" y="695"/>
                  </a:lnTo>
                  <a:lnTo>
                    <a:pt x="3341" y="696"/>
                  </a:lnTo>
                  <a:lnTo>
                    <a:pt x="3339" y="700"/>
                  </a:lnTo>
                  <a:lnTo>
                    <a:pt x="3336" y="702"/>
                  </a:lnTo>
                  <a:lnTo>
                    <a:pt x="3334" y="702"/>
                  </a:lnTo>
                  <a:lnTo>
                    <a:pt x="3332" y="700"/>
                  </a:lnTo>
                  <a:lnTo>
                    <a:pt x="3331" y="700"/>
                  </a:lnTo>
                  <a:lnTo>
                    <a:pt x="3331" y="700"/>
                  </a:lnTo>
                  <a:lnTo>
                    <a:pt x="3329" y="698"/>
                  </a:lnTo>
                  <a:lnTo>
                    <a:pt x="3322" y="684"/>
                  </a:lnTo>
                  <a:lnTo>
                    <a:pt x="3322" y="663"/>
                  </a:lnTo>
                  <a:lnTo>
                    <a:pt x="3324" y="660"/>
                  </a:lnTo>
                  <a:lnTo>
                    <a:pt x="3326" y="658"/>
                  </a:lnTo>
                  <a:lnTo>
                    <a:pt x="3327" y="654"/>
                  </a:lnTo>
                  <a:lnTo>
                    <a:pt x="3329" y="649"/>
                  </a:lnTo>
                  <a:close/>
                  <a:moveTo>
                    <a:pt x="3956" y="628"/>
                  </a:moveTo>
                  <a:lnTo>
                    <a:pt x="3964" y="637"/>
                  </a:lnTo>
                  <a:lnTo>
                    <a:pt x="3970" y="647"/>
                  </a:lnTo>
                  <a:lnTo>
                    <a:pt x="3970" y="663"/>
                  </a:lnTo>
                  <a:lnTo>
                    <a:pt x="3971" y="667"/>
                  </a:lnTo>
                  <a:lnTo>
                    <a:pt x="3973" y="667"/>
                  </a:lnTo>
                  <a:lnTo>
                    <a:pt x="3973" y="668"/>
                  </a:lnTo>
                  <a:lnTo>
                    <a:pt x="3973" y="668"/>
                  </a:lnTo>
                  <a:lnTo>
                    <a:pt x="3971" y="668"/>
                  </a:lnTo>
                  <a:lnTo>
                    <a:pt x="3970" y="672"/>
                  </a:lnTo>
                  <a:lnTo>
                    <a:pt x="3970" y="675"/>
                  </a:lnTo>
                  <a:lnTo>
                    <a:pt x="3968" y="675"/>
                  </a:lnTo>
                  <a:lnTo>
                    <a:pt x="3968" y="677"/>
                  </a:lnTo>
                  <a:lnTo>
                    <a:pt x="3968" y="677"/>
                  </a:lnTo>
                  <a:lnTo>
                    <a:pt x="3968" y="677"/>
                  </a:lnTo>
                  <a:lnTo>
                    <a:pt x="3966" y="677"/>
                  </a:lnTo>
                  <a:lnTo>
                    <a:pt x="3963" y="679"/>
                  </a:lnTo>
                  <a:lnTo>
                    <a:pt x="3961" y="675"/>
                  </a:lnTo>
                  <a:lnTo>
                    <a:pt x="3961" y="674"/>
                  </a:lnTo>
                  <a:lnTo>
                    <a:pt x="3961" y="674"/>
                  </a:lnTo>
                  <a:lnTo>
                    <a:pt x="3961" y="674"/>
                  </a:lnTo>
                  <a:lnTo>
                    <a:pt x="3959" y="674"/>
                  </a:lnTo>
                  <a:lnTo>
                    <a:pt x="3957" y="674"/>
                  </a:lnTo>
                  <a:lnTo>
                    <a:pt x="3956" y="672"/>
                  </a:lnTo>
                  <a:lnTo>
                    <a:pt x="3956" y="675"/>
                  </a:lnTo>
                  <a:lnTo>
                    <a:pt x="3957" y="677"/>
                  </a:lnTo>
                  <a:lnTo>
                    <a:pt x="3959" y="679"/>
                  </a:lnTo>
                  <a:lnTo>
                    <a:pt x="3961" y="681"/>
                  </a:lnTo>
                  <a:lnTo>
                    <a:pt x="3961" y="681"/>
                  </a:lnTo>
                  <a:lnTo>
                    <a:pt x="3959" y="682"/>
                  </a:lnTo>
                  <a:lnTo>
                    <a:pt x="3959" y="684"/>
                  </a:lnTo>
                  <a:lnTo>
                    <a:pt x="3959" y="686"/>
                  </a:lnTo>
                  <a:lnTo>
                    <a:pt x="3959" y="691"/>
                  </a:lnTo>
                  <a:lnTo>
                    <a:pt x="3950" y="691"/>
                  </a:lnTo>
                  <a:lnTo>
                    <a:pt x="3950" y="686"/>
                  </a:lnTo>
                  <a:lnTo>
                    <a:pt x="3945" y="684"/>
                  </a:lnTo>
                  <a:lnTo>
                    <a:pt x="3940" y="681"/>
                  </a:lnTo>
                  <a:lnTo>
                    <a:pt x="3938" y="677"/>
                  </a:lnTo>
                  <a:lnTo>
                    <a:pt x="3936" y="672"/>
                  </a:lnTo>
                  <a:lnTo>
                    <a:pt x="3935" y="667"/>
                  </a:lnTo>
                  <a:lnTo>
                    <a:pt x="3931" y="660"/>
                  </a:lnTo>
                  <a:lnTo>
                    <a:pt x="3926" y="663"/>
                  </a:lnTo>
                  <a:lnTo>
                    <a:pt x="3919" y="667"/>
                  </a:lnTo>
                  <a:lnTo>
                    <a:pt x="3912" y="668"/>
                  </a:lnTo>
                  <a:lnTo>
                    <a:pt x="3905" y="672"/>
                  </a:lnTo>
                  <a:lnTo>
                    <a:pt x="3905" y="663"/>
                  </a:lnTo>
                  <a:lnTo>
                    <a:pt x="3907" y="661"/>
                  </a:lnTo>
                  <a:lnTo>
                    <a:pt x="3907" y="661"/>
                  </a:lnTo>
                  <a:lnTo>
                    <a:pt x="3907" y="660"/>
                  </a:lnTo>
                  <a:lnTo>
                    <a:pt x="3908" y="660"/>
                  </a:lnTo>
                  <a:lnTo>
                    <a:pt x="3908" y="656"/>
                  </a:lnTo>
                  <a:lnTo>
                    <a:pt x="3922" y="651"/>
                  </a:lnTo>
                  <a:lnTo>
                    <a:pt x="3935" y="647"/>
                  </a:lnTo>
                  <a:lnTo>
                    <a:pt x="3947" y="640"/>
                  </a:lnTo>
                  <a:lnTo>
                    <a:pt x="3956" y="628"/>
                  </a:lnTo>
                  <a:close/>
                  <a:moveTo>
                    <a:pt x="1243" y="628"/>
                  </a:moveTo>
                  <a:lnTo>
                    <a:pt x="1245" y="633"/>
                  </a:lnTo>
                  <a:lnTo>
                    <a:pt x="1245" y="635"/>
                  </a:lnTo>
                  <a:lnTo>
                    <a:pt x="1245" y="637"/>
                  </a:lnTo>
                  <a:lnTo>
                    <a:pt x="1245" y="637"/>
                  </a:lnTo>
                  <a:lnTo>
                    <a:pt x="1247" y="639"/>
                  </a:lnTo>
                  <a:lnTo>
                    <a:pt x="1248" y="639"/>
                  </a:lnTo>
                  <a:lnTo>
                    <a:pt x="1252" y="640"/>
                  </a:lnTo>
                  <a:lnTo>
                    <a:pt x="1252" y="633"/>
                  </a:lnTo>
                  <a:lnTo>
                    <a:pt x="1243" y="628"/>
                  </a:lnTo>
                  <a:close/>
                  <a:moveTo>
                    <a:pt x="3870" y="609"/>
                  </a:moveTo>
                  <a:lnTo>
                    <a:pt x="3874" y="613"/>
                  </a:lnTo>
                  <a:lnTo>
                    <a:pt x="3875" y="613"/>
                  </a:lnTo>
                  <a:lnTo>
                    <a:pt x="3877" y="613"/>
                  </a:lnTo>
                  <a:lnTo>
                    <a:pt x="3877" y="614"/>
                  </a:lnTo>
                  <a:lnTo>
                    <a:pt x="3877" y="614"/>
                  </a:lnTo>
                  <a:lnTo>
                    <a:pt x="3877" y="618"/>
                  </a:lnTo>
                  <a:lnTo>
                    <a:pt x="3879" y="621"/>
                  </a:lnTo>
                  <a:lnTo>
                    <a:pt x="3868" y="630"/>
                  </a:lnTo>
                  <a:lnTo>
                    <a:pt x="3861" y="639"/>
                  </a:lnTo>
                  <a:lnTo>
                    <a:pt x="3853" y="646"/>
                  </a:lnTo>
                  <a:lnTo>
                    <a:pt x="3840" y="653"/>
                  </a:lnTo>
                  <a:lnTo>
                    <a:pt x="3840" y="649"/>
                  </a:lnTo>
                  <a:lnTo>
                    <a:pt x="3851" y="637"/>
                  </a:lnTo>
                  <a:lnTo>
                    <a:pt x="3863" y="625"/>
                  </a:lnTo>
                  <a:lnTo>
                    <a:pt x="3870" y="609"/>
                  </a:lnTo>
                  <a:close/>
                  <a:moveTo>
                    <a:pt x="1371" y="517"/>
                  </a:moveTo>
                  <a:lnTo>
                    <a:pt x="1378" y="518"/>
                  </a:lnTo>
                  <a:lnTo>
                    <a:pt x="1386" y="522"/>
                  </a:lnTo>
                  <a:lnTo>
                    <a:pt x="1383" y="524"/>
                  </a:lnTo>
                  <a:lnTo>
                    <a:pt x="1381" y="527"/>
                  </a:lnTo>
                  <a:lnTo>
                    <a:pt x="1378" y="529"/>
                  </a:lnTo>
                  <a:lnTo>
                    <a:pt x="1372" y="529"/>
                  </a:lnTo>
                  <a:lnTo>
                    <a:pt x="1367" y="527"/>
                  </a:lnTo>
                  <a:lnTo>
                    <a:pt x="1362" y="527"/>
                  </a:lnTo>
                  <a:lnTo>
                    <a:pt x="1357" y="527"/>
                  </a:lnTo>
                  <a:lnTo>
                    <a:pt x="1351" y="529"/>
                  </a:lnTo>
                  <a:lnTo>
                    <a:pt x="1351" y="518"/>
                  </a:lnTo>
                  <a:lnTo>
                    <a:pt x="1364" y="517"/>
                  </a:lnTo>
                  <a:lnTo>
                    <a:pt x="1371" y="517"/>
                  </a:lnTo>
                  <a:close/>
                  <a:moveTo>
                    <a:pt x="3912" y="506"/>
                  </a:moveTo>
                  <a:lnTo>
                    <a:pt x="3912" y="524"/>
                  </a:lnTo>
                  <a:lnTo>
                    <a:pt x="3910" y="536"/>
                  </a:lnTo>
                  <a:lnTo>
                    <a:pt x="3907" y="546"/>
                  </a:lnTo>
                  <a:lnTo>
                    <a:pt x="3905" y="564"/>
                  </a:lnTo>
                  <a:lnTo>
                    <a:pt x="3908" y="564"/>
                  </a:lnTo>
                  <a:lnTo>
                    <a:pt x="3908" y="567"/>
                  </a:lnTo>
                  <a:lnTo>
                    <a:pt x="3915" y="567"/>
                  </a:lnTo>
                  <a:lnTo>
                    <a:pt x="3919" y="567"/>
                  </a:lnTo>
                  <a:lnTo>
                    <a:pt x="3922" y="567"/>
                  </a:lnTo>
                  <a:lnTo>
                    <a:pt x="3926" y="569"/>
                  </a:lnTo>
                  <a:lnTo>
                    <a:pt x="3929" y="571"/>
                  </a:lnTo>
                  <a:lnTo>
                    <a:pt x="3936" y="572"/>
                  </a:lnTo>
                  <a:lnTo>
                    <a:pt x="3940" y="585"/>
                  </a:lnTo>
                  <a:lnTo>
                    <a:pt x="3947" y="593"/>
                  </a:lnTo>
                  <a:lnTo>
                    <a:pt x="3956" y="602"/>
                  </a:lnTo>
                  <a:lnTo>
                    <a:pt x="3963" y="614"/>
                  </a:lnTo>
                  <a:lnTo>
                    <a:pt x="3957" y="616"/>
                  </a:lnTo>
                  <a:lnTo>
                    <a:pt x="3954" y="618"/>
                  </a:lnTo>
                  <a:lnTo>
                    <a:pt x="3952" y="618"/>
                  </a:lnTo>
                  <a:lnTo>
                    <a:pt x="3952" y="620"/>
                  </a:lnTo>
                  <a:lnTo>
                    <a:pt x="3952" y="621"/>
                  </a:lnTo>
                  <a:lnTo>
                    <a:pt x="3952" y="621"/>
                  </a:lnTo>
                  <a:lnTo>
                    <a:pt x="3952" y="623"/>
                  </a:lnTo>
                  <a:lnTo>
                    <a:pt x="3949" y="623"/>
                  </a:lnTo>
                  <a:lnTo>
                    <a:pt x="3943" y="625"/>
                  </a:lnTo>
                  <a:lnTo>
                    <a:pt x="3942" y="621"/>
                  </a:lnTo>
                  <a:lnTo>
                    <a:pt x="3942" y="621"/>
                  </a:lnTo>
                  <a:lnTo>
                    <a:pt x="3942" y="620"/>
                  </a:lnTo>
                  <a:lnTo>
                    <a:pt x="3942" y="620"/>
                  </a:lnTo>
                  <a:lnTo>
                    <a:pt x="3940" y="620"/>
                  </a:lnTo>
                  <a:lnTo>
                    <a:pt x="3938" y="620"/>
                  </a:lnTo>
                  <a:lnTo>
                    <a:pt x="3936" y="618"/>
                  </a:lnTo>
                  <a:lnTo>
                    <a:pt x="3933" y="625"/>
                  </a:lnTo>
                  <a:lnTo>
                    <a:pt x="3931" y="630"/>
                  </a:lnTo>
                  <a:lnTo>
                    <a:pt x="3928" y="635"/>
                  </a:lnTo>
                  <a:lnTo>
                    <a:pt x="3922" y="637"/>
                  </a:lnTo>
                  <a:lnTo>
                    <a:pt x="3917" y="640"/>
                  </a:lnTo>
                  <a:lnTo>
                    <a:pt x="3917" y="637"/>
                  </a:lnTo>
                  <a:lnTo>
                    <a:pt x="3914" y="633"/>
                  </a:lnTo>
                  <a:lnTo>
                    <a:pt x="3914" y="630"/>
                  </a:lnTo>
                  <a:lnTo>
                    <a:pt x="3914" y="628"/>
                  </a:lnTo>
                  <a:lnTo>
                    <a:pt x="3914" y="627"/>
                  </a:lnTo>
                  <a:lnTo>
                    <a:pt x="3914" y="627"/>
                  </a:lnTo>
                  <a:lnTo>
                    <a:pt x="3914" y="625"/>
                  </a:lnTo>
                  <a:lnTo>
                    <a:pt x="3912" y="623"/>
                  </a:lnTo>
                  <a:lnTo>
                    <a:pt x="3910" y="623"/>
                  </a:lnTo>
                  <a:lnTo>
                    <a:pt x="3905" y="621"/>
                  </a:lnTo>
                  <a:lnTo>
                    <a:pt x="3905" y="616"/>
                  </a:lnTo>
                  <a:lnTo>
                    <a:pt x="3905" y="611"/>
                  </a:lnTo>
                  <a:lnTo>
                    <a:pt x="3907" y="607"/>
                  </a:lnTo>
                  <a:lnTo>
                    <a:pt x="3907" y="606"/>
                  </a:lnTo>
                  <a:lnTo>
                    <a:pt x="3908" y="604"/>
                  </a:lnTo>
                  <a:lnTo>
                    <a:pt x="3912" y="604"/>
                  </a:lnTo>
                  <a:lnTo>
                    <a:pt x="3917" y="602"/>
                  </a:lnTo>
                  <a:lnTo>
                    <a:pt x="3924" y="602"/>
                  </a:lnTo>
                  <a:lnTo>
                    <a:pt x="3924" y="614"/>
                  </a:lnTo>
                  <a:lnTo>
                    <a:pt x="3936" y="614"/>
                  </a:lnTo>
                  <a:lnTo>
                    <a:pt x="3936" y="611"/>
                  </a:lnTo>
                  <a:lnTo>
                    <a:pt x="3938" y="607"/>
                  </a:lnTo>
                  <a:lnTo>
                    <a:pt x="3940" y="606"/>
                  </a:lnTo>
                  <a:lnTo>
                    <a:pt x="3940" y="604"/>
                  </a:lnTo>
                  <a:lnTo>
                    <a:pt x="3942" y="602"/>
                  </a:lnTo>
                  <a:lnTo>
                    <a:pt x="3943" y="599"/>
                  </a:lnTo>
                  <a:lnTo>
                    <a:pt x="3940" y="599"/>
                  </a:lnTo>
                  <a:lnTo>
                    <a:pt x="3922" y="585"/>
                  </a:lnTo>
                  <a:lnTo>
                    <a:pt x="3902" y="576"/>
                  </a:lnTo>
                  <a:lnTo>
                    <a:pt x="3902" y="583"/>
                  </a:lnTo>
                  <a:lnTo>
                    <a:pt x="3900" y="588"/>
                  </a:lnTo>
                  <a:lnTo>
                    <a:pt x="3898" y="593"/>
                  </a:lnTo>
                  <a:lnTo>
                    <a:pt x="3898" y="599"/>
                  </a:lnTo>
                  <a:lnTo>
                    <a:pt x="3896" y="597"/>
                  </a:lnTo>
                  <a:lnTo>
                    <a:pt x="3895" y="595"/>
                  </a:lnTo>
                  <a:lnTo>
                    <a:pt x="3895" y="595"/>
                  </a:lnTo>
                  <a:lnTo>
                    <a:pt x="3895" y="593"/>
                  </a:lnTo>
                  <a:lnTo>
                    <a:pt x="3893" y="592"/>
                  </a:lnTo>
                  <a:lnTo>
                    <a:pt x="3888" y="579"/>
                  </a:lnTo>
                  <a:lnTo>
                    <a:pt x="3882" y="564"/>
                  </a:lnTo>
                  <a:lnTo>
                    <a:pt x="3881" y="544"/>
                  </a:lnTo>
                  <a:lnTo>
                    <a:pt x="3882" y="527"/>
                  </a:lnTo>
                  <a:lnTo>
                    <a:pt x="3889" y="510"/>
                  </a:lnTo>
                  <a:lnTo>
                    <a:pt x="3895" y="508"/>
                  </a:lnTo>
                  <a:lnTo>
                    <a:pt x="3900" y="506"/>
                  </a:lnTo>
                  <a:lnTo>
                    <a:pt x="3905" y="506"/>
                  </a:lnTo>
                  <a:lnTo>
                    <a:pt x="3912" y="506"/>
                  </a:lnTo>
                  <a:close/>
                  <a:moveTo>
                    <a:pt x="1306" y="506"/>
                  </a:moveTo>
                  <a:lnTo>
                    <a:pt x="1313" y="506"/>
                  </a:lnTo>
                  <a:lnTo>
                    <a:pt x="1320" y="508"/>
                  </a:lnTo>
                  <a:lnTo>
                    <a:pt x="1327" y="508"/>
                  </a:lnTo>
                  <a:lnTo>
                    <a:pt x="1332" y="510"/>
                  </a:lnTo>
                  <a:lnTo>
                    <a:pt x="1332" y="518"/>
                  </a:lnTo>
                  <a:lnTo>
                    <a:pt x="1306" y="518"/>
                  </a:lnTo>
                  <a:lnTo>
                    <a:pt x="1306" y="506"/>
                  </a:lnTo>
                  <a:close/>
                  <a:moveTo>
                    <a:pt x="1159" y="506"/>
                  </a:moveTo>
                  <a:lnTo>
                    <a:pt x="1168" y="508"/>
                  </a:lnTo>
                  <a:lnTo>
                    <a:pt x="1173" y="511"/>
                  </a:lnTo>
                  <a:lnTo>
                    <a:pt x="1180" y="515"/>
                  </a:lnTo>
                  <a:lnTo>
                    <a:pt x="1186" y="518"/>
                  </a:lnTo>
                  <a:lnTo>
                    <a:pt x="1186" y="522"/>
                  </a:lnTo>
                  <a:lnTo>
                    <a:pt x="1179" y="522"/>
                  </a:lnTo>
                  <a:lnTo>
                    <a:pt x="1173" y="524"/>
                  </a:lnTo>
                  <a:lnTo>
                    <a:pt x="1168" y="525"/>
                  </a:lnTo>
                  <a:lnTo>
                    <a:pt x="1165" y="524"/>
                  </a:lnTo>
                  <a:lnTo>
                    <a:pt x="1158" y="524"/>
                  </a:lnTo>
                  <a:lnTo>
                    <a:pt x="1152" y="522"/>
                  </a:lnTo>
                  <a:lnTo>
                    <a:pt x="1152" y="510"/>
                  </a:lnTo>
                  <a:lnTo>
                    <a:pt x="1154" y="510"/>
                  </a:lnTo>
                  <a:lnTo>
                    <a:pt x="1156" y="508"/>
                  </a:lnTo>
                  <a:lnTo>
                    <a:pt x="1158" y="508"/>
                  </a:lnTo>
                  <a:lnTo>
                    <a:pt x="1158" y="508"/>
                  </a:lnTo>
                  <a:lnTo>
                    <a:pt x="1159" y="506"/>
                  </a:lnTo>
                  <a:close/>
                  <a:moveTo>
                    <a:pt x="1220" y="490"/>
                  </a:moveTo>
                  <a:lnTo>
                    <a:pt x="1241" y="492"/>
                  </a:lnTo>
                  <a:lnTo>
                    <a:pt x="1259" y="496"/>
                  </a:lnTo>
                  <a:lnTo>
                    <a:pt x="1273" y="501"/>
                  </a:lnTo>
                  <a:lnTo>
                    <a:pt x="1290" y="506"/>
                  </a:lnTo>
                  <a:lnTo>
                    <a:pt x="1290" y="515"/>
                  </a:lnTo>
                  <a:lnTo>
                    <a:pt x="1283" y="515"/>
                  </a:lnTo>
                  <a:lnTo>
                    <a:pt x="1280" y="517"/>
                  </a:lnTo>
                  <a:lnTo>
                    <a:pt x="1275" y="518"/>
                  </a:lnTo>
                  <a:lnTo>
                    <a:pt x="1271" y="520"/>
                  </a:lnTo>
                  <a:lnTo>
                    <a:pt x="1268" y="522"/>
                  </a:lnTo>
                  <a:lnTo>
                    <a:pt x="1262" y="522"/>
                  </a:lnTo>
                  <a:lnTo>
                    <a:pt x="1262" y="520"/>
                  </a:lnTo>
                  <a:lnTo>
                    <a:pt x="1262" y="518"/>
                  </a:lnTo>
                  <a:lnTo>
                    <a:pt x="1261" y="517"/>
                  </a:lnTo>
                  <a:lnTo>
                    <a:pt x="1259" y="515"/>
                  </a:lnTo>
                  <a:lnTo>
                    <a:pt x="1257" y="513"/>
                  </a:lnTo>
                  <a:lnTo>
                    <a:pt x="1255" y="515"/>
                  </a:lnTo>
                  <a:lnTo>
                    <a:pt x="1252" y="525"/>
                  </a:lnTo>
                  <a:lnTo>
                    <a:pt x="1247" y="525"/>
                  </a:lnTo>
                  <a:lnTo>
                    <a:pt x="1234" y="524"/>
                  </a:lnTo>
                  <a:lnTo>
                    <a:pt x="1220" y="522"/>
                  </a:lnTo>
                  <a:lnTo>
                    <a:pt x="1210" y="522"/>
                  </a:lnTo>
                  <a:lnTo>
                    <a:pt x="1205" y="510"/>
                  </a:lnTo>
                  <a:lnTo>
                    <a:pt x="1214" y="510"/>
                  </a:lnTo>
                  <a:lnTo>
                    <a:pt x="1220" y="510"/>
                  </a:lnTo>
                  <a:lnTo>
                    <a:pt x="1227" y="508"/>
                  </a:lnTo>
                  <a:lnTo>
                    <a:pt x="1233" y="506"/>
                  </a:lnTo>
                  <a:lnTo>
                    <a:pt x="1229" y="504"/>
                  </a:lnTo>
                  <a:lnTo>
                    <a:pt x="1226" y="501"/>
                  </a:lnTo>
                  <a:lnTo>
                    <a:pt x="1224" y="499"/>
                  </a:lnTo>
                  <a:lnTo>
                    <a:pt x="1222" y="496"/>
                  </a:lnTo>
                  <a:lnTo>
                    <a:pt x="1220" y="490"/>
                  </a:lnTo>
                  <a:close/>
                  <a:moveTo>
                    <a:pt x="100" y="452"/>
                  </a:moveTo>
                  <a:lnTo>
                    <a:pt x="116" y="457"/>
                  </a:lnTo>
                  <a:lnTo>
                    <a:pt x="128" y="464"/>
                  </a:lnTo>
                  <a:lnTo>
                    <a:pt x="142" y="471"/>
                  </a:lnTo>
                  <a:lnTo>
                    <a:pt x="142" y="475"/>
                  </a:lnTo>
                  <a:lnTo>
                    <a:pt x="138" y="475"/>
                  </a:lnTo>
                  <a:lnTo>
                    <a:pt x="126" y="483"/>
                  </a:lnTo>
                  <a:lnTo>
                    <a:pt x="114" y="485"/>
                  </a:lnTo>
                  <a:lnTo>
                    <a:pt x="103" y="487"/>
                  </a:lnTo>
                  <a:lnTo>
                    <a:pt x="91" y="490"/>
                  </a:lnTo>
                  <a:lnTo>
                    <a:pt x="91" y="487"/>
                  </a:lnTo>
                  <a:lnTo>
                    <a:pt x="88" y="487"/>
                  </a:lnTo>
                  <a:lnTo>
                    <a:pt x="91" y="478"/>
                  </a:lnTo>
                  <a:lnTo>
                    <a:pt x="91" y="469"/>
                  </a:lnTo>
                  <a:lnTo>
                    <a:pt x="91" y="457"/>
                  </a:lnTo>
                  <a:lnTo>
                    <a:pt x="95" y="455"/>
                  </a:lnTo>
                  <a:lnTo>
                    <a:pt x="96" y="455"/>
                  </a:lnTo>
                  <a:lnTo>
                    <a:pt x="96" y="454"/>
                  </a:lnTo>
                  <a:lnTo>
                    <a:pt x="98" y="454"/>
                  </a:lnTo>
                  <a:lnTo>
                    <a:pt x="100" y="452"/>
                  </a:lnTo>
                  <a:close/>
                  <a:moveTo>
                    <a:pt x="1098" y="441"/>
                  </a:moveTo>
                  <a:lnTo>
                    <a:pt x="1126" y="447"/>
                  </a:lnTo>
                  <a:lnTo>
                    <a:pt x="1151" y="455"/>
                  </a:lnTo>
                  <a:lnTo>
                    <a:pt x="1170" y="464"/>
                  </a:lnTo>
                  <a:lnTo>
                    <a:pt x="1189" y="473"/>
                  </a:lnTo>
                  <a:lnTo>
                    <a:pt x="1210" y="483"/>
                  </a:lnTo>
                  <a:lnTo>
                    <a:pt x="1210" y="490"/>
                  </a:lnTo>
                  <a:lnTo>
                    <a:pt x="1201" y="490"/>
                  </a:lnTo>
                  <a:lnTo>
                    <a:pt x="1191" y="494"/>
                  </a:lnTo>
                  <a:lnTo>
                    <a:pt x="1179" y="497"/>
                  </a:lnTo>
                  <a:lnTo>
                    <a:pt x="1166" y="499"/>
                  </a:lnTo>
                  <a:lnTo>
                    <a:pt x="1168" y="496"/>
                  </a:lnTo>
                  <a:lnTo>
                    <a:pt x="1168" y="492"/>
                  </a:lnTo>
                  <a:lnTo>
                    <a:pt x="1168" y="490"/>
                  </a:lnTo>
                  <a:lnTo>
                    <a:pt x="1168" y="489"/>
                  </a:lnTo>
                  <a:lnTo>
                    <a:pt x="1168" y="487"/>
                  </a:lnTo>
                  <a:lnTo>
                    <a:pt x="1166" y="483"/>
                  </a:lnTo>
                  <a:lnTo>
                    <a:pt x="1140" y="476"/>
                  </a:lnTo>
                  <a:lnTo>
                    <a:pt x="1116" y="464"/>
                  </a:lnTo>
                  <a:lnTo>
                    <a:pt x="1090" y="452"/>
                  </a:lnTo>
                  <a:lnTo>
                    <a:pt x="1084" y="457"/>
                  </a:lnTo>
                  <a:lnTo>
                    <a:pt x="1081" y="462"/>
                  </a:lnTo>
                  <a:lnTo>
                    <a:pt x="1076" y="468"/>
                  </a:lnTo>
                  <a:lnTo>
                    <a:pt x="1070" y="466"/>
                  </a:lnTo>
                  <a:lnTo>
                    <a:pt x="1063" y="462"/>
                  </a:lnTo>
                  <a:lnTo>
                    <a:pt x="1060" y="461"/>
                  </a:lnTo>
                  <a:lnTo>
                    <a:pt x="1067" y="461"/>
                  </a:lnTo>
                  <a:lnTo>
                    <a:pt x="1072" y="454"/>
                  </a:lnTo>
                  <a:lnTo>
                    <a:pt x="1077" y="450"/>
                  </a:lnTo>
                  <a:lnTo>
                    <a:pt x="1083" y="445"/>
                  </a:lnTo>
                  <a:lnTo>
                    <a:pt x="1088" y="445"/>
                  </a:lnTo>
                  <a:lnTo>
                    <a:pt x="1091" y="443"/>
                  </a:lnTo>
                  <a:lnTo>
                    <a:pt x="1095" y="443"/>
                  </a:lnTo>
                  <a:lnTo>
                    <a:pt x="1098" y="441"/>
                  </a:lnTo>
                  <a:close/>
                  <a:moveTo>
                    <a:pt x="77" y="433"/>
                  </a:moveTo>
                  <a:lnTo>
                    <a:pt x="91" y="438"/>
                  </a:lnTo>
                  <a:lnTo>
                    <a:pt x="91" y="441"/>
                  </a:lnTo>
                  <a:lnTo>
                    <a:pt x="88" y="441"/>
                  </a:lnTo>
                  <a:lnTo>
                    <a:pt x="77" y="445"/>
                  </a:lnTo>
                  <a:lnTo>
                    <a:pt x="67" y="445"/>
                  </a:lnTo>
                  <a:lnTo>
                    <a:pt x="58" y="445"/>
                  </a:lnTo>
                  <a:lnTo>
                    <a:pt x="58" y="438"/>
                  </a:lnTo>
                  <a:lnTo>
                    <a:pt x="63" y="436"/>
                  </a:lnTo>
                  <a:lnTo>
                    <a:pt x="68" y="436"/>
                  </a:lnTo>
                  <a:lnTo>
                    <a:pt x="72" y="435"/>
                  </a:lnTo>
                  <a:lnTo>
                    <a:pt x="77" y="433"/>
                  </a:lnTo>
                  <a:close/>
                  <a:moveTo>
                    <a:pt x="0" y="417"/>
                  </a:moveTo>
                  <a:lnTo>
                    <a:pt x="6" y="419"/>
                  </a:lnTo>
                  <a:lnTo>
                    <a:pt x="13" y="419"/>
                  </a:lnTo>
                  <a:lnTo>
                    <a:pt x="16" y="419"/>
                  </a:lnTo>
                  <a:lnTo>
                    <a:pt x="21" y="421"/>
                  </a:lnTo>
                  <a:lnTo>
                    <a:pt x="27" y="422"/>
                  </a:lnTo>
                  <a:lnTo>
                    <a:pt x="27" y="429"/>
                  </a:lnTo>
                  <a:lnTo>
                    <a:pt x="23" y="429"/>
                  </a:lnTo>
                  <a:lnTo>
                    <a:pt x="18" y="431"/>
                  </a:lnTo>
                  <a:lnTo>
                    <a:pt x="13" y="433"/>
                  </a:lnTo>
                  <a:lnTo>
                    <a:pt x="7" y="433"/>
                  </a:lnTo>
                  <a:lnTo>
                    <a:pt x="0" y="433"/>
                  </a:lnTo>
                  <a:lnTo>
                    <a:pt x="0" y="417"/>
                  </a:lnTo>
                  <a:close/>
                  <a:moveTo>
                    <a:pt x="1152" y="414"/>
                  </a:moveTo>
                  <a:lnTo>
                    <a:pt x="1158" y="417"/>
                  </a:lnTo>
                  <a:lnTo>
                    <a:pt x="1161" y="421"/>
                  </a:lnTo>
                  <a:lnTo>
                    <a:pt x="1165" y="424"/>
                  </a:lnTo>
                  <a:lnTo>
                    <a:pt x="1166" y="429"/>
                  </a:lnTo>
                  <a:lnTo>
                    <a:pt x="1166" y="438"/>
                  </a:lnTo>
                  <a:lnTo>
                    <a:pt x="1159" y="438"/>
                  </a:lnTo>
                  <a:lnTo>
                    <a:pt x="1158" y="433"/>
                  </a:lnTo>
                  <a:lnTo>
                    <a:pt x="1156" y="431"/>
                  </a:lnTo>
                  <a:lnTo>
                    <a:pt x="1154" y="428"/>
                  </a:lnTo>
                  <a:lnTo>
                    <a:pt x="1152" y="424"/>
                  </a:lnTo>
                  <a:lnTo>
                    <a:pt x="1152" y="421"/>
                  </a:lnTo>
                  <a:lnTo>
                    <a:pt x="1152" y="414"/>
                  </a:lnTo>
                  <a:close/>
                  <a:moveTo>
                    <a:pt x="3905" y="407"/>
                  </a:moveTo>
                  <a:lnTo>
                    <a:pt x="3908" y="410"/>
                  </a:lnTo>
                  <a:lnTo>
                    <a:pt x="3910" y="414"/>
                  </a:lnTo>
                  <a:lnTo>
                    <a:pt x="3912" y="417"/>
                  </a:lnTo>
                  <a:lnTo>
                    <a:pt x="3912" y="422"/>
                  </a:lnTo>
                  <a:lnTo>
                    <a:pt x="3912" y="429"/>
                  </a:lnTo>
                  <a:lnTo>
                    <a:pt x="3898" y="464"/>
                  </a:lnTo>
                  <a:lnTo>
                    <a:pt x="3891" y="455"/>
                  </a:lnTo>
                  <a:lnTo>
                    <a:pt x="3888" y="447"/>
                  </a:lnTo>
                  <a:lnTo>
                    <a:pt x="3886" y="433"/>
                  </a:lnTo>
                  <a:lnTo>
                    <a:pt x="3905" y="407"/>
                  </a:lnTo>
                  <a:close/>
                  <a:moveTo>
                    <a:pt x="1144" y="391"/>
                  </a:moveTo>
                  <a:lnTo>
                    <a:pt x="1166" y="391"/>
                  </a:lnTo>
                  <a:lnTo>
                    <a:pt x="1168" y="394"/>
                  </a:lnTo>
                  <a:lnTo>
                    <a:pt x="1172" y="396"/>
                  </a:lnTo>
                  <a:lnTo>
                    <a:pt x="1172" y="398"/>
                  </a:lnTo>
                  <a:lnTo>
                    <a:pt x="1173" y="400"/>
                  </a:lnTo>
                  <a:lnTo>
                    <a:pt x="1173" y="401"/>
                  </a:lnTo>
                  <a:lnTo>
                    <a:pt x="1172" y="403"/>
                  </a:lnTo>
                  <a:lnTo>
                    <a:pt x="1172" y="407"/>
                  </a:lnTo>
                  <a:lnTo>
                    <a:pt x="1166" y="403"/>
                  </a:lnTo>
                  <a:lnTo>
                    <a:pt x="1161" y="401"/>
                  </a:lnTo>
                  <a:lnTo>
                    <a:pt x="1156" y="401"/>
                  </a:lnTo>
                  <a:lnTo>
                    <a:pt x="1152" y="400"/>
                  </a:lnTo>
                  <a:lnTo>
                    <a:pt x="1149" y="400"/>
                  </a:lnTo>
                  <a:lnTo>
                    <a:pt x="1145" y="398"/>
                  </a:lnTo>
                  <a:lnTo>
                    <a:pt x="1144" y="394"/>
                  </a:lnTo>
                  <a:lnTo>
                    <a:pt x="1144" y="391"/>
                  </a:lnTo>
                  <a:close/>
                  <a:moveTo>
                    <a:pt x="4017" y="326"/>
                  </a:moveTo>
                  <a:lnTo>
                    <a:pt x="4020" y="328"/>
                  </a:lnTo>
                  <a:lnTo>
                    <a:pt x="4022" y="328"/>
                  </a:lnTo>
                  <a:lnTo>
                    <a:pt x="4022" y="328"/>
                  </a:lnTo>
                  <a:lnTo>
                    <a:pt x="4022" y="330"/>
                  </a:lnTo>
                  <a:lnTo>
                    <a:pt x="4022" y="330"/>
                  </a:lnTo>
                  <a:lnTo>
                    <a:pt x="4024" y="333"/>
                  </a:lnTo>
                  <a:lnTo>
                    <a:pt x="4024" y="337"/>
                  </a:lnTo>
                  <a:lnTo>
                    <a:pt x="4022" y="342"/>
                  </a:lnTo>
                  <a:lnTo>
                    <a:pt x="4018" y="347"/>
                  </a:lnTo>
                  <a:lnTo>
                    <a:pt x="4017" y="352"/>
                  </a:lnTo>
                  <a:lnTo>
                    <a:pt x="4008" y="352"/>
                  </a:lnTo>
                  <a:lnTo>
                    <a:pt x="4008" y="340"/>
                  </a:lnTo>
                  <a:lnTo>
                    <a:pt x="4011" y="339"/>
                  </a:lnTo>
                  <a:lnTo>
                    <a:pt x="4013" y="335"/>
                  </a:lnTo>
                  <a:lnTo>
                    <a:pt x="4015" y="332"/>
                  </a:lnTo>
                  <a:lnTo>
                    <a:pt x="4017" y="326"/>
                  </a:lnTo>
                  <a:close/>
                  <a:moveTo>
                    <a:pt x="3970" y="279"/>
                  </a:moveTo>
                  <a:lnTo>
                    <a:pt x="3982" y="279"/>
                  </a:lnTo>
                  <a:lnTo>
                    <a:pt x="3982" y="291"/>
                  </a:lnTo>
                  <a:lnTo>
                    <a:pt x="3966" y="291"/>
                  </a:lnTo>
                  <a:lnTo>
                    <a:pt x="3966" y="283"/>
                  </a:lnTo>
                  <a:lnTo>
                    <a:pt x="3970" y="283"/>
                  </a:lnTo>
                  <a:lnTo>
                    <a:pt x="3970" y="279"/>
                  </a:lnTo>
                  <a:close/>
                  <a:moveTo>
                    <a:pt x="2699" y="246"/>
                  </a:moveTo>
                  <a:lnTo>
                    <a:pt x="2708" y="246"/>
                  </a:lnTo>
                  <a:lnTo>
                    <a:pt x="2704" y="251"/>
                  </a:lnTo>
                  <a:lnTo>
                    <a:pt x="2701" y="255"/>
                  </a:lnTo>
                  <a:lnTo>
                    <a:pt x="2697" y="258"/>
                  </a:lnTo>
                  <a:lnTo>
                    <a:pt x="2694" y="262"/>
                  </a:lnTo>
                  <a:lnTo>
                    <a:pt x="2688" y="265"/>
                  </a:lnTo>
                  <a:lnTo>
                    <a:pt x="2685" y="265"/>
                  </a:lnTo>
                  <a:lnTo>
                    <a:pt x="2685" y="267"/>
                  </a:lnTo>
                  <a:lnTo>
                    <a:pt x="2683" y="267"/>
                  </a:lnTo>
                  <a:lnTo>
                    <a:pt x="2680" y="267"/>
                  </a:lnTo>
                  <a:lnTo>
                    <a:pt x="2676" y="269"/>
                  </a:lnTo>
                  <a:lnTo>
                    <a:pt x="2673" y="256"/>
                  </a:lnTo>
                  <a:lnTo>
                    <a:pt x="2680" y="255"/>
                  </a:lnTo>
                  <a:lnTo>
                    <a:pt x="2687" y="251"/>
                  </a:lnTo>
                  <a:lnTo>
                    <a:pt x="2694" y="249"/>
                  </a:lnTo>
                  <a:lnTo>
                    <a:pt x="2699" y="246"/>
                  </a:lnTo>
                  <a:close/>
                  <a:moveTo>
                    <a:pt x="2554" y="241"/>
                  </a:moveTo>
                  <a:lnTo>
                    <a:pt x="2563" y="244"/>
                  </a:lnTo>
                  <a:lnTo>
                    <a:pt x="2573" y="248"/>
                  </a:lnTo>
                  <a:lnTo>
                    <a:pt x="2585" y="251"/>
                  </a:lnTo>
                  <a:lnTo>
                    <a:pt x="2592" y="256"/>
                  </a:lnTo>
                  <a:lnTo>
                    <a:pt x="2564" y="256"/>
                  </a:lnTo>
                  <a:lnTo>
                    <a:pt x="2561" y="255"/>
                  </a:lnTo>
                  <a:lnTo>
                    <a:pt x="2559" y="255"/>
                  </a:lnTo>
                  <a:lnTo>
                    <a:pt x="2556" y="253"/>
                  </a:lnTo>
                  <a:lnTo>
                    <a:pt x="2549" y="253"/>
                  </a:lnTo>
                  <a:lnTo>
                    <a:pt x="2549" y="249"/>
                  </a:lnTo>
                  <a:lnTo>
                    <a:pt x="2551" y="248"/>
                  </a:lnTo>
                  <a:lnTo>
                    <a:pt x="2552" y="246"/>
                  </a:lnTo>
                  <a:lnTo>
                    <a:pt x="2552" y="246"/>
                  </a:lnTo>
                  <a:lnTo>
                    <a:pt x="2552" y="244"/>
                  </a:lnTo>
                  <a:lnTo>
                    <a:pt x="2554" y="241"/>
                  </a:lnTo>
                  <a:close/>
                  <a:moveTo>
                    <a:pt x="2242" y="173"/>
                  </a:moveTo>
                  <a:lnTo>
                    <a:pt x="2266" y="173"/>
                  </a:lnTo>
                  <a:lnTo>
                    <a:pt x="2266" y="176"/>
                  </a:lnTo>
                  <a:lnTo>
                    <a:pt x="2261" y="178"/>
                  </a:lnTo>
                  <a:lnTo>
                    <a:pt x="2259" y="180"/>
                  </a:lnTo>
                  <a:lnTo>
                    <a:pt x="2256" y="181"/>
                  </a:lnTo>
                  <a:lnTo>
                    <a:pt x="2252" y="183"/>
                  </a:lnTo>
                  <a:lnTo>
                    <a:pt x="2247" y="183"/>
                  </a:lnTo>
                  <a:lnTo>
                    <a:pt x="2242" y="173"/>
                  </a:lnTo>
                  <a:close/>
                  <a:moveTo>
                    <a:pt x="2612" y="153"/>
                  </a:moveTo>
                  <a:lnTo>
                    <a:pt x="2610" y="155"/>
                  </a:lnTo>
                  <a:lnTo>
                    <a:pt x="2608" y="157"/>
                  </a:lnTo>
                  <a:lnTo>
                    <a:pt x="2606" y="157"/>
                  </a:lnTo>
                  <a:lnTo>
                    <a:pt x="2606" y="159"/>
                  </a:lnTo>
                  <a:lnTo>
                    <a:pt x="2605" y="160"/>
                  </a:lnTo>
                  <a:lnTo>
                    <a:pt x="2603" y="164"/>
                  </a:lnTo>
                  <a:lnTo>
                    <a:pt x="2606" y="164"/>
                  </a:lnTo>
                  <a:lnTo>
                    <a:pt x="2612" y="162"/>
                  </a:lnTo>
                  <a:lnTo>
                    <a:pt x="2615" y="160"/>
                  </a:lnTo>
                  <a:lnTo>
                    <a:pt x="2619" y="159"/>
                  </a:lnTo>
                  <a:lnTo>
                    <a:pt x="2622" y="157"/>
                  </a:lnTo>
                  <a:lnTo>
                    <a:pt x="2626" y="153"/>
                  </a:lnTo>
                  <a:lnTo>
                    <a:pt x="2612" y="153"/>
                  </a:lnTo>
                  <a:close/>
                  <a:moveTo>
                    <a:pt x="2362" y="153"/>
                  </a:moveTo>
                  <a:lnTo>
                    <a:pt x="2364" y="169"/>
                  </a:lnTo>
                  <a:lnTo>
                    <a:pt x="2366" y="188"/>
                  </a:lnTo>
                  <a:lnTo>
                    <a:pt x="2357" y="188"/>
                  </a:lnTo>
                  <a:lnTo>
                    <a:pt x="2355" y="190"/>
                  </a:lnTo>
                  <a:lnTo>
                    <a:pt x="2352" y="190"/>
                  </a:lnTo>
                  <a:lnTo>
                    <a:pt x="2348" y="190"/>
                  </a:lnTo>
                  <a:lnTo>
                    <a:pt x="2343" y="192"/>
                  </a:lnTo>
                  <a:lnTo>
                    <a:pt x="2341" y="178"/>
                  </a:lnTo>
                  <a:lnTo>
                    <a:pt x="2341" y="164"/>
                  </a:lnTo>
                  <a:lnTo>
                    <a:pt x="2343" y="157"/>
                  </a:lnTo>
                  <a:lnTo>
                    <a:pt x="2346" y="155"/>
                  </a:lnTo>
                  <a:lnTo>
                    <a:pt x="2350" y="153"/>
                  </a:lnTo>
                  <a:lnTo>
                    <a:pt x="2355" y="153"/>
                  </a:lnTo>
                  <a:lnTo>
                    <a:pt x="2362" y="153"/>
                  </a:lnTo>
                  <a:close/>
                  <a:moveTo>
                    <a:pt x="2353" y="119"/>
                  </a:moveTo>
                  <a:lnTo>
                    <a:pt x="2362" y="119"/>
                  </a:lnTo>
                  <a:lnTo>
                    <a:pt x="2360" y="126"/>
                  </a:lnTo>
                  <a:lnTo>
                    <a:pt x="2360" y="131"/>
                  </a:lnTo>
                  <a:lnTo>
                    <a:pt x="2360" y="136"/>
                  </a:lnTo>
                  <a:lnTo>
                    <a:pt x="2359" y="140"/>
                  </a:lnTo>
                  <a:lnTo>
                    <a:pt x="2357" y="145"/>
                  </a:lnTo>
                  <a:lnTo>
                    <a:pt x="2350" y="145"/>
                  </a:lnTo>
                  <a:lnTo>
                    <a:pt x="2350" y="138"/>
                  </a:lnTo>
                  <a:lnTo>
                    <a:pt x="2352" y="131"/>
                  </a:lnTo>
                  <a:lnTo>
                    <a:pt x="2352" y="124"/>
                  </a:lnTo>
                  <a:lnTo>
                    <a:pt x="2353" y="119"/>
                  </a:lnTo>
                  <a:close/>
                  <a:moveTo>
                    <a:pt x="4193" y="71"/>
                  </a:moveTo>
                  <a:lnTo>
                    <a:pt x="4202" y="84"/>
                  </a:lnTo>
                  <a:lnTo>
                    <a:pt x="4210" y="91"/>
                  </a:lnTo>
                  <a:lnTo>
                    <a:pt x="4221" y="94"/>
                  </a:lnTo>
                  <a:lnTo>
                    <a:pt x="4228" y="98"/>
                  </a:lnTo>
                  <a:lnTo>
                    <a:pt x="4235" y="103"/>
                  </a:lnTo>
                  <a:lnTo>
                    <a:pt x="4237" y="106"/>
                  </a:lnTo>
                  <a:lnTo>
                    <a:pt x="4238" y="110"/>
                  </a:lnTo>
                  <a:lnTo>
                    <a:pt x="4238" y="113"/>
                  </a:lnTo>
                  <a:lnTo>
                    <a:pt x="4238" y="119"/>
                  </a:lnTo>
                  <a:lnTo>
                    <a:pt x="4226" y="122"/>
                  </a:lnTo>
                  <a:lnTo>
                    <a:pt x="4217" y="129"/>
                  </a:lnTo>
                  <a:lnTo>
                    <a:pt x="4210" y="136"/>
                  </a:lnTo>
                  <a:lnTo>
                    <a:pt x="4200" y="141"/>
                  </a:lnTo>
                  <a:lnTo>
                    <a:pt x="4196" y="136"/>
                  </a:lnTo>
                  <a:lnTo>
                    <a:pt x="4193" y="134"/>
                  </a:lnTo>
                  <a:lnTo>
                    <a:pt x="4190" y="133"/>
                  </a:lnTo>
                  <a:lnTo>
                    <a:pt x="4186" y="134"/>
                  </a:lnTo>
                  <a:lnTo>
                    <a:pt x="4183" y="136"/>
                  </a:lnTo>
                  <a:lnTo>
                    <a:pt x="4181" y="140"/>
                  </a:lnTo>
                  <a:lnTo>
                    <a:pt x="4177" y="141"/>
                  </a:lnTo>
                  <a:lnTo>
                    <a:pt x="4183" y="162"/>
                  </a:lnTo>
                  <a:lnTo>
                    <a:pt x="4184" y="178"/>
                  </a:lnTo>
                  <a:lnTo>
                    <a:pt x="4184" y="190"/>
                  </a:lnTo>
                  <a:lnTo>
                    <a:pt x="4183" y="202"/>
                  </a:lnTo>
                  <a:lnTo>
                    <a:pt x="4179" y="215"/>
                  </a:lnTo>
                  <a:lnTo>
                    <a:pt x="4176" y="232"/>
                  </a:lnTo>
                  <a:lnTo>
                    <a:pt x="4174" y="253"/>
                  </a:lnTo>
                  <a:lnTo>
                    <a:pt x="4151" y="265"/>
                  </a:lnTo>
                  <a:lnTo>
                    <a:pt x="4125" y="277"/>
                  </a:lnTo>
                  <a:lnTo>
                    <a:pt x="4100" y="288"/>
                  </a:lnTo>
                  <a:lnTo>
                    <a:pt x="4095" y="279"/>
                  </a:lnTo>
                  <a:lnTo>
                    <a:pt x="4090" y="272"/>
                  </a:lnTo>
                  <a:lnTo>
                    <a:pt x="4088" y="279"/>
                  </a:lnTo>
                  <a:lnTo>
                    <a:pt x="4088" y="283"/>
                  </a:lnTo>
                  <a:lnTo>
                    <a:pt x="4087" y="288"/>
                  </a:lnTo>
                  <a:lnTo>
                    <a:pt x="4085" y="291"/>
                  </a:lnTo>
                  <a:lnTo>
                    <a:pt x="4080" y="291"/>
                  </a:lnTo>
                  <a:lnTo>
                    <a:pt x="4076" y="291"/>
                  </a:lnTo>
                  <a:lnTo>
                    <a:pt x="4074" y="293"/>
                  </a:lnTo>
                  <a:lnTo>
                    <a:pt x="4073" y="293"/>
                  </a:lnTo>
                  <a:lnTo>
                    <a:pt x="4071" y="295"/>
                  </a:lnTo>
                  <a:lnTo>
                    <a:pt x="4069" y="297"/>
                  </a:lnTo>
                  <a:lnTo>
                    <a:pt x="4064" y="297"/>
                  </a:lnTo>
                  <a:lnTo>
                    <a:pt x="4059" y="298"/>
                  </a:lnTo>
                  <a:lnTo>
                    <a:pt x="4057" y="295"/>
                  </a:lnTo>
                  <a:lnTo>
                    <a:pt x="4057" y="290"/>
                  </a:lnTo>
                  <a:lnTo>
                    <a:pt x="4057" y="288"/>
                  </a:lnTo>
                  <a:lnTo>
                    <a:pt x="4057" y="284"/>
                  </a:lnTo>
                  <a:lnTo>
                    <a:pt x="4057" y="283"/>
                  </a:lnTo>
                  <a:lnTo>
                    <a:pt x="4053" y="283"/>
                  </a:lnTo>
                  <a:lnTo>
                    <a:pt x="4050" y="281"/>
                  </a:lnTo>
                  <a:lnTo>
                    <a:pt x="4043" y="279"/>
                  </a:lnTo>
                  <a:lnTo>
                    <a:pt x="4043" y="283"/>
                  </a:lnTo>
                  <a:lnTo>
                    <a:pt x="4046" y="288"/>
                  </a:lnTo>
                  <a:lnTo>
                    <a:pt x="4050" y="290"/>
                  </a:lnTo>
                  <a:lnTo>
                    <a:pt x="4050" y="293"/>
                  </a:lnTo>
                  <a:lnTo>
                    <a:pt x="4050" y="298"/>
                  </a:lnTo>
                  <a:lnTo>
                    <a:pt x="4052" y="307"/>
                  </a:lnTo>
                  <a:lnTo>
                    <a:pt x="4046" y="312"/>
                  </a:lnTo>
                  <a:lnTo>
                    <a:pt x="4043" y="319"/>
                  </a:lnTo>
                  <a:lnTo>
                    <a:pt x="4039" y="326"/>
                  </a:lnTo>
                  <a:lnTo>
                    <a:pt x="4027" y="326"/>
                  </a:lnTo>
                  <a:lnTo>
                    <a:pt x="4025" y="312"/>
                  </a:lnTo>
                  <a:lnTo>
                    <a:pt x="4024" y="305"/>
                  </a:lnTo>
                  <a:lnTo>
                    <a:pt x="4020" y="298"/>
                  </a:lnTo>
                  <a:lnTo>
                    <a:pt x="4017" y="288"/>
                  </a:lnTo>
                  <a:lnTo>
                    <a:pt x="4027" y="288"/>
                  </a:lnTo>
                  <a:lnTo>
                    <a:pt x="4039" y="272"/>
                  </a:lnTo>
                  <a:lnTo>
                    <a:pt x="4055" y="258"/>
                  </a:lnTo>
                  <a:lnTo>
                    <a:pt x="4074" y="249"/>
                  </a:lnTo>
                  <a:lnTo>
                    <a:pt x="4081" y="248"/>
                  </a:lnTo>
                  <a:lnTo>
                    <a:pt x="4088" y="248"/>
                  </a:lnTo>
                  <a:lnTo>
                    <a:pt x="4094" y="249"/>
                  </a:lnTo>
                  <a:lnTo>
                    <a:pt x="4097" y="249"/>
                  </a:lnTo>
                  <a:lnTo>
                    <a:pt x="4100" y="249"/>
                  </a:lnTo>
                  <a:lnTo>
                    <a:pt x="4104" y="244"/>
                  </a:lnTo>
                  <a:lnTo>
                    <a:pt x="4107" y="239"/>
                  </a:lnTo>
                  <a:lnTo>
                    <a:pt x="4109" y="234"/>
                  </a:lnTo>
                  <a:lnTo>
                    <a:pt x="4111" y="230"/>
                  </a:lnTo>
                  <a:lnTo>
                    <a:pt x="4114" y="225"/>
                  </a:lnTo>
                  <a:lnTo>
                    <a:pt x="4120" y="222"/>
                  </a:lnTo>
                  <a:lnTo>
                    <a:pt x="4121" y="225"/>
                  </a:lnTo>
                  <a:lnTo>
                    <a:pt x="4123" y="227"/>
                  </a:lnTo>
                  <a:lnTo>
                    <a:pt x="4125" y="227"/>
                  </a:lnTo>
                  <a:lnTo>
                    <a:pt x="4125" y="227"/>
                  </a:lnTo>
                  <a:lnTo>
                    <a:pt x="4127" y="227"/>
                  </a:lnTo>
                  <a:lnTo>
                    <a:pt x="4128" y="225"/>
                  </a:lnTo>
                  <a:lnTo>
                    <a:pt x="4142" y="213"/>
                  </a:lnTo>
                  <a:lnTo>
                    <a:pt x="4151" y="202"/>
                  </a:lnTo>
                  <a:lnTo>
                    <a:pt x="4155" y="190"/>
                  </a:lnTo>
                  <a:lnTo>
                    <a:pt x="4158" y="176"/>
                  </a:lnTo>
                  <a:lnTo>
                    <a:pt x="4163" y="164"/>
                  </a:lnTo>
                  <a:lnTo>
                    <a:pt x="4174" y="148"/>
                  </a:lnTo>
                  <a:lnTo>
                    <a:pt x="4167" y="148"/>
                  </a:lnTo>
                  <a:lnTo>
                    <a:pt x="4162" y="145"/>
                  </a:lnTo>
                  <a:lnTo>
                    <a:pt x="4160" y="141"/>
                  </a:lnTo>
                  <a:lnTo>
                    <a:pt x="4158" y="138"/>
                  </a:lnTo>
                  <a:lnTo>
                    <a:pt x="4158" y="131"/>
                  </a:lnTo>
                  <a:lnTo>
                    <a:pt x="4158" y="122"/>
                  </a:lnTo>
                  <a:lnTo>
                    <a:pt x="4160" y="120"/>
                  </a:lnTo>
                  <a:lnTo>
                    <a:pt x="4160" y="120"/>
                  </a:lnTo>
                  <a:lnTo>
                    <a:pt x="4162" y="119"/>
                  </a:lnTo>
                  <a:lnTo>
                    <a:pt x="4162" y="117"/>
                  </a:lnTo>
                  <a:lnTo>
                    <a:pt x="4162" y="115"/>
                  </a:lnTo>
                  <a:lnTo>
                    <a:pt x="4169" y="113"/>
                  </a:lnTo>
                  <a:lnTo>
                    <a:pt x="4174" y="113"/>
                  </a:lnTo>
                  <a:lnTo>
                    <a:pt x="4177" y="112"/>
                  </a:lnTo>
                  <a:lnTo>
                    <a:pt x="4181" y="112"/>
                  </a:lnTo>
                  <a:lnTo>
                    <a:pt x="4181" y="94"/>
                  </a:lnTo>
                  <a:lnTo>
                    <a:pt x="4184" y="80"/>
                  </a:lnTo>
                  <a:lnTo>
                    <a:pt x="4193" y="71"/>
                  </a:lnTo>
                  <a:close/>
                  <a:moveTo>
                    <a:pt x="2414" y="68"/>
                  </a:moveTo>
                  <a:lnTo>
                    <a:pt x="2413" y="70"/>
                  </a:lnTo>
                  <a:lnTo>
                    <a:pt x="2411" y="70"/>
                  </a:lnTo>
                  <a:lnTo>
                    <a:pt x="2409" y="70"/>
                  </a:lnTo>
                  <a:lnTo>
                    <a:pt x="2409" y="71"/>
                  </a:lnTo>
                  <a:lnTo>
                    <a:pt x="2407" y="71"/>
                  </a:lnTo>
                  <a:lnTo>
                    <a:pt x="2404" y="75"/>
                  </a:lnTo>
                  <a:lnTo>
                    <a:pt x="2400" y="77"/>
                  </a:lnTo>
                  <a:lnTo>
                    <a:pt x="2400" y="78"/>
                  </a:lnTo>
                  <a:lnTo>
                    <a:pt x="2400" y="82"/>
                  </a:lnTo>
                  <a:lnTo>
                    <a:pt x="2400" y="85"/>
                  </a:lnTo>
                  <a:lnTo>
                    <a:pt x="2400" y="91"/>
                  </a:lnTo>
                  <a:lnTo>
                    <a:pt x="2414" y="105"/>
                  </a:lnTo>
                  <a:lnTo>
                    <a:pt x="2427" y="120"/>
                  </a:lnTo>
                  <a:lnTo>
                    <a:pt x="2439" y="138"/>
                  </a:lnTo>
                  <a:lnTo>
                    <a:pt x="2453" y="138"/>
                  </a:lnTo>
                  <a:lnTo>
                    <a:pt x="2453" y="148"/>
                  </a:lnTo>
                  <a:lnTo>
                    <a:pt x="2467" y="153"/>
                  </a:lnTo>
                  <a:lnTo>
                    <a:pt x="2477" y="160"/>
                  </a:lnTo>
                  <a:lnTo>
                    <a:pt x="2488" y="169"/>
                  </a:lnTo>
                  <a:lnTo>
                    <a:pt x="2488" y="173"/>
                  </a:lnTo>
                  <a:lnTo>
                    <a:pt x="2484" y="173"/>
                  </a:lnTo>
                  <a:lnTo>
                    <a:pt x="2481" y="173"/>
                  </a:lnTo>
                  <a:lnTo>
                    <a:pt x="2477" y="173"/>
                  </a:lnTo>
                  <a:lnTo>
                    <a:pt x="2475" y="173"/>
                  </a:lnTo>
                  <a:lnTo>
                    <a:pt x="2472" y="171"/>
                  </a:lnTo>
                  <a:lnTo>
                    <a:pt x="2467" y="169"/>
                  </a:lnTo>
                  <a:lnTo>
                    <a:pt x="2462" y="169"/>
                  </a:lnTo>
                  <a:lnTo>
                    <a:pt x="2462" y="174"/>
                  </a:lnTo>
                  <a:lnTo>
                    <a:pt x="2463" y="178"/>
                  </a:lnTo>
                  <a:lnTo>
                    <a:pt x="2465" y="181"/>
                  </a:lnTo>
                  <a:lnTo>
                    <a:pt x="2465" y="183"/>
                  </a:lnTo>
                  <a:lnTo>
                    <a:pt x="2467" y="187"/>
                  </a:lnTo>
                  <a:lnTo>
                    <a:pt x="2468" y="192"/>
                  </a:lnTo>
                  <a:lnTo>
                    <a:pt x="2463" y="195"/>
                  </a:lnTo>
                  <a:lnTo>
                    <a:pt x="2460" y="199"/>
                  </a:lnTo>
                  <a:lnTo>
                    <a:pt x="2456" y="204"/>
                  </a:lnTo>
                  <a:lnTo>
                    <a:pt x="2453" y="211"/>
                  </a:lnTo>
                  <a:lnTo>
                    <a:pt x="2442" y="211"/>
                  </a:lnTo>
                  <a:lnTo>
                    <a:pt x="2442" y="234"/>
                  </a:lnTo>
                  <a:lnTo>
                    <a:pt x="2434" y="234"/>
                  </a:lnTo>
                  <a:lnTo>
                    <a:pt x="2425" y="227"/>
                  </a:lnTo>
                  <a:lnTo>
                    <a:pt x="2414" y="223"/>
                  </a:lnTo>
                  <a:lnTo>
                    <a:pt x="2406" y="218"/>
                  </a:lnTo>
                  <a:lnTo>
                    <a:pt x="2400" y="206"/>
                  </a:lnTo>
                  <a:lnTo>
                    <a:pt x="2414" y="208"/>
                  </a:lnTo>
                  <a:lnTo>
                    <a:pt x="2428" y="206"/>
                  </a:lnTo>
                  <a:lnTo>
                    <a:pt x="2439" y="202"/>
                  </a:lnTo>
                  <a:lnTo>
                    <a:pt x="2446" y="195"/>
                  </a:lnTo>
                  <a:lnTo>
                    <a:pt x="2448" y="194"/>
                  </a:lnTo>
                  <a:lnTo>
                    <a:pt x="2448" y="192"/>
                  </a:lnTo>
                  <a:lnTo>
                    <a:pt x="2449" y="190"/>
                  </a:lnTo>
                  <a:lnTo>
                    <a:pt x="2449" y="187"/>
                  </a:lnTo>
                  <a:lnTo>
                    <a:pt x="2449" y="183"/>
                  </a:lnTo>
                  <a:lnTo>
                    <a:pt x="2423" y="164"/>
                  </a:lnTo>
                  <a:lnTo>
                    <a:pt x="2395" y="145"/>
                  </a:lnTo>
                  <a:lnTo>
                    <a:pt x="2386" y="134"/>
                  </a:lnTo>
                  <a:lnTo>
                    <a:pt x="2378" y="124"/>
                  </a:lnTo>
                  <a:lnTo>
                    <a:pt x="2371" y="112"/>
                  </a:lnTo>
                  <a:lnTo>
                    <a:pt x="2360" y="101"/>
                  </a:lnTo>
                  <a:lnTo>
                    <a:pt x="2346" y="96"/>
                  </a:lnTo>
                  <a:lnTo>
                    <a:pt x="2334" y="106"/>
                  </a:lnTo>
                  <a:lnTo>
                    <a:pt x="2318" y="115"/>
                  </a:lnTo>
                  <a:lnTo>
                    <a:pt x="2299" y="119"/>
                  </a:lnTo>
                  <a:lnTo>
                    <a:pt x="2297" y="115"/>
                  </a:lnTo>
                  <a:lnTo>
                    <a:pt x="2296" y="112"/>
                  </a:lnTo>
                  <a:lnTo>
                    <a:pt x="2294" y="110"/>
                  </a:lnTo>
                  <a:lnTo>
                    <a:pt x="2290" y="110"/>
                  </a:lnTo>
                  <a:lnTo>
                    <a:pt x="2289" y="110"/>
                  </a:lnTo>
                  <a:lnTo>
                    <a:pt x="2285" y="112"/>
                  </a:lnTo>
                  <a:lnTo>
                    <a:pt x="2276" y="119"/>
                  </a:lnTo>
                  <a:lnTo>
                    <a:pt x="2273" y="129"/>
                  </a:lnTo>
                  <a:lnTo>
                    <a:pt x="2271" y="140"/>
                  </a:lnTo>
                  <a:lnTo>
                    <a:pt x="2266" y="148"/>
                  </a:lnTo>
                  <a:lnTo>
                    <a:pt x="2247" y="148"/>
                  </a:lnTo>
                  <a:lnTo>
                    <a:pt x="2240" y="157"/>
                  </a:lnTo>
                  <a:lnTo>
                    <a:pt x="2235" y="167"/>
                  </a:lnTo>
                  <a:lnTo>
                    <a:pt x="2231" y="180"/>
                  </a:lnTo>
                  <a:lnTo>
                    <a:pt x="2229" y="181"/>
                  </a:lnTo>
                  <a:lnTo>
                    <a:pt x="2229" y="185"/>
                  </a:lnTo>
                  <a:lnTo>
                    <a:pt x="2231" y="187"/>
                  </a:lnTo>
                  <a:lnTo>
                    <a:pt x="2233" y="188"/>
                  </a:lnTo>
                  <a:lnTo>
                    <a:pt x="2236" y="192"/>
                  </a:lnTo>
                  <a:lnTo>
                    <a:pt x="2238" y="195"/>
                  </a:lnTo>
                  <a:lnTo>
                    <a:pt x="2233" y="195"/>
                  </a:lnTo>
                  <a:lnTo>
                    <a:pt x="2231" y="197"/>
                  </a:lnTo>
                  <a:lnTo>
                    <a:pt x="2229" y="197"/>
                  </a:lnTo>
                  <a:lnTo>
                    <a:pt x="2228" y="199"/>
                  </a:lnTo>
                  <a:lnTo>
                    <a:pt x="2226" y="201"/>
                  </a:lnTo>
                  <a:lnTo>
                    <a:pt x="2222" y="202"/>
                  </a:lnTo>
                  <a:lnTo>
                    <a:pt x="2222" y="206"/>
                  </a:lnTo>
                  <a:lnTo>
                    <a:pt x="2222" y="206"/>
                  </a:lnTo>
                  <a:lnTo>
                    <a:pt x="2222" y="208"/>
                  </a:lnTo>
                  <a:lnTo>
                    <a:pt x="2222" y="208"/>
                  </a:lnTo>
                  <a:lnTo>
                    <a:pt x="2222" y="209"/>
                  </a:lnTo>
                  <a:lnTo>
                    <a:pt x="2222" y="215"/>
                  </a:lnTo>
                  <a:lnTo>
                    <a:pt x="2210" y="216"/>
                  </a:lnTo>
                  <a:lnTo>
                    <a:pt x="2205" y="220"/>
                  </a:lnTo>
                  <a:lnTo>
                    <a:pt x="2201" y="223"/>
                  </a:lnTo>
                  <a:lnTo>
                    <a:pt x="2198" y="229"/>
                  </a:lnTo>
                  <a:lnTo>
                    <a:pt x="2193" y="234"/>
                  </a:lnTo>
                  <a:lnTo>
                    <a:pt x="2187" y="236"/>
                  </a:lnTo>
                  <a:lnTo>
                    <a:pt x="2184" y="236"/>
                  </a:lnTo>
                  <a:lnTo>
                    <a:pt x="2179" y="234"/>
                  </a:lnTo>
                  <a:lnTo>
                    <a:pt x="2175" y="232"/>
                  </a:lnTo>
                  <a:lnTo>
                    <a:pt x="2172" y="230"/>
                  </a:lnTo>
                  <a:lnTo>
                    <a:pt x="2170" y="230"/>
                  </a:lnTo>
                  <a:lnTo>
                    <a:pt x="2167" y="232"/>
                  </a:lnTo>
                  <a:lnTo>
                    <a:pt x="2163" y="234"/>
                  </a:lnTo>
                  <a:lnTo>
                    <a:pt x="2160" y="236"/>
                  </a:lnTo>
                  <a:lnTo>
                    <a:pt x="2154" y="237"/>
                  </a:lnTo>
                  <a:lnTo>
                    <a:pt x="2154" y="246"/>
                  </a:lnTo>
                  <a:lnTo>
                    <a:pt x="2203" y="253"/>
                  </a:lnTo>
                  <a:lnTo>
                    <a:pt x="2217" y="246"/>
                  </a:lnTo>
                  <a:lnTo>
                    <a:pt x="2231" y="237"/>
                  </a:lnTo>
                  <a:lnTo>
                    <a:pt x="2242" y="230"/>
                  </a:lnTo>
                  <a:lnTo>
                    <a:pt x="2257" y="227"/>
                  </a:lnTo>
                  <a:lnTo>
                    <a:pt x="2280" y="223"/>
                  </a:lnTo>
                  <a:lnTo>
                    <a:pt x="2304" y="222"/>
                  </a:lnTo>
                  <a:lnTo>
                    <a:pt x="2331" y="222"/>
                  </a:lnTo>
                  <a:lnTo>
                    <a:pt x="2353" y="222"/>
                  </a:lnTo>
                  <a:lnTo>
                    <a:pt x="2372" y="223"/>
                  </a:lnTo>
                  <a:lnTo>
                    <a:pt x="2381" y="225"/>
                  </a:lnTo>
                  <a:lnTo>
                    <a:pt x="2385" y="225"/>
                  </a:lnTo>
                  <a:lnTo>
                    <a:pt x="2379" y="241"/>
                  </a:lnTo>
                  <a:lnTo>
                    <a:pt x="2376" y="258"/>
                  </a:lnTo>
                  <a:lnTo>
                    <a:pt x="2372" y="276"/>
                  </a:lnTo>
                  <a:lnTo>
                    <a:pt x="2378" y="279"/>
                  </a:lnTo>
                  <a:lnTo>
                    <a:pt x="2379" y="283"/>
                  </a:lnTo>
                  <a:lnTo>
                    <a:pt x="2383" y="286"/>
                  </a:lnTo>
                  <a:lnTo>
                    <a:pt x="2385" y="288"/>
                  </a:lnTo>
                  <a:lnTo>
                    <a:pt x="2388" y="291"/>
                  </a:lnTo>
                  <a:lnTo>
                    <a:pt x="2400" y="295"/>
                  </a:lnTo>
                  <a:lnTo>
                    <a:pt x="2414" y="295"/>
                  </a:lnTo>
                  <a:lnTo>
                    <a:pt x="2428" y="297"/>
                  </a:lnTo>
                  <a:lnTo>
                    <a:pt x="2442" y="304"/>
                  </a:lnTo>
                  <a:lnTo>
                    <a:pt x="2446" y="318"/>
                  </a:lnTo>
                  <a:lnTo>
                    <a:pt x="2453" y="321"/>
                  </a:lnTo>
                  <a:lnTo>
                    <a:pt x="2463" y="325"/>
                  </a:lnTo>
                  <a:lnTo>
                    <a:pt x="2477" y="328"/>
                  </a:lnTo>
                  <a:lnTo>
                    <a:pt x="2489" y="332"/>
                  </a:lnTo>
                  <a:lnTo>
                    <a:pt x="2496" y="333"/>
                  </a:lnTo>
                  <a:lnTo>
                    <a:pt x="2498" y="323"/>
                  </a:lnTo>
                  <a:lnTo>
                    <a:pt x="2502" y="314"/>
                  </a:lnTo>
                  <a:lnTo>
                    <a:pt x="2505" y="305"/>
                  </a:lnTo>
                  <a:lnTo>
                    <a:pt x="2516" y="298"/>
                  </a:lnTo>
                  <a:lnTo>
                    <a:pt x="2531" y="295"/>
                  </a:lnTo>
                  <a:lnTo>
                    <a:pt x="2545" y="298"/>
                  </a:lnTo>
                  <a:lnTo>
                    <a:pt x="2559" y="305"/>
                  </a:lnTo>
                  <a:lnTo>
                    <a:pt x="2573" y="311"/>
                  </a:lnTo>
                  <a:lnTo>
                    <a:pt x="2580" y="312"/>
                  </a:lnTo>
                  <a:lnTo>
                    <a:pt x="2594" y="314"/>
                  </a:lnTo>
                  <a:lnTo>
                    <a:pt x="2608" y="318"/>
                  </a:lnTo>
                  <a:lnTo>
                    <a:pt x="2622" y="319"/>
                  </a:lnTo>
                  <a:lnTo>
                    <a:pt x="2633" y="321"/>
                  </a:lnTo>
                  <a:lnTo>
                    <a:pt x="2638" y="323"/>
                  </a:lnTo>
                  <a:lnTo>
                    <a:pt x="2641" y="321"/>
                  </a:lnTo>
                  <a:lnTo>
                    <a:pt x="2643" y="318"/>
                  </a:lnTo>
                  <a:lnTo>
                    <a:pt x="2645" y="316"/>
                  </a:lnTo>
                  <a:lnTo>
                    <a:pt x="2648" y="312"/>
                  </a:lnTo>
                  <a:lnTo>
                    <a:pt x="2652" y="311"/>
                  </a:lnTo>
                  <a:lnTo>
                    <a:pt x="2655" y="311"/>
                  </a:lnTo>
                  <a:lnTo>
                    <a:pt x="2660" y="311"/>
                  </a:lnTo>
                  <a:lnTo>
                    <a:pt x="2673" y="314"/>
                  </a:lnTo>
                  <a:lnTo>
                    <a:pt x="2683" y="319"/>
                  </a:lnTo>
                  <a:lnTo>
                    <a:pt x="2695" y="318"/>
                  </a:lnTo>
                  <a:lnTo>
                    <a:pt x="2708" y="314"/>
                  </a:lnTo>
                  <a:lnTo>
                    <a:pt x="2709" y="300"/>
                  </a:lnTo>
                  <a:lnTo>
                    <a:pt x="2716" y="283"/>
                  </a:lnTo>
                  <a:lnTo>
                    <a:pt x="2722" y="267"/>
                  </a:lnTo>
                  <a:lnTo>
                    <a:pt x="2725" y="253"/>
                  </a:lnTo>
                  <a:lnTo>
                    <a:pt x="2722" y="241"/>
                  </a:lnTo>
                  <a:lnTo>
                    <a:pt x="2720" y="237"/>
                  </a:lnTo>
                  <a:lnTo>
                    <a:pt x="2720" y="234"/>
                  </a:lnTo>
                  <a:lnTo>
                    <a:pt x="2718" y="232"/>
                  </a:lnTo>
                  <a:lnTo>
                    <a:pt x="2716" y="230"/>
                  </a:lnTo>
                  <a:lnTo>
                    <a:pt x="2713" y="230"/>
                  </a:lnTo>
                  <a:lnTo>
                    <a:pt x="2709" y="230"/>
                  </a:lnTo>
                  <a:lnTo>
                    <a:pt x="2702" y="230"/>
                  </a:lnTo>
                  <a:lnTo>
                    <a:pt x="2694" y="237"/>
                  </a:lnTo>
                  <a:lnTo>
                    <a:pt x="2687" y="239"/>
                  </a:lnTo>
                  <a:lnTo>
                    <a:pt x="2680" y="237"/>
                  </a:lnTo>
                  <a:lnTo>
                    <a:pt x="2673" y="234"/>
                  </a:lnTo>
                  <a:lnTo>
                    <a:pt x="2664" y="230"/>
                  </a:lnTo>
                  <a:lnTo>
                    <a:pt x="2659" y="229"/>
                  </a:lnTo>
                  <a:lnTo>
                    <a:pt x="2655" y="230"/>
                  </a:lnTo>
                  <a:lnTo>
                    <a:pt x="2650" y="232"/>
                  </a:lnTo>
                  <a:lnTo>
                    <a:pt x="2648" y="236"/>
                  </a:lnTo>
                  <a:lnTo>
                    <a:pt x="2645" y="239"/>
                  </a:lnTo>
                  <a:lnTo>
                    <a:pt x="2641" y="241"/>
                  </a:lnTo>
                  <a:lnTo>
                    <a:pt x="2626" y="237"/>
                  </a:lnTo>
                  <a:lnTo>
                    <a:pt x="2610" y="227"/>
                  </a:lnTo>
                  <a:lnTo>
                    <a:pt x="2598" y="211"/>
                  </a:lnTo>
                  <a:lnTo>
                    <a:pt x="2592" y="195"/>
                  </a:lnTo>
                  <a:lnTo>
                    <a:pt x="2592" y="192"/>
                  </a:lnTo>
                  <a:lnTo>
                    <a:pt x="2592" y="188"/>
                  </a:lnTo>
                  <a:lnTo>
                    <a:pt x="2592" y="185"/>
                  </a:lnTo>
                  <a:lnTo>
                    <a:pt x="2592" y="181"/>
                  </a:lnTo>
                  <a:lnTo>
                    <a:pt x="2592" y="178"/>
                  </a:lnTo>
                  <a:lnTo>
                    <a:pt x="2594" y="174"/>
                  </a:lnTo>
                  <a:lnTo>
                    <a:pt x="2596" y="169"/>
                  </a:lnTo>
                  <a:lnTo>
                    <a:pt x="2592" y="166"/>
                  </a:lnTo>
                  <a:lnTo>
                    <a:pt x="2589" y="164"/>
                  </a:lnTo>
                  <a:lnTo>
                    <a:pt x="2587" y="162"/>
                  </a:lnTo>
                  <a:lnTo>
                    <a:pt x="2585" y="160"/>
                  </a:lnTo>
                  <a:lnTo>
                    <a:pt x="2582" y="159"/>
                  </a:lnTo>
                  <a:lnTo>
                    <a:pt x="2577" y="157"/>
                  </a:lnTo>
                  <a:lnTo>
                    <a:pt x="2575" y="155"/>
                  </a:lnTo>
                  <a:lnTo>
                    <a:pt x="2573" y="155"/>
                  </a:lnTo>
                  <a:lnTo>
                    <a:pt x="2571" y="153"/>
                  </a:lnTo>
                  <a:lnTo>
                    <a:pt x="2568" y="153"/>
                  </a:lnTo>
                  <a:lnTo>
                    <a:pt x="2564" y="153"/>
                  </a:lnTo>
                  <a:lnTo>
                    <a:pt x="2564" y="157"/>
                  </a:lnTo>
                  <a:lnTo>
                    <a:pt x="2561" y="157"/>
                  </a:lnTo>
                  <a:lnTo>
                    <a:pt x="2561" y="162"/>
                  </a:lnTo>
                  <a:lnTo>
                    <a:pt x="2563" y="166"/>
                  </a:lnTo>
                  <a:lnTo>
                    <a:pt x="2563" y="167"/>
                  </a:lnTo>
                  <a:lnTo>
                    <a:pt x="2563" y="169"/>
                  </a:lnTo>
                  <a:lnTo>
                    <a:pt x="2561" y="171"/>
                  </a:lnTo>
                  <a:lnTo>
                    <a:pt x="2559" y="171"/>
                  </a:lnTo>
                  <a:lnTo>
                    <a:pt x="2556" y="171"/>
                  </a:lnTo>
                  <a:lnTo>
                    <a:pt x="2549" y="173"/>
                  </a:lnTo>
                  <a:lnTo>
                    <a:pt x="2547" y="169"/>
                  </a:lnTo>
                  <a:lnTo>
                    <a:pt x="2545" y="167"/>
                  </a:lnTo>
                  <a:lnTo>
                    <a:pt x="2545" y="166"/>
                  </a:lnTo>
                  <a:lnTo>
                    <a:pt x="2542" y="164"/>
                  </a:lnTo>
                  <a:lnTo>
                    <a:pt x="2542" y="169"/>
                  </a:lnTo>
                  <a:lnTo>
                    <a:pt x="2551" y="180"/>
                  </a:lnTo>
                  <a:lnTo>
                    <a:pt x="2558" y="195"/>
                  </a:lnTo>
                  <a:lnTo>
                    <a:pt x="2561" y="211"/>
                  </a:lnTo>
                  <a:lnTo>
                    <a:pt x="2556" y="215"/>
                  </a:lnTo>
                  <a:lnTo>
                    <a:pt x="2552" y="216"/>
                  </a:lnTo>
                  <a:lnTo>
                    <a:pt x="2551" y="220"/>
                  </a:lnTo>
                  <a:lnTo>
                    <a:pt x="2549" y="223"/>
                  </a:lnTo>
                  <a:lnTo>
                    <a:pt x="2549" y="225"/>
                  </a:lnTo>
                  <a:lnTo>
                    <a:pt x="2547" y="229"/>
                  </a:lnTo>
                  <a:lnTo>
                    <a:pt x="2545" y="230"/>
                  </a:lnTo>
                  <a:lnTo>
                    <a:pt x="2540" y="232"/>
                  </a:lnTo>
                  <a:lnTo>
                    <a:pt x="2535" y="234"/>
                  </a:lnTo>
                  <a:lnTo>
                    <a:pt x="2533" y="232"/>
                  </a:lnTo>
                  <a:lnTo>
                    <a:pt x="2531" y="232"/>
                  </a:lnTo>
                  <a:lnTo>
                    <a:pt x="2531" y="232"/>
                  </a:lnTo>
                  <a:lnTo>
                    <a:pt x="2530" y="230"/>
                  </a:lnTo>
                  <a:lnTo>
                    <a:pt x="2526" y="230"/>
                  </a:lnTo>
                  <a:lnTo>
                    <a:pt x="2510" y="183"/>
                  </a:lnTo>
                  <a:lnTo>
                    <a:pt x="2507" y="181"/>
                  </a:lnTo>
                  <a:lnTo>
                    <a:pt x="2503" y="178"/>
                  </a:lnTo>
                  <a:lnTo>
                    <a:pt x="2498" y="174"/>
                  </a:lnTo>
                  <a:lnTo>
                    <a:pt x="2495" y="173"/>
                  </a:lnTo>
                  <a:lnTo>
                    <a:pt x="2491" y="169"/>
                  </a:lnTo>
                  <a:lnTo>
                    <a:pt x="2489" y="159"/>
                  </a:lnTo>
                  <a:lnTo>
                    <a:pt x="2491" y="150"/>
                  </a:lnTo>
                  <a:lnTo>
                    <a:pt x="2493" y="143"/>
                  </a:lnTo>
                  <a:lnTo>
                    <a:pt x="2493" y="136"/>
                  </a:lnTo>
                  <a:lnTo>
                    <a:pt x="2488" y="131"/>
                  </a:lnTo>
                  <a:lnTo>
                    <a:pt x="2475" y="122"/>
                  </a:lnTo>
                  <a:lnTo>
                    <a:pt x="2465" y="117"/>
                  </a:lnTo>
                  <a:lnTo>
                    <a:pt x="2456" y="115"/>
                  </a:lnTo>
                  <a:lnTo>
                    <a:pt x="2448" y="110"/>
                  </a:lnTo>
                  <a:lnTo>
                    <a:pt x="2441" y="99"/>
                  </a:lnTo>
                  <a:lnTo>
                    <a:pt x="2434" y="80"/>
                  </a:lnTo>
                  <a:lnTo>
                    <a:pt x="2420" y="84"/>
                  </a:lnTo>
                  <a:lnTo>
                    <a:pt x="2418" y="78"/>
                  </a:lnTo>
                  <a:lnTo>
                    <a:pt x="2418" y="75"/>
                  </a:lnTo>
                  <a:lnTo>
                    <a:pt x="2416" y="71"/>
                  </a:lnTo>
                  <a:lnTo>
                    <a:pt x="2414" y="68"/>
                  </a:lnTo>
                  <a:close/>
                  <a:moveTo>
                    <a:pt x="1217" y="64"/>
                  </a:moveTo>
                  <a:lnTo>
                    <a:pt x="1215" y="68"/>
                  </a:lnTo>
                  <a:lnTo>
                    <a:pt x="1212" y="71"/>
                  </a:lnTo>
                  <a:lnTo>
                    <a:pt x="1210" y="73"/>
                  </a:lnTo>
                  <a:lnTo>
                    <a:pt x="1208" y="75"/>
                  </a:lnTo>
                  <a:lnTo>
                    <a:pt x="1208" y="77"/>
                  </a:lnTo>
                  <a:lnTo>
                    <a:pt x="1210" y="78"/>
                  </a:lnTo>
                  <a:lnTo>
                    <a:pt x="1214" y="80"/>
                  </a:lnTo>
                  <a:lnTo>
                    <a:pt x="1215" y="75"/>
                  </a:lnTo>
                  <a:lnTo>
                    <a:pt x="1215" y="73"/>
                  </a:lnTo>
                  <a:lnTo>
                    <a:pt x="1217" y="70"/>
                  </a:lnTo>
                  <a:lnTo>
                    <a:pt x="1219" y="68"/>
                  </a:lnTo>
                  <a:lnTo>
                    <a:pt x="1220" y="64"/>
                  </a:lnTo>
                  <a:lnTo>
                    <a:pt x="1217" y="64"/>
                  </a:lnTo>
                  <a:close/>
                  <a:moveTo>
                    <a:pt x="2654" y="49"/>
                  </a:moveTo>
                  <a:lnTo>
                    <a:pt x="2650" y="57"/>
                  </a:lnTo>
                  <a:lnTo>
                    <a:pt x="2643" y="70"/>
                  </a:lnTo>
                  <a:lnTo>
                    <a:pt x="2634" y="84"/>
                  </a:lnTo>
                  <a:lnTo>
                    <a:pt x="2626" y="98"/>
                  </a:lnTo>
                  <a:lnTo>
                    <a:pt x="2619" y="110"/>
                  </a:lnTo>
                  <a:lnTo>
                    <a:pt x="2615" y="120"/>
                  </a:lnTo>
                  <a:lnTo>
                    <a:pt x="2615" y="126"/>
                  </a:lnTo>
                  <a:lnTo>
                    <a:pt x="2617" y="133"/>
                  </a:lnTo>
                  <a:lnTo>
                    <a:pt x="2617" y="136"/>
                  </a:lnTo>
                  <a:lnTo>
                    <a:pt x="2619" y="140"/>
                  </a:lnTo>
                  <a:lnTo>
                    <a:pt x="2622" y="141"/>
                  </a:lnTo>
                  <a:lnTo>
                    <a:pt x="2626" y="143"/>
                  </a:lnTo>
                  <a:lnTo>
                    <a:pt x="2631" y="145"/>
                  </a:lnTo>
                  <a:lnTo>
                    <a:pt x="2645" y="150"/>
                  </a:lnTo>
                  <a:lnTo>
                    <a:pt x="2659" y="148"/>
                  </a:lnTo>
                  <a:lnTo>
                    <a:pt x="2671" y="143"/>
                  </a:lnTo>
                  <a:lnTo>
                    <a:pt x="2685" y="136"/>
                  </a:lnTo>
                  <a:lnTo>
                    <a:pt x="2699" y="134"/>
                  </a:lnTo>
                  <a:lnTo>
                    <a:pt x="2713" y="134"/>
                  </a:lnTo>
                  <a:lnTo>
                    <a:pt x="2722" y="140"/>
                  </a:lnTo>
                  <a:lnTo>
                    <a:pt x="2729" y="145"/>
                  </a:lnTo>
                  <a:lnTo>
                    <a:pt x="2737" y="148"/>
                  </a:lnTo>
                  <a:lnTo>
                    <a:pt x="2758" y="152"/>
                  </a:lnTo>
                  <a:lnTo>
                    <a:pt x="2779" y="150"/>
                  </a:lnTo>
                  <a:lnTo>
                    <a:pt x="2798" y="145"/>
                  </a:lnTo>
                  <a:lnTo>
                    <a:pt x="2804" y="134"/>
                  </a:lnTo>
                  <a:lnTo>
                    <a:pt x="2798" y="134"/>
                  </a:lnTo>
                  <a:lnTo>
                    <a:pt x="2790" y="120"/>
                  </a:lnTo>
                  <a:lnTo>
                    <a:pt x="2776" y="108"/>
                  </a:lnTo>
                  <a:lnTo>
                    <a:pt x="2756" y="96"/>
                  </a:lnTo>
                  <a:lnTo>
                    <a:pt x="2737" y="85"/>
                  </a:lnTo>
                  <a:lnTo>
                    <a:pt x="2722" y="80"/>
                  </a:lnTo>
                  <a:lnTo>
                    <a:pt x="2713" y="87"/>
                  </a:lnTo>
                  <a:lnTo>
                    <a:pt x="2701" y="92"/>
                  </a:lnTo>
                  <a:lnTo>
                    <a:pt x="2692" y="91"/>
                  </a:lnTo>
                  <a:lnTo>
                    <a:pt x="2687" y="84"/>
                  </a:lnTo>
                  <a:lnTo>
                    <a:pt x="2680" y="77"/>
                  </a:lnTo>
                  <a:lnTo>
                    <a:pt x="2676" y="68"/>
                  </a:lnTo>
                  <a:lnTo>
                    <a:pt x="2688" y="64"/>
                  </a:lnTo>
                  <a:lnTo>
                    <a:pt x="2687" y="63"/>
                  </a:lnTo>
                  <a:lnTo>
                    <a:pt x="2685" y="63"/>
                  </a:lnTo>
                  <a:lnTo>
                    <a:pt x="2685" y="63"/>
                  </a:lnTo>
                  <a:lnTo>
                    <a:pt x="2683" y="63"/>
                  </a:lnTo>
                  <a:lnTo>
                    <a:pt x="2680" y="61"/>
                  </a:lnTo>
                  <a:lnTo>
                    <a:pt x="2674" y="56"/>
                  </a:lnTo>
                  <a:lnTo>
                    <a:pt x="2669" y="54"/>
                  </a:lnTo>
                  <a:lnTo>
                    <a:pt x="2662" y="51"/>
                  </a:lnTo>
                  <a:lnTo>
                    <a:pt x="2654" y="49"/>
                  </a:lnTo>
                  <a:close/>
                  <a:moveTo>
                    <a:pt x="2933" y="45"/>
                  </a:moveTo>
                  <a:lnTo>
                    <a:pt x="2922" y="54"/>
                  </a:lnTo>
                  <a:lnTo>
                    <a:pt x="2910" y="59"/>
                  </a:lnTo>
                  <a:lnTo>
                    <a:pt x="2898" y="64"/>
                  </a:lnTo>
                  <a:lnTo>
                    <a:pt x="2887" y="73"/>
                  </a:lnTo>
                  <a:lnTo>
                    <a:pt x="2880" y="84"/>
                  </a:lnTo>
                  <a:lnTo>
                    <a:pt x="2877" y="99"/>
                  </a:lnTo>
                  <a:lnTo>
                    <a:pt x="2882" y="115"/>
                  </a:lnTo>
                  <a:lnTo>
                    <a:pt x="2893" y="131"/>
                  </a:lnTo>
                  <a:lnTo>
                    <a:pt x="2903" y="147"/>
                  </a:lnTo>
                  <a:lnTo>
                    <a:pt x="2915" y="160"/>
                  </a:lnTo>
                  <a:lnTo>
                    <a:pt x="2922" y="173"/>
                  </a:lnTo>
                  <a:lnTo>
                    <a:pt x="2910" y="173"/>
                  </a:lnTo>
                  <a:lnTo>
                    <a:pt x="2910" y="195"/>
                  </a:lnTo>
                  <a:lnTo>
                    <a:pt x="2914" y="211"/>
                  </a:lnTo>
                  <a:lnTo>
                    <a:pt x="2924" y="220"/>
                  </a:lnTo>
                  <a:lnTo>
                    <a:pt x="2942" y="223"/>
                  </a:lnTo>
                  <a:lnTo>
                    <a:pt x="2968" y="222"/>
                  </a:lnTo>
                  <a:lnTo>
                    <a:pt x="2966" y="202"/>
                  </a:lnTo>
                  <a:lnTo>
                    <a:pt x="2962" y="190"/>
                  </a:lnTo>
                  <a:lnTo>
                    <a:pt x="2957" y="180"/>
                  </a:lnTo>
                  <a:lnTo>
                    <a:pt x="2955" y="169"/>
                  </a:lnTo>
                  <a:lnTo>
                    <a:pt x="2957" y="153"/>
                  </a:lnTo>
                  <a:lnTo>
                    <a:pt x="2961" y="155"/>
                  </a:lnTo>
                  <a:lnTo>
                    <a:pt x="2964" y="155"/>
                  </a:lnTo>
                  <a:lnTo>
                    <a:pt x="2968" y="155"/>
                  </a:lnTo>
                  <a:lnTo>
                    <a:pt x="2971" y="155"/>
                  </a:lnTo>
                  <a:lnTo>
                    <a:pt x="2976" y="153"/>
                  </a:lnTo>
                  <a:lnTo>
                    <a:pt x="2973" y="150"/>
                  </a:lnTo>
                  <a:lnTo>
                    <a:pt x="2969" y="148"/>
                  </a:lnTo>
                  <a:lnTo>
                    <a:pt x="2968" y="147"/>
                  </a:lnTo>
                  <a:lnTo>
                    <a:pt x="2964" y="143"/>
                  </a:lnTo>
                  <a:lnTo>
                    <a:pt x="2961" y="141"/>
                  </a:lnTo>
                  <a:lnTo>
                    <a:pt x="2959" y="143"/>
                  </a:lnTo>
                  <a:lnTo>
                    <a:pt x="2959" y="147"/>
                  </a:lnTo>
                  <a:lnTo>
                    <a:pt x="2957" y="150"/>
                  </a:lnTo>
                  <a:lnTo>
                    <a:pt x="2957" y="152"/>
                  </a:lnTo>
                  <a:lnTo>
                    <a:pt x="2955" y="153"/>
                  </a:lnTo>
                  <a:lnTo>
                    <a:pt x="2954" y="152"/>
                  </a:lnTo>
                  <a:lnTo>
                    <a:pt x="2952" y="148"/>
                  </a:lnTo>
                  <a:lnTo>
                    <a:pt x="2947" y="140"/>
                  </a:lnTo>
                  <a:lnTo>
                    <a:pt x="2942" y="131"/>
                  </a:lnTo>
                  <a:lnTo>
                    <a:pt x="2943" y="127"/>
                  </a:lnTo>
                  <a:lnTo>
                    <a:pt x="2945" y="127"/>
                  </a:lnTo>
                  <a:lnTo>
                    <a:pt x="2947" y="126"/>
                  </a:lnTo>
                  <a:lnTo>
                    <a:pt x="2948" y="122"/>
                  </a:lnTo>
                  <a:lnTo>
                    <a:pt x="2933" y="113"/>
                  </a:lnTo>
                  <a:lnTo>
                    <a:pt x="2921" y="99"/>
                  </a:lnTo>
                  <a:lnTo>
                    <a:pt x="2914" y="84"/>
                  </a:lnTo>
                  <a:lnTo>
                    <a:pt x="2933" y="82"/>
                  </a:lnTo>
                  <a:lnTo>
                    <a:pt x="2947" y="77"/>
                  </a:lnTo>
                  <a:lnTo>
                    <a:pt x="2954" y="64"/>
                  </a:lnTo>
                  <a:lnTo>
                    <a:pt x="2957" y="49"/>
                  </a:lnTo>
                  <a:lnTo>
                    <a:pt x="2952" y="47"/>
                  </a:lnTo>
                  <a:lnTo>
                    <a:pt x="2947" y="47"/>
                  </a:lnTo>
                  <a:lnTo>
                    <a:pt x="2942" y="45"/>
                  </a:lnTo>
                  <a:lnTo>
                    <a:pt x="2933" y="45"/>
                  </a:lnTo>
                  <a:close/>
                  <a:moveTo>
                    <a:pt x="2746" y="42"/>
                  </a:moveTo>
                  <a:lnTo>
                    <a:pt x="2732" y="49"/>
                  </a:lnTo>
                  <a:lnTo>
                    <a:pt x="2715" y="54"/>
                  </a:lnTo>
                  <a:lnTo>
                    <a:pt x="2715" y="68"/>
                  </a:lnTo>
                  <a:lnTo>
                    <a:pt x="2722" y="70"/>
                  </a:lnTo>
                  <a:lnTo>
                    <a:pt x="2730" y="71"/>
                  </a:lnTo>
                  <a:lnTo>
                    <a:pt x="2741" y="71"/>
                  </a:lnTo>
                  <a:lnTo>
                    <a:pt x="2741" y="64"/>
                  </a:lnTo>
                  <a:lnTo>
                    <a:pt x="2744" y="59"/>
                  </a:lnTo>
                  <a:lnTo>
                    <a:pt x="2746" y="54"/>
                  </a:lnTo>
                  <a:lnTo>
                    <a:pt x="2746" y="49"/>
                  </a:lnTo>
                  <a:lnTo>
                    <a:pt x="2746" y="45"/>
                  </a:lnTo>
                  <a:lnTo>
                    <a:pt x="2746" y="42"/>
                  </a:lnTo>
                  <a:close/>
                  <a:moveTo>
                    <a:pt x="1390" y="33"/>
                  </a:moveTo>
                  <a:lnTo>
                    <a:pt x="1393" y="42"/>
                  </a:lnTo>
                  <a:lnTo>
                    <a:pt x="1395" y="54"/>
                  </a:lnTo>
                  <a:lnTo>
                    <a:pt x="1397" y="64"/>
                  </a:lnTo>
                  <a:lnTo>
                    <a:pt x="1395" y="66"/>
                  </a:lnTo>
                  <a:lnTo>
                    <a:pt x="1393" y="66"/>
                  </a:lnTo>
                  <a:lnTo>
                    <a:pt x="1392" y="66"/>
                  </a:lnTo>
                  <a:lnTo>
                    <a:pt x="1392" y="68"/>
                  </a:lnTo>
                  <a:lnTo>
                    <a:pt x="1390" y="68"/>
                  </a:lnTo>
                  <a:lnTo>
                    <a:pt x="1383" y="68"/>
                  </a:lnTo>
                  <a:lnTo>
                    <a:pt x="1381" y="66"/>
                  </a:lnTo>
                  <a:lnTo>
                    <a:pt x="1381" y="64"/>
                  </a:lnTo>
                  <a:lnTo>
                    <a:pt x="1381" y="63"/>
                  </a:lnTo>
                  <a:lnTo>
                    <a:pt x="1379" y="63"/>
                  </a:lnTo>
                  <a:lnTo>
                    <a:pt x="1378" y="61"/>
                  </a:lnTo>
                  <a:lnTo>
                    <a:pt x="1390" y="33"/>
                  </a:lnTo>
                  <a:close/>
                  <a:moveTo>
                    <a:pt x="1002" y="0"/>
                  </a:moveTo>
                  <a:lnTo>
                    <a:pt x="994" y="12"/>
                  </a:lnTo>
                  <a:lnTo>
                    <a:pt x="985" y="23"/>
                  </a:lnTo>
                  <a:lnTo>
                    <a:pt x="980" y="38"/>
                  </a:lnTo>
                  <a:lnTo>
                    <a:pt x="990" y="37"/>
                  </a:lnTo>
                  <a:lnTo>
                    <a:pt x="997" y="40"/>
                  </a:lnTo>
                  <a:lnTo>
                    <a:pt x="1002" y="45"/>
                  </a:lnTo>
                  <a:lnTo>
                    <a:pt x="1009" y="54"/>
                  </a:lnTo>
                  <a:lnTo>
                    <a:pt x="1011" y="47"/>
                  </a:lnTo>
                  <a:lnTo>
                    <a:pt x="1011" y="42"/>
                  </a:lnTo>
                  <a:lnTo>
                    <a:pt x="1013" y="38"/>
                  </a:lnTo>
                  <a:lnTo>
                    <a:pt x="1013" y="33"/>
                  </a:lnTo>
                  <a:lnTo>
                    <a:pt x="1022" y="33"/>
                  </a:lnTo>
                  <a:lnTo>
                    <a:pt x="1027" y="45"/>
                  </a:lnTo>
                  <a:lnTo>
                    <a:pt x="1035" y="49"/>
                  </a:lnTo>
                  <a:lnTo>
                    <a:pt x="1042" y="52"/>
                  </a:lnTo>
                  <a:lnTo>
                    <a:pt x="1049" y="56"/>
                  </a:lnTo>
                  <a:lnTo>
                    <a:pt x="1056" y="64"/>
                  </a:lnTo>
                  <a:lnTo>
                    <a:pt x="1049" y="75"/>
                  </a:lnTo>
                  <a:lnTo>
                    <a:pt x="1041" y="87"/>
                  </a:lnTo>
                  <a:lnTo>
                    <a:pt x="1034" y="103"/>
                  </a:lnTo>
                  <a:lnTo>
                    <a:pt x="1028" y="117"/>
                  </a:lnTo>
                  <a:lnTo>
                    <a:pt x="1028" y="126"/>
                  </a:lnTo>
                  <a:lnTo>
                    <a:pt x="1030" y="131"/>
                  </a:lnTo>
                  <a:lnTo>
                    <a:pt x="1030" y="134"/>
                  </a:lnTo>
                  <a:lnTo>
                    <a:pt x="1032" y="136"/>
                  </a:lnTo>
                  <a:lnTo>
                    <a:pt x="1034" y="138"/>
                  </a:lnTo>
                  <a:lnTo>
                    <a:pt x="1035" y="140"/>
                  </a:lnTo>
                  <a:lnTo>
                    <a:pt x="1041" y="141"/>
                  </a:lnTo>
                  <a:lnTo>
                    <a:pt x="1041" y="138"/>
                  </a:lnTo>
                  <a:lnTo>
                    <a:pt x="1044" y="131"/>
                  </a:lnTo>
                  <a:lnTo>
                    <a:pt x="1049" y="120"/>
                  </a:lnTo>
                  <a:lnTo>
                    <a:pt x="1055" y="106"/>
                  </a:lnTo>
                  <a:lnTo>
                    <a:pt x="1060" y="94"/>
                  </a:lnTo>
                  <a:lnTo>
                    <a:pt x="1065" y="84"/>
                  </a:lnTo>
                  <a:lnTo>
                    <a:pt x="1067" y="77"/>
                  </a:lnTo>
                  <a:lnTo>
                    <a:pt x="1079" y="77"/>
                  </a:lnTo>
                  <a:lnTo>
                    <a:pt x="1081" y="96"/>
                  </a:lnTo>
                  <a:lnTo>
                    <a:pt x="1081" y="113"/>
                  </a:lnTo>
                  <a:lnTo>
                    <a:pt x="1081" y="134"/>
                  </a:lnTo>
                  <a:lnTo>
                    <a:pt x="1083" y="157"/>
                  </a:lnTo>
                  <a:lnTo>
                    <a:pt x="1105" y="160"/>
                  </a:lnTo>
                  <a:lnTo>
                    <a:pt x="1114" y="147"/>
                  </a:lnTo>
                  <a:lnTo>
                    <a:pt x="1130" y="138"/>
                  </a:lnTo>
                  <a:lnTo>
                    <a:pt x="1147" y="129"/>
                  </a:lnTo>
                  <a:lnTo>
                    <a:pt x="1165" y="122"/>
                  </a:lnTo>
                  <a:lnTo>
                    <a:pt x="1182" y="115"/>
                  </a:lnTo>
                  <a:lnTo>
                    <a:pt x="1198" y="106"/>
                  </a:lnTo>
                  <a:lnTo>
                    <a:pt x="1205" y="96"/>
                  </a:lnTo>
                  <a:lnTo>
                    <a:pt x="1201" y="96"/>
                  </a:lnTo>
                  <a:lnTo>
                    <a:pt x="1200" y="92"/>
                  </a:lnTo>
                  <a:lnTo>
                    <a:pt x="1200" y="91"/>
                  </a:lnTo>
                  <a:lnTo>
                    <a:pt x="1198" y="89"/>
                  </a:lnTo>
                  <a:lnTo>
                    <a:pt x="1198" y="89"/>
                  </a:lnTo>
                  <a:lnTo>
                    <a:pt x="1196" y="89"/>
                  </a:lnTo>
                  <a:lnTo>
                    <a:pt x="1194" y="89"/>
                  </a:lnTo>
                  <a:lnTo>
                    <a:pt x="1191" y="87"/>
                  </a:lnTo>
                  <a:lnTo>
                    <a:pt x="1184" y="92"/>
                  </a:lnTo>
                  <a:lnTo>
                    <a:pt x="1172" y="99"/>
                  </a:lnTo>
                  <a:lnTo>
                    <a:pt x="1158" y="110"/>
                  </a:lnTo>
                  <a:lnTo>
                    <a:pt x="1140" y="119"/>
                  </a:lnTo>
                  <a:lnTo>
                    <a:pt x="1124" y="129"/>
                  </a:lnTo>
                  <a:lnTo>
                    <a:pt x="1109" y="136"/>
                  </a:lnTo>
                  <a:lnTo>
                    <a:pt x="1098" y="140"/>
                  </a:lnTo>
                  <a:lnTo>
                    <a:pt x="1095" y="141"/>
                  </a:lnTo>
                  <a:lnTo>
                    <a:pt x="1093" y="140"/>
                  </a:lnTo>
                  <a:lnTo>
                    <a:pt x="1091" y="138"/>
                  </a:lnTo>
                  <a:lnTo>
                    <a:pt x="1091" y="136"/>
                  </a:lnTo>
                  <a:lnTo>
                    <a:pt x="1091" y="134"/>
                  </a:lnTo>
                  <a:lnTo>
                    <a:pt x="1090" y="131"/>
                  </a:lnTo>
                  <a:lnTo>
                    <a:pt x="1095" y="122"/>
                  </a:lnTo>
                  <a:lnTo>
                    <a:pt x="1095" y="115"/>
                  </a:lnTo>
                  <a:lnTo>
                    <a:pt x="1093" y="110"/>
                  </a:lnTo>
                  <a:lnTo>
                    <a:pt x="1091" y="101"/>
                  </a:lnTo>
                  <a:lnTo>
                    <a:pt x="1095" y="91"/>
                  </a:lnTo>
                  <a:lnTo>
                    <a:pt x="1097" y="89"/>
                  </a:lnTo>
                  <a:lnTo>
                    <a:pt x="1098" y="87"/>
                  </a:lnTo>
                  <a:lnTo>
                    <a:pt x="1100" y="85"/>
                  </a:lnTo>
                  <a:lnTo>
                    <a:pt x="1102" y="85"/>
                  </a:lnTo>
                  <a:lnTo>
                    <a:pt x="1104" y="85"/>
                  </a:lnTo>
                  <a:lnTo>
                    <a:pt x="1105" y="84"/>
                  </a:lnTo>
                  <a:lnTo>
                    <a:pt x="1107" y="82"/>
                  </a:lnTo>
                  <a:lnTo>
                    <a:pt x="1107" y="78"/>
                  </a:lnTo>
                  <a:lnTo>
                    <a:pt x="1109" y="73"/>
                  </a:lnTo>
                  <a:lnTo>
                    <a:pt x="1109" y="64"/>
                  </a:lnTo>
                  <a:lnTo>
                    <a:pt x="1100" y="59"/>
                  </a:lnTo>
                  <a:lnTo>
                    <a:pt x="1091" y="57"/>
                  </a:lnTo>
                  <a:lnTo>
                    <a:pt x="1084" y="57"/>
                  </a:lnTo>
                  <a:lnTo>
                    <a:pt x="1076" y="54"/>
                  </a:lnTo>
                  <a:lnTo>
                    <a:pt x="1063" y="45"/>
                  </a:lnTo>
                  <a:lnTo>
                    <a:pt x="1055" y="37"/>
                  </a:lnTo>
                  <a:lnTo>
                    <a:pt x="1049" y="26"/>
                  </a:lnTo>
                  <a:lnTo>
                    <a:pt x="1042" y="16"/>
                  </a:lnTo>
                  <a:lnTo>
                    <a:pt x="1034" y="9"/>
                  </a:lnTo>
                  <a:lnTo>
                    <a:pt x="1020" y="2"/>
                  </a:lnTo>
                  <a:lnTo>
                    <a:pt x="1002" y="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311" name="Freeform 9">
              <a:extLst>
                <a:ext uri="{FF2B5EF4-FFF2-40B4-BE49-F238E27FC236}">
                  <a16:creationId xmlns:a16="http://schemas.microsoft.com/office/drawing/2014/main" id="{98EB042D-AE6E-494E-B48A-DB08E76F2D3D}"/>
                </a:ext>
              </a:extLst>
            </p:cNvPr>
            <p:cNvSpPr>
              <a:spLocks noEditPoints="1"/>
            </p:cNvSpPr>
            <p:nvPr/>
          </p:nvSpPr>
          <p:spPr bwMode="auto">
            <a:xfrm>
              <a:off x="635000" y="2108200"/>
              <a:ext cx="7697788" cy="3846513"/>
            </a:xfrm>
            <a:custGeom>
              <a:avLst/>
              <a:gdLst>
                <a:gd name="T0" fmla="*/ 1599 w 4849"/>
                <a:gd name="T1" fmla="*/ 786 h 2423"/>
                <a:gd name="T2" fmla="*/ 1536 w 4849"/>
                <a:gd name="T3" fmla="*/ 779 h 2423"/>
                <a:gd name="T4" fmla="*/ 529 w 4849"/>
                <a:gd name="T5" fmla="*/ 651 h 2423"/>
                <a:gd name="T6" fmla="*/ 4301 w 4849"/>
                <a:gd name="T7" fmla="*/ 791 h 2423"/>
                <a:gd name="T8" fmla="*/ 2510 w 4849"/>
                <a:gd name="T9" fmla="*/ 575 h 2423"/>
                <a:gd name="T10" fmla="*/ 2579 w 4849"/>
                <a:gd name="T11" fmla="*/ 552 h 2423"/>
                <a:gd name="T12" fmla="*/ 2649 w 4849"/>
                <a:gd name="T13" fmla="*/ 522 h 2423"/>
                <a:gd name="T14" fmla="*/ 2347 w 4849"/>
                <a:gd name="T15" fmla="*/ 611 h 2423"/>
                <a:gd name="T16" fmla="*/ 2304 w 4849"/>
                <a:gd name="T17" fmla="*/ 615 h 2423"/>
                <a:gd name="T18" fmla="*/ 2269 w 4849"/>
                <a:gd name="T19" fmla="*/ 580 h 2423"/>
                <a:gd name="T20" fmla="*/ 1234 w 4849"/>
                <a:gd name="T21" fmla="*/ 424 h 2423"/>
                <a:gd name="T22" fmla="*/ 1297 w 4849"/>
                <a:gd name="T23" fmla="*/ 367 h 2423"/>
                <a:gd name="T24" fmla="*/ 1178 w 4849"/>
                <a:gd name="T25" fmla="*/ 307 h 2423"/>
                <a:gd name="T26" fmla="*/ 1171 w 4849"/>
                <a:gd name="T27" fmla="*/ 369 h 2423"/>
                <a:gd name="T28" fmla="*/ 2044 w 4849"/>
                <a:gd name="T29" fmla="*/ 365 h 2423"/>
                <a:gd name="T30" fmla="*/ 2082 w 4849"/>
                <a:gd name="T31" fmla="*/ 288 h 2423"/>
                <a:gd name="T32" fmla="*/ 1297 w 4849"/>
                <a:gd name="T33" fmla="*/ 215 h 2423"/>
                <a:gd name="T34" fmla="*/ 2979 w 4849"/>
                <a:gd name="T35" fmla="*/ 177 h 2423"/>
                <a:gd name="T36" fmla="*/ 4833 w 4849"/>
                <a:gd name="T37" fmla="*/ 109 h 2423"/>
                <a:gd name="T38" fmla="*/ 1082 w 4849"/>
                <a:gd name="T39" fmla="*/ 131 h 2423"/>
                <a:gd name="T40" fmla="*/ 1167 w 4849"/>
                <a:gd name="T41" fmla="*/ 154 h 2423"/>
                <a:gd name="T42" fmla="*/ 1197 w 4849"/>
                <a:gd name="T43" fmla="*/ 273 h 2423"/>
                <a:gd name="T44" fmla="*/ 1078 w 4849"/>
                <a:gd name="T45" fmla="*/ 379 h 2423"/>
                <a:gd name="T46" fmla="*/ 1164 w 4849"/>
                <a:gd name="T47" fmla="*/ 582 h 2423"/>
                <a:gd name="T48" fmla="*/ 1281 w 4849"/>
                <a:gd name="T49" fmla="*/ 575 h 2423"/>
                <a:gd name="T50" fmla="*/ 1386 w 4849"/>
                <a:gd name="T51" fmla="*/ 484 h 2423"/>
                <a:gd name="T52" fmla="*/ 1501 w 4849"/>
                <a:gd name="T53" fmla="*/ 564 h 2423"/>
                <a:gd name="T54" fmla="*/ 1396 w 4849"/>
                <a:gd name="T55" fmla="*/ 721 h 2423"/>
                <a:gd name="T56" fmla="*/ 1459 w 4849"/>
                <a:gd name="T57" fmla="*/ 798 h 2423"/>
                <a:gd name="T58" fmla="*/ 1298 w 4849"/>
                <a:gd name="T59" fmla="*/ 955 h 2423"/>
                <a:gd name="T60" fmla="*/ 1124 w 4849"/>
                <a:gd name="T61" fmla="*/ 1077 h 2423"/>
                <a:gd name="T62" fmla="*/ 1085 w 4849"/>
                <a:gd name="T63" fmla="*/ 1234 h 2423"/>
                <a:gd name="T64" fmla="*/ 1194 w 4849"/>
                <a:gd name="T65" fmla="*/ 1320 h 2423"/>
                <a:gd name="T66" fmla="*/ 1361 w 4849"/>
                <a:gd name="T67" fmla="*/ 1344 h 2423"/>
                <a:gd name="T68" fmla="*/ 1616 w 4849"/>
                <a:gd name="T69" fmla="*/ 1421 h 2423"/>
                <a:gd name="T70" fmla="*/ 1866 w 4849"/>
                <a:gd name="T71" fmla="*/ 1604 h 2423"/>
                <a:gd name="T72" fmla="*/ 1647 w 4849"/>
                <a:gd name="T73" fmla="*/ 1966 h 2423"/>
                <a:gd name="T74" fmla="*/ 1496 w 4849"/>
                <a:gd name="T75" fmla="*/ 2105 h 2423"/>
                <a:gd name="T76" fmla="*/ 1431 w 4849"/>
                <a:gd name="T77" fmla="*/ 2215 h 2423"/>
                <a:gd name="T78" fmla="*/ 1396 w 4849"/>
                <a:gd name="T79" fmla="*/ 2371 h 2423"/>
                <a:gd name="T80" fmla="*/ 1302 w 4849"/>
                <a:gd name="T81" fmla="*/ 2315 h 2423"/>
                <a:gd name="T82" fmla="*/ 1270 w 4849"/>
                <a:gd name="T83" fmla="*/ 1667 h 2423"/>
                <a:gd name="T84" fmla="*/ 1269 w 4849"/>
                <a:gd name="T85" fmla="*/ 1400 h 2423"/>
                <a:gd name="T86" fmla="*/ 1056 w 4849"/>
                <a:gd name="T87" fmla="*/ 1288 h 2423"/>
                <a:gd name="T88" fmla="*/ 813 w 4849"/>
                <a:gd name="T89" fmla="*/ 1102 h 2423"/>
                <a:gd name="T90" fmla="*/ 818 w 4849"/>
                <a:gd name="T91" fmla="*/ 1171 h 2423"/>
                <a:gd name="T92" fmla="*/ 642 w 4849"/>
                <a:gd name="T93" fmla="*/ 939 h 2423"/>
                <a:gd name="T94" fmla="*/ 639 w 4849"/>
                <a:gd name="T95" fmla="*/ 739 h 2423"/>
                <a:gd name="T96" fmla="*/ 490 w 4849"/>
                <a:gd name="T97" fmla="*/ 522 h 2423"/>
                <a:gd name="T98" fmla="*/ 141 w 4849"/>
                <a:gd name="T99" fmla="*/ 576 h 2423"/>
                <a:gd name="T100" fmla="*/ 115 w 4849"/>
                <a:gd name="T101" fmla="*/ 482 h 2423"/>
                <a:gd name="T102" fmla="*/ 85 w 4849"/>
                <a:gd name="T103" fmla="*/ 334 h 2423"/>
                <a:gd name="T104" fmla="*/ 110 w 4849"/>
                <a:gd name="T105" fmla="*/ 255 h 2423"/>
                <a:gd name="T106" fmla="*/ 234 w 4849"/>
                <a:gd name="T107" fmla="*/ 107 h 2423"/>
                <a:gd name="T108" fmla="*/ 499 w 4849"/>
                <a:gd name="T109" fmla="*/ 136 h 2423"/>
                <a:gd name="T110" fmla="*/ 632 w 4849"/>
                <a:gd name="T111" fmla="*/ 149 h 2423"/>
                <a:gd name="T112" fmla="*/ 771 w 4849"/>
                <a:gd name="T113" fmla="*/ 218 h 2423"/>
                <a:gd name="T114" fmla="*/ 979 w 4849"/>
                <a:gd name="T115" fmla="*/ 222 h 2423"/>
                <a:gd name="T116" fmla="*/ 918 w 4849"/>
                <a:gd name="T117" fmla="*/ 131 h 2423"/>
                <a:gd name="T118" fmla="*/ 733 w 4849"/>
                <a:gd name="T119" fmla="*/ 157 h 2423"/>
                <a:gd name="T120" fmla="*/ 776 w 4849"/>
                <a:gd name="T121" fmla="*/ 42 h 2423"/>
                <a:gd name="T122" fmla="*/ 902 w 4849"/>
                <a:gd name="T123" fmla="*/ 28 h 2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49" h="2423">
                  <a:moveTo>
                    <a:pt x="1469" y="711"/>
                  </a:moveTo>
                  <a:lnTo>
                    <a:pt x="1482" y="712"/>
                  </a:lnTo>
                  <a:lnTo>
                    <a:pt x="1490" y="714"/>
                  </a:lnTo>
                  <a:lnTo>
                    <a:pt x="1501" y="718"/>
                  </a:lnTo>
                  <a:lnTo>
                    <a:pt x="1501" y="726"/>
                  </a:lnTo>
                  <a:lnTo>
                    <a:pt x="1497" y="726"/>
                  </a:lnTo>
                  <a:lnTo>
                    <a:pt x="1494" y="728"/>
                  </a:lnTo>
                  <a:lnTo>
                    <a:pt x="1490" y="728"/>
                  </a:lnTo>
                  <a:lnTo>
                    <a:pt x="1487" y="728"/>
                  </a:lnTo>
                  <a:lnTo>
                    <a:pt x="1482" y="730"/>
                  </a:lnTo>
                  <a:lnTo>
                    <a:pt x="1478" y="725"/>
                  </a:lnTo>
                  <a:lnTo>
                    <a:pt x="1476" y="723"/>
                  </a:lnTo>
                  <a:lnTo>
                    <a:pt x="1475" y="719"/>
                  </a:lnTo>
                  <a:lnTo>
                    <a:pt x="1473" y="716"/>
                  </a:lnTo>
                  <a:lnTo>
                    <a:pt x="1469" y="711"/>
                  </a:lnTo>
                  <a:close/>
                  <a:moveTo>
                    <a:pt x="1551" y="691"/>
                  </a:moveTo>
                  <a:lnTo>
                    <a:pt x="1562" y="691"/>
                  </a:lnTo>
                  <a:lnTo>
                    <a:pt x="1562" y="705"/>
                  </a:lnTo>
                  <a:lnTo>
                    <a:pt x="1562" y="718"/>
                  </a:lnTo>
                  <a:lnTo>
                    <a:pt x="1564" y="728"/>
                  </a:lnTo>
                  <a:lnTo>
                    <a:pt x="1565" y="740"/>
                  </a:lnTo>
                  <a:lnTo>
                    <a:pt x="1585" y="740"/>
                  </a:lnTo>
                  <a:lnTo>
                    <a:pt x="1585" y="760"/>
                  </a:lnTo>
                  <a:lnTo>
                    <a:pt x="1593" y="760"/>
                  </a:lnTo>
                  <a:lnTo>
                    <a:pt x="1595" y="761"/>
                  </a:lnTo>
                  <a:lnTo>
                    <a:pt x="1597" y="761"/>
                  </a:lnTo>
                  <a:lnTo>
                    <a:pt x="1599" y="761"/>
                  </a:lnTo>
                  <a:lnTo>
                    <a:pt x="1600" y="761"/>
                  </a:lnTo>
                  <a:lnTo>
                    <a:pt x="1602" y="761"/>
                  </a:lnTo>
                  <a:lnTo>
                    <a:pt x="1604" y="763"/>
                  </a:lnTo>
                  <a:lnTo>
                    <a:pt x="1602" y="774"/>
                  </a:lnTo>
                  <a:lnTo>
                    <a:pt x="1599" y="786"/>
                  </a:lnTo>
                  <a:lnTo>
                    <a:pt x="1597" y="798"/>
                  </a:lnTo>
                  <a:lnTo>
                    <a:pt x="1593" y="798"/>
                  </a:lnTo>
                  <a:lnTo>
                    <a:pt x="1592" y="794"/>
                  </a:lnTo>
                  <a:lnTo>
                    <a:pt x="1592" y="793"/>
                  </a:lnTo>
                  <a:lnTo>
                    <a:pt x="1592" y="791"/>
                  </a:lnTo>
                  <a:lnTo>
                    <a:pt x="1590" y="789"/>
                  </a:lnTo>
                  <a:lnTo>
                    <a:pt x="1590" y="787"/>
                  </a:lnTo>
                  <a:lnTo>
                    <a:pt x="1588" y="791"/>
                  </a:lnTo>
                  <a:lnTo>
                    <a:pt x="1586" y="791"/>
                  </a:lnTo>
                  <a:lnTo>
                    <a:pt x="1586" y="793"/>
                  </a:lnTo>
                  <a:lnTo>
                    <a:pt x="1586" y="793"/>
                  </a:lnTo>
                  <a:lnTo>
                    <a:pt x="1586" y="793"/>
                  </a:lnTo>
                  <a:lnTo>
                    <a:pt x="1585" y="793"/>
                  </a:lnTo>
                  <a:lnTo>
                    <a:pt x="1581" y="794"/>
                  </a:lnTo>
                  <a:lnTo>
                    <a:pt x="1581" y="787"/>
                  </a:lnTo>
                  <a:lnTo>
                    <a:pt x="1583" y="786"/>
                  </a:lnTo>
                  <a:lnTo>
                    <a:pt x="1583" y="784"/>
                  </a:lnTo>
                  <a:lnTo>
                    <a:pt x="1585" y="782"/>
                  </a:lnTo>
                  <a:lnTo>
                    <a:pt x="1585" y="779"/>
                  </a:lnTo>
                  <a:lnTo>
                    <a:pt x="1585" y="775"/>
                  </a:lnTo>
                  <a:lnTo>
                    <a:pt x="1581" y="775"/>
                  </a:lnTo>
                  <a:lnTo>
                    <a:pt x="1574" y="782"/>
                  </a:lnTo>
                  <a:lnTo>
                    <a:pt x="1567" y="789"/>
                  </a:lnTo>
                  <a:lnTo>
                    <a:pt x="1558" y="794"/>
                  </a:lnTo>
                  <a:lnTo>
                    <a:pt x="1558" y="789"/>
                  </a:lnTo>
                  <a:lnTo>
                    <a:pt x="1558" y="784"/>
                  </a:lnTo>
                  <a:lnTo>
                    <a:pt x="1558" y="782"/>
                  </a:lnTo>
                  <a:lnTo>
                    <a:pt x="1557" y="781"/>
                  </a:lnTo>
                  <a:lnTo>
                    <a:pt x="1553" y="779"/>
                  </a:lnTo>
                  <a:lnTo>
                    <a:pt x="1548" y="779"/>
                  </a:lnTo>
                  <a:lnTo>
                    <a:pt x="1539" y="779"/>
                  </a:lnTo>
                  <a:lnTo>
                    <a:pt x="1536" y="779"/>
                  </a:lnTo>
                  <a:lnTo>
                    <a:pt x="1532" y="779"/>
                  </a:lnTo>
                  <a:lnTo>
                    <a:pt x="1527" y="777"/>
                  </a:lnTo>
                  <a:lnTo>
                    <a:pt x="1522" y="777"/>
                  </a:lnTo>
                  <a:lnTo>
                    <a:pt x="1517" y="775"/>
                  </a:lnTo>
                  <a:lnTo>
                    <a:pt x="1513" y="772"/>
                  </a:lnTo>
                  <a:lnTo>
                    <a:pt x="1523" y="758"/>
                  </a:lnTo>
                  <a:lnTo>
                    <a:pt x="1534" y="737"/>
                  </a:lnTo>
                  <a:lnTo>
                    <a:pt x="1541" y="714"/>
                  </a:lnTo>
                  <a:lnTo>
                    <a:pt x="1551" y="691"/>
                  </a:lnTo>
                  <a:close/>
                  <a:moveTo>
                    <a:pt x="1220" y="630"/>
                  </a:moveTo>
                  <a:lnTo>
                    <a:pt x="1235" y="630"/>
                  </a:lnTo>
                  <a:lnTo>
                    <a:pt x="1235" y="637"/>
                  </a:lnTo>
                  <a:lnTo>
                    <a:pt x="1232" y="637"/>
                  </a:lnTo>
                  <a:lnTo>
                    <a:pt x="1230" y="639"/>
                  </a:lnTo>
                  <a:lnTo>
                    <a:pt x="1229" y="639"/>
                  </a:lnTo>
                  <a:lnTo>
                    <a:pt x="1227" y="639"/>
                  </a:lnTo>
                  <a:lnTo>
                    <a:pt x="1225" y="641"/>
                  </a:lnTo>
                  <a:lnTo>
                    <a:pt x="1220" y="641"/>
                  </a:lnTo>
                  <a:lnTo>
                    <a:pt x="1220" y="630"/>
                  </a:lnTo>
                  <a:close/>
                  <a:moveTo>
                    <a:pt x="515" y="622"/>
                  </a:moveTo>
                  <a:lnTo>
                    <a:pt x="522" y="622"/>
                  </a:lnTo>
                  <a:lnTo>
                    <a:pt x="525" y="623"/>
                  </a:lnTo>
                  <a:lnTo>
                    <a:pt x="529" y="625"/>
                  </a:lnTo>
                  <a:lnTo>
                    <a:pt x="534" y="625"/>
                  </a:lnTo>
                  <a:lnTo>
                    <a:pt x="541" y="625"/>
                  </a:lnTo>
                  <a:lnTo>
                    <a:pt x="543" y="639"/>
                  </a:lnTo>
                  <a:lnTo>
                    <a:pt x="546" y="650"/>
                  </a:lnTo>
                  <a:lnTo>
                    <a:pt x="548" y="664"/>
                  </a:lnTo>
                  <a:lnTo>
                    <a:pt x="541" y="664"/>
                  </a:lnTo>
                  <a:lnTo>
                    <a:pt x="537" y="658"/>
                  </a:lnTo>
                  <a:lnTo>
                    <a:pt x="534" y="655"/>
                  </a:lnTo>
                  <a:lnTo>
                    <a:pt x="529" y="651"/>
                  </a:lnTo>
                  <a:lnTo>
                    <a:pt x="525" y="648"/>
                  </a:lnTo>
                  <a:lnTo>
                    <a:pt x="522" y="643"/>
                  </a:lnTo>
                  <a:lnTo>
                    <a:pt x="518" y="637"/>
                  </a:lnTo>
                  <a:lnTo>
                    <a:pt x="516" y="634"/>
                  </a:lnTo>
                  <a:lnTo>
                    <a:pt x="515" y="630"/>
                  </a:lnTo>
                  <a:lnTo>
                    <a:pt x="515" y="627"/>
                  </a:lnTo>
                  <a:lnTo>
                    <a:pt x="515" y="622"/>
                  </a:lnTo>
                  <a:close/>
                  <a:moveTo>
                    <a:pt x="4304" y="609"/>
                  </a:moveTo>
                  <a:lnTo>
                    <a:pt x="4306" y="611"/>
                  </a:lnTo>
                  <a:lnTo>
                    <a:pt x="4306" y="611"/>
                  </a:lnTo>
                  <a:lnTo>
                    <a:pt x="4306" y="611"/>
                  </a:lnTo>
                  <a:lnTo>
                    <a:pt x="4306" y="613"/>
                  </a:lnTo>
                  <a:lnTo>
                    <a:pt x="4307" y="613"/>
                  </a:lnTo>
                  <a:lnTo>
                    <a:pt x="4307" y="615"/>
                  </a:lnTo>
                  <a:lnTo>
                    <a:pt x="4313" y="627"/>
                  </a:lnTo>
                  <a:lnTo>
                    <a:pt x="4313" y="643"/>
                  </a:lnTo>
                  <a:lnTo>
                    <a:pt x="4313" y="658"/>
                  </a:lnTo>
                  <a:lnTo>
                    <a:pt x="4316" y="676"/>
                  </a:lnTo>
                  <a:lnTo>
                    <a:pt x="4321" y="693"/>
                  </a:lnTo>
                  <a:lnTo>
                    <a:pt x="4330" y="712"/>
                  </a:lnTo>
                  <a:lnTo>
                    <a:pt x="4335" y="733"/>
                  </a:lnTo>
                  <a:lnTo>
                    <a:pt x="4311" y="730"/>
                  </a:lnTo>
                  <a:lnTo>
                    <a:pt x="4311" y="746"/>
                  </a:lnTo>
                  <a:lnTo>
                    <a:pt x="4314" y="758"/>
                  </a:lnTo>
                  <a:lnTo>
                    <a:pt x="4316" y="770"/>
                  </a:lnTo>
                  <a:lnTo>
                    <a:pt x="4320" y="787"/>
                  </a:lnTo>
                  <a:lnTo>
                    <a:pt x="4314" y="787"/>
                  </a:lnTo>
                  <a:lnTo>
                    <a:pt x="4311" y="787"/>
                  </a:lnTo>
                  <a:lnTo>
                    <a:pt x="4306" y="789"/>
                  </a:lnTo>
                  <a:lnTo>
                    <a:pt x="4304" y="789"/>
                  </a:lnTo>
                  <a:lnTo>
                    <a:pt x="4301" y="791"/>
                  </a:lnTo>
                  <a:lnTo>
                    <a:pt x="4301" y="791"/>
                  </a:lnTo>
                  <a:lnTo>
                    <a:pt x="4297" y="781"/>
                  </a:lnTo>
                  <a:lnTo>
                    <a:pt x="4295" y="761"/>
                  </a:lnTo>
                  <a:lnTo>
                    <a:pt x="4295" y="739"/>
                  </a:lnTo>
                  <a:lnTo>
                    <a:pt x="4295" y="714"/>
                  </a:lnTo>
                  <a:lnTo>
                    <a:pt x="4295" y="691"/>
                  </a:lnTo>
                  <a:lnTo>
                    <a:pt x="4292" y="676"/>
                  </a:lnTo>
                  <a:lnTo>
                    <a:pt x="4292" y="637"/>
                  </a:lnTo>
                  <a:lnTo>
                    <a:pt x="4295" y="632"/>
                  </a:lnTo>
                  <a:lnTo>
                    <a:pt x="4297" y="629"/>
                  </a:lnTo>
                  <a:lnTo>
                    <a:pt x="4299" y="625"/>
                  </a:lnTo>
                  <a:lnTo>
                    <a:pt x="4301" y="622"/>
                  </a:lnTo>
                  <a:lnTo>
                    <a:pt x="4302" y="616"/>
                  </a:lnTo>
                  <a:lnTo>
                    <a:pt x="4304" y="609"/>
                  </a:lnTo>
                  <a:close/>
                  <a:moveTo>
                    <a:pt x="2253" y="595"/>
                  </a:moveTo>
                  <a:lnTo>
                    <a:pt x="2257" y="616"/>
                  </a:lnTo>
                  <a:lnTo>
                    <a:pt x="2255" y="637"/>
                  </a:lnTo>
                  <a:lnTo>
                    <a:pt x="2250" y="660"/>
                  </a:lnTo>
                  <a:lnTo>
                    <a:pt x="2236" y="667"/>
                  </a:lnTo>
                  <a:lnTo>
                    <a:pt x="2223" y="671"/>
                  </a:lnTo>
                  <a:lnTo>
                    <a:pt x="2204" y="672"/>
                  </a:lnTo>
                  <a:lnTo>
                    <a:pt x="2204" y="664"/>
                  </a:lnTo>
                  <a:lnTo>
                    <a:pt x="2209" y="651"/>
                  </a:lnTo>
                  <a:lnTo>
                    <a:pt x="2209" y="636"/>
                  </a:lnTo>
                  <a:lnTo>
                    <a:pt x="2208" y="618"/>
                  </a:lnTo>
                  <a:lnTo>
                    <a:pt x="2218" y="609"/>
                  </a:lnTo>
                  <a:lnTo>
                    <a:pt x="2227" y="602"/>
                  </a:lnTo>
                  <a:lnTo>
                    <a:pt x="2237" y="597"/>
                  </a:lnTo>
                  <a:lnTo>
                    <a:pt x="2253" y="595"/>
                  </a:lnTo>
                  <a:close/>
                  <a:moveTo>
                    <a:pt x="2503" y="568"/>
                  </a:moveTo>
                  <a:lnTo>
                    <a:pt x="2506" y="571"/>
                  </a:lnTo>
                  <a:lnTo>
                    <a:pt x="2508" y="573"/>
                  </a:lnTo>
                  <a:lnTo>
                    <a:pt x="2510" y="575"/>
                  </a:lnTo>
                  <a:lnTo>
                    <a:pt x="2510" y="578"/>
                  </a:lnTo>
                  <a:lnTo>
                    <a:pt x="2510" y="582"/>
                  </a:lnTo>
                  <a:lnTo>
                    <a:pt x="2511" y="587"/>
                  </a:lnTo>
                  <a:lnTo>
                    <a:pt x="2510" y="590"/>
                  </a:lnTo>
                  <a:lnTo>
                    <a:pt x="2508" y="592"/>
                  </a:lnTo>
                  <a:lnTo>
                    <a:pt x="2508" y="594"/>
                  </a:lnTo>
                  <a:lnTo>
                    <a:pt x="2508" y="595"/>
                  </a:lnTo>
                  <a:lnTo>
                    <a:pt x="2508" y="597"/>
                  </a:lnTo>
                  <a:lnTo>
                    <a:pt x="2506" y="599"/>
                  </a:lnTo>
                  <a:lnTo>
                    <a:pt x="2504" y="601"/>
                  </a:lnTo>
                  <a:lnTo>
                    <a:pt x="2503" y="601"/>
                  </a:lnTo>
                  <a:lnTo>
                    <a:pt x="2501" y="601"/>
                  </a:lnTo>
                  <a:lnTo>
                    <a:pt x="2499" y="602"/>
                  </a:lnTo>
                  <a:lnTo>
                    <a:pt x="2496" y="602"/>
                  </a:lnTo>
                  <a:lnTo>
                    <a:pt x="2490" y="590"/>
                  </a:lnTo>
                  <a:lnTo>
                    <a:pt x="2487" y="585"/>
                  </a:lnTo>
                  <a:lnTo>
                    <a:pt x="2487" y="583"/>
                  </a:lnTo>
                  <a:lnTo>
                    <a:pt x="2489" y="582"/>
                  </a:lnTo>
                  <a:lnTo>
                    <a:pt x="2496" y="578"/>
                  </a:lnTo>
                  <a:lnTo>
                    <a:pt x="2503" y="568"/>
                  </a:lnTo>
                  <a:close/>
                  <a:moveTo>
                    <a:pt x="2583" y="529"/>
                  </a:moveTo>
                  <a:lnTo>
                    <a:pt x="2588" y="531"/>
                  </a:lnTo>
                  <a:lnTo>
                    <a:pt x="2590" y="531"/>
                  </a:lnTo>
                  <a:lnTo>
                    <a:pt x="2592" y="531"/>
                  </a:lnTo>
                  <a:lnTo>
                    <a:pt x="2593" y="533"/>
                  </a:lnTo>
                  <a:lnTo>
                    <a:pt x="2595" y="533"/>
                  </a:lnTo>
                  <a:lnTo>
                    <a:pt x="2592" y="538"/>
                  </a:lnTo>
                  <a:lnTo>
                    <a:pt x="2590" y="543"/>
                  </a:lnTo>
                  <a:lnTo>
                    <a:pt x="2588" y="548"/>
                  </a:lnTo>
                  <a:lnTo>
                    <a:pt x="2585" y="554"/>
                  </a:lnTo>
                  <a:lnTo>
                    <a:pt x="2579" y="557"/>
                  </a:lnTo>
                  <a:lnTo>
                    <a:pt x="2579" y="552"/>
                  </a:lnTo>
                  <a:lnTo>
                    <a:pt x="2578" y="552"/>
                  </a:lnTo>
                  <a:lnTo>
                    <a:pt x="2578" y="550"/>
                  </a:lnTo>
                  <a:lnTo>
                    <a:pt x="2578" y="550"/>
                  </a:lnTo>
                  <a:lnTo>
                    <a:pt x="2578" y="548"/>
                  </a:lnTo>
                  <a:lnTo>
                    <a:pt x="2576" y="545"/>
                  </a:lnTo>
                  <a:lnTo>
                    <a:pt x="2579" y="541"/>
                  </a:lnTo>
                  <a:lnTo>
                    <a:pt x="2581" y="538"/>
                  </a:lnTo>
                  <a:lnTo>
                    <a:pt x="2583" y="534"/>
                  </a:lnTo>
                  <a:lnTo>
                    <a:pt x="2583" y="529"/>
                  </a:lnTo>
                  <a:close/>
                  <a:moveTo>
                    <a:pt x="246" y="526"/>
                  </a:moveTo>
                  <a:lnTo>
                    <a:pt x="251" y="534"/>
                  </a:lnTo>
                  <a:lnTo>
                    <a:pt x="251" y="541"/>
                  </a:lnTo>
                  <a:lnTo>
                    <a:pt x="246" y="550"/>
                  </a:lnTo>
                  <a:lnTo>
                    <a:pt x="239" y="555"/>
                  </a:lnTo>
                  <a:lnTo>
                    <a:pt x="232" y="559"/>
                  </a:lnTo>
                  <a:lnTo>
                    <a:pt x="230" y="561"/>
                  </a:lnTo>
                  <a:lnTo>
                    <a:pt x="227" y="557"/>
                  </a:lnTo>
                  <a:lnTo>
                    <a:pt x="225" y="554"/>
                  </a:lnTo>
                  <a:lnTo>
                    <a:pt x="223" y="548"/>
                  </a:lnTo>
                  <a:lnTo>
                    <a:pt x="223" y="543"/>
                  </a:lnTo>
                  <a:lnTo>
                    <a:pt x="221" y="538"/>
                  </a:lnTo>
                  <a:lnTo>
                    <a:pt x="234" y="533"/>
                  </a:lnTo>
                  <a:lnTo>
                    <a:pt x="237" y="531"/>
                  </a:lnTo>
                  <a:lnTo>
                    <a:pt x="242" y="529"/>
                  </a:lnTo>
                  <a:lnTo>
                    <a:pt x="246" y="526"/>
                  </a:lnTo>
                  <a:close/>
                  <a:moveTo>
                    <a:pt x="2646" y="503"/>
                  </a:moveTo>
                  <a:lnTo>
                    <a:pt x="2660" y="510"/>
                  </a:lnTo>
                  <a:lnTo>
                    <a:pt x="2660" y="515"/>
                  </a:lnTo>
                  <a:lnTo>
                    <a:pt x="2656" y="515"/>
                  </a:lnTo>
                  <a:lnTo>
                    <a:pt x="2655" y="517"/>
                  </a:lnTo>
                  <a:lnTo>
                    <a:pt x="2651" y="519"/>
                  </a:lnTo>
                  <a:lnTo>
                    <a:pt x="2649" y="522"/>
                  </a:lnTo>
                  <a:lnTo>
                    <a:pt x="2646" y="520"/>
                  </a:lnTo>
                  <a:lnTo>
                    <a:pt x="2644" y="520"/>
                  </a:lnTo>
                  <a:lnTo>
                    <a:pt x="2644" y="520"/>
                  </a:lnTo>
                  <a:lnTo>
                    <a:pt x="2642" y="519"/>
                  </a:lnTo>
                  <a:lnTo>
                    <a:pt x="2641" y="519"/>
                  </a:lnTo>
                  <a:lnTo>
                    <a:pt x="2641" y="515"/>
                  </a:lnTo>
                  <a:lnTo>
                    <a:pt x="2641" y="512"/>
                  </a:lnTo>
                  <a:lnTo>
                    <a:pt x="2641" y="510"/>
                  </a:lnTo>
                  <a:lnTo>
                    <a:pt x="2641" y="510"/>
                  </a:lnTo>
                  <a:lnTo>
                    <a:pt x="2642" y="506"/>
                  </a:lnTo>
                  <a:lnTo>
                    <a:pt x="2646" y="503"/>
                  </a:lnTo>
                  <a:close/>
                  <a:moveTo>
                    <a:pt x="2272" y="494"/>
                  </a:moveTo>
                  <a:lnTo>
                    <a:pt x="2290" y="496"/>
                  </a:lnTo>
                  <a:lnTo>
                    <a:pt x="2304" y="499"/>
                  </a:lnTo>
                  <a:lnTo>
                    <a:pt x="2300" y="506"/>
                  </a:lnTo>
                  <a:lnTo>
                    <a:pt x="2298" y="512"/>
                  </a:lnTo>
                  <a:lnTo>
                    <a:pt x="2295" y="517"/>
                  </a:lnTo>
                  <a:lnTo>
                    <a:pt x="2291" y="522"/>
                  </a:lnTo>
                  <a:lnTo>
                    <a:pt x="2300" y="522"/>
                  </a:lnTo>
                  <a:lnTo>
                    <a:pt x="2304" y="519"/>
                  </a:lnTo>
                  <a:lnTo>
                    <a:pt x="2305" y="517"/>
                  </a:lnTo>
                  <a:lnTo>
                    <a:pt x="2309" y="515"/>
                  </a:lnTo>
                  <a:lnTo>
                    <a:pt x="2314" y="515"/>
                  </a:lnTo>
                  <a:lnTo>
                    <a:pt x="2314" y="522"/>
                  </a:lnTo>
                  <a:lnTo>
                    <a:pt x="2319" y="534"/>
                  </a:lnTo>
                  <a:lnTo>
                    <a:pt x="2316" y="545"/>
                  </a:lnTo>
                  <a:lnTo>
                    <a:pt x="2311" y="554"/>
                  </a:lnTo>
                  <a:lnTo>
                    <a:pt x="2307" y="561"/>
                  </a:lnTo>
                  <a:lnTo>
                    <a:pt x="2316" y="569"/>
                  </a:lnTo>
                  <a:lnTo>
                    <a:pt x="2325" y="582"/>
                  </a:lnTo>
                  <a:lnTo>
                    <a:pt x="2337" y="595"/>
                  </a:lnTo>
                  <a:lnTo>
                    <a:pt x="2347" y="611"/>
                  </a:lnTo>
                  <a:lnTo>
                    <a:pt x="2356" y="629"/>
                  </a:lnTo>
                  <a:lnTo>
                    <a:pt x="2363" y="644"/>
                  </a:lnTo>
                  <a:lnTo>
                    <a:pt x="2365" y="657"/>
                  </a:lnTo>
                  <a:lnTo>
                    <a:pt x="2361" y="669"/>
                  </a:lnTo>
                  <a:lnTo>
                    <a:pt x="2353" y="676"/>
                  </a:lnTo>
                  <a:lnTo>
                    <a:pt x="2342" y="683"/>
                  </a:lnTo>
                  <a:lnTo>
                    <a:pt x="2325" y="690"/>
                  </a:lnTo>
                  <a:lnTo>
                    <a:pt x="2304" y="695"/>
                  </a:lnTo>
                  <a:lnTo>
                    <a:pt x="2285" y="700"/>
                  </a:lnTo>
                  <a:lnTo>
                    <a:pt x="2269" y="702"/>
                  </a:lnTo>
                  <a:lnTo>
                    <a:pt x="2269" y="698"/>
                  </a:lnTo>
                  <a:lnTo>
                    <a:pt x="2279" y="683"/>
                  </a:lnTo>
                  <a:lnTo>
                    <a:pt x="2288" y="667"/>
                  </a:lnTo>
                  <a:lnTo>
                    <a:pt x="2283" y="667"/>
                  </a:lnTo>
                  <a:lnTo>
                    <a:pt x="2279" y="667"/>
                  </a:lnTo>
                  <a:lnTo>
                    <a:pt x="2276" y="665"/>
                  </a:lnTo>
                  <a:lnTo>
                    <a:pt x="2276" y="664"/>
                  </a:lnTo>
                  <a:lnTo>
                    <a:pt x="2274" y="662"/>
                  </a:lnTo>
                  <a:lnTo>
                    <a:pt x="2274" y="658"/>
                  </a:lnTo>
                  <a:lnTo>
                    <a:pt x="2272" y="653"/>
                  </a:lnTo>
                  <a:lnTo>
                    <a:pt x="2285" y="650"/>
                  </a:lnTo>
                  <a:lnTo>
                    <a:pt x="2281" y="646"/>
                  </a:lnTo>
                  <a:lnTo>
                    <a:pt x="2281" y="644"/>
                  </a:lnTo>
                  <a:lnTo>
                    <a:pt x="2279" y="643"/>
                  </a:lnTo>
                  <a:lnTo>
                    <a:pt x="2279" y="643"/>
                  </a:lnTo>
                  <a:lnTo>
                    <a:pt x="2279" y="641"/>
                  </a:lnTo>
                  <a:lnTo>
                    <a:pt x="2281" y="637"/>
                  </a:lnTo>
                  <a:lnTo>
                    <a:pt x="2283" y="630"/>
                  </a:lnTo>
                  <a:lnTo>
                    <a:pt x="2288" y="625"/>
                  </a:lnTo>
                  <a:lnTo>
                    <a:pt x="2291" y="622"/>
                  </a:lnTo>
                  <a:lnTo>
                    <a:pt x="2298" y="618"/>
                  </a:lnTo>
                  <a:lnTo>
                    <a:pt x="2304" y="615"/>
                  </a:lnTo>
                  <a:lnTo>
                    <a:pt x="2302" y="611"/>
                  </a:lnTo>
                  <a:lnTo>
                    <a:pt x="2302" y="609"/>
                  </a:lnTo>
                  <a:lnTo>
                    <a:pt x="2302" y="609"/>
                  </a:lnTo>
                  <a:lnTo>
                    <a:pt x="2300" y="608"/>
                  </a:lnTo>
                  <a:lnTo>
                    <a:pt x="2300" y="606"/>
                  </a:lnTo>
                  <a:lnTo>
                    <a:pt x="2298" y="602"/>
                  </a:lnTo>
                  <a:lnTo>
                    <a:pt x="2297" y="602"/>
                  </a:lnTo>
                  <a:lnTo>
                    <a:pt x="2297" y="601"/>
                  </a:lnTo>
                  <a:lnTo>
                    <a:pt x="2297" y="601"/>
                  </a:lnTo>
                  <a:lnTo>
                    <a:pt x="2297" y="601"/>
                  </a:lnTo>
                  <a:lnTo>
                    <a:pt x="2295" y="601"/>
                  </a:lnTo>
                  <a:lnTo>
                    <a:pt x="2291" y="599"/>
                  </a:lnTo>
                  <a:lnTo>
                    <a:pt x="2288" y="597"/>
                  </a:lnTo>
                  <a:lnTo>
                    <a:pt x="2286" y="597"/>
                  </a:lnTo>
                  <a:lnTo>
                    <a:pt x="2283" y="597"/>
                  </a:lnTo>
                  <a:lnTo>
                    <a:pt x="2279" y="595"/>
                  </a:lnTo>
                  <a:lnTo>
                    <a:pt x="2276" y="595"/>
                  </a:lnTo>
                  <a:lnTo>
                    <a:pt x="2276" y="594"/>
                  </a:lnTo>
                  <a:lnTo>
                    <a:pt x="2274" y="592"/>
                  </a:lnTo>
                  <a:lnTo>
                    <a:pt x="2274" y="590"/>
                  </a:lnTo>
                  <a:lnTo>
                    <a:pt x="2274" y="587"/>
                  </a:lnTo>
                  <a:lnTo>
                    <a:pt x="2272" y="583"/>
                  </a:lnTo>
                  <a:lnTo>
                    <a:pt x="2274" y="582"/>
                  </a:lnTo>
                  <a:lnTo>
                    <a:pt x="2274" y="580"/>
                  </a:lnTo>
                  <a:lnTo>
                    <a:pt x="2276" y="578"/>
                  </a:lnTo>
                  <a:lnTo>
                    <a:pt x="2276" y="576"/>
                  </a:lnTo>
                  <a:lnTo>
                    <a:pt x="2276" y="573"/>
                  </a:lnTo>
                  <a:lnTo>
                    <a:pt x="2272" y="573"/>
                  </a:lnTo>
                  <a:lnTo>
                    <a:pt x="2271" y="576"/>
                  </a:lnTo>
                  <a:lnTo>
                    <a:pt x="2271" y="578"/>
                  </a:lnTo>
                  <a:lnTo>
                    <a:pt x="2271" y="580"/>
                  </a:lnTo>
                  <a:lnTo>
                    <a:pt x="2269" y="580"/>
                  </a:lnTo>
                  <a:lnTo>
                    <a:pt x="2267" y="582"/>
                  </a:lnTo>
                  <a:lnTo>
                    <a:pt x="2265" y="583"/>
                  </a:lnTo>
                  <a:lnTo>
                    <a:pt x="2262" y="566"/>
                  </a:lnTo>
                  <a:lnTo>
                    <a:pt x="2258" y="550"/>
                  </a:lnTo>
                  <a:lnTo>
                    <a:pt x="2257" y="538"/>
                  </a:lnTo>
                  <a:lnTo>
                    <a:pt x="2260" y="529"/>
                  </a:lnTo>
                  <a:lnTo>
                    <a:pt x="2265" y="520"/>
                  </a:lnTo>
                  <a:lnTo>
                    <a:pt x="2271" y="510"/>
                  </a:lnTo>
                  <a:lnTo>
                    <a:pt x="2272" y="494"/>
                  </a:lnTo>
                  <a:close/>
                  <a:moveTo>
                    <a:pt x="29" y="458"/>
                  </a:moveTo>
                  <a:lnTo>
                    <a:pt x="49" y="458"/>
                  </a:lnTo>
                  <a:lnTo>
                    <a:pt x="49" y="465"/>
                  </a:lnTo>
                  <a:lnTo>
                    <a:pt x="45" y="465"/>
                  </a:lnTo>
                  <a:lnTo>
                    <a:pt x="45" y="468"/>
                  </a:lnTo>
                  <a:lnTo>
                    <a:pt x="40" y="466"/>
                  </a:lnTo>
                  <a:lnTo>
                    <a:pt x="36" y="463"/>
                  </a:lnTo>
                  <a:lnTo>
                    <a:pt x="33" y="461"/>
                  </a:lnTo>
                  <a:lnTo>
                    <a:pt x="29" y="458"/>
                  </a:lnTo>
                  <a:close/>
                  <a:moveTo>
                    <a:pt x="1239" y="403"/>
                  </a:moveTo>
                  <a:lnTo>
                    <a:pt x="1244" y="407"/>
                  </a:lnTo>
                  <a:lnTo>
                    <a:pt x="1249" y="412"/>
                  </a:lnTo>
                  <a:lnTo>
                    <a:pt x="1253" y="419"/>
                  </a:lnTo>
                  <a:lnTo>
                    <a:pt x="1255" y="426"/>
                  </a:lnTo>
                  <a:lnTo>
                    <a:pt x="1251" y="426"/>
                  </a:lnTo>
                  <a:lnTo>
                    <a:pt x="1248" y="428"/>
                  </a:lnTo>
                  <a:lnTo>
                    <a:pt x="1246" y="428"/>
                  </a:lnTo>
                  <a:lnTo>
                    <a:pt x="1241" y="430"/>
                  </a:lnTo>
                  <a:lnTo>
                    <a:pt x="1235" y="430"/>
                  </a:lnTo>
                  <a:lnTo>
                    <a:pt x="1235" y="426"/>
                  </a:lnTo>
                  <a:lnTo>
                    <a:pt x="1234" y="426"/>
                  </a:lnTo>
                  <a:lnTo>
                    <a:pt x="1234" y="424"/>
                  </a:lnTo>
                  <a:lnTo>
                    <a:pt x="1234" y="424"/>
                  </a:lnTo>
                  <a:lnTo>
                    <a:pt x="1232" y="423"/>
                  </a:lnTo>
                  <a:lnTo>
                    <a:pt x="1234" y="419"/>
                  </a:lnTo>
                  <a:lnTo>
                    <a:pt x="1234" y="417"/>
                  </a:lnTo>
                  <a:lnTo>
                    <a:pt x="1234" y="417"/>
                  </a:lnTo>
                  <a:lnTo>
                    <a:pt x="1234" y="416"/>
                  </a:lnTo>
                  <a:lnTo>
                    <a:pt x="1235" y="414"/>
                  </a:lnTo>
                  <a:lnTo>
                    <a:pt x="1239" y="403"/>
                  </a:lnTo>
                  <a:close/>
                  <a:moveTo>
                    <a:pt x="1209" y="391"/>
                  </a:moveTo>
                  <a:lnTo>
                    <a:pt x="1213" y="395"/>
                  </a:lnTo>
                  <a:lnTo>
                    <a:pt x="1215" y="397"/>
                  </a:lnTo>
                  <a:lnTo>
                    <a:pt x="1215" y="398"/>
                  </a:lnTo>
                  <a:lnTo>
                    <a:pt x="1216" y="402"/>
                  </a:lnTo>
                  <a:lnTo>
                    <a:pt x="1216" y="405"/>
                  </a:lnTo>
                  <a:lnTo>
                    <a:pt x="1216" y="410"/>
                  </a:lnTo>
                  <a:lnTo>
                    <a:pt x="1213" y="410"/>
                  </a:lnTo>
                  <a:lnTo>
                    <a:pt x="1213" y="414"/>
                  </a:lnTo>
                  <a:lnTo>
                    <a:pt x="1206" y="412"/>
                  </a:lnTo>
                  <a:lnTo>
                    <a:pt x="1199" y="410"/>
                  </a:lnTo>
                  <a:lnTo>
                    <a:pt x="1194" y="407"/>
                  </a:lnTo>
                  <a:lnTo>
                    <a:pt x="1190" y="407"/>
                  </a:lnTo>
                  <a:lnTo>
                    <a:pt x="1190" y="403"/>
                  </a:lnTo>
                  <a:lnTo>
                    <a:pt x="1197" y="400"/>
                  </a:lnTo>
                  <a:lnTo>
                    <a:pt x="1204" y="397"/>
                  </a:lnTo>
                  <a:lnTo>
                    <a:pt x="1209" y="391"/>
                  </a:lnTo>
                  <a:close/>
                  <a:moveTo>
                    <a:pt x="1286" y="360"/>
                  </a:moveTo>
                  <a:lnTo>
                    <a:pt x="1290" y="362"/>
                  </a:lnTo>
                  <a:lnTo>
                    <a:pt x="1290" y="362"/>
                  </a:lnTo>
                  <a:lnTo>
                    <a:pt x="1291" y="363"/>
                  </a:lnTo>
                  <a:lnTo>
                    <a:pt x="1291" y="363"/>
                  </a:lnTo>
                  <a:lnTo>
                    <a:pt x="1293" y="365"/>
                  </a:lnTo>
                  <a:lnTo>
                    <a:pt x="1297" y="365"/>
                  </a:lnTo>
                  <a:lnTo>
                    <a:pt x="1297" y="367"/>
                  </a:lnTo>
                  <a:lnTo>
                    <a:pt x="1297" y="369"/>
                  </a:lnTo>
                  <a:lnTo>
                    <a:pt x="1295" y="370"/>
                  </a:lnTo>
                  <a:lnTo>
                    <a:pt x="1295" y="370"/>
                  </a:lnTo>
                  <a:lnTo>
                    <a:pt x="1293" y="372"/>
                  </a:lnTo>
                  <a:lnTo>
                    <a:pt x="1291" y="374"/>
                  </a:lnTo>
                  <a:lnTo>
                    <a:pt x="1290" y="374"/>
                  </a:lnTo>
                  <a:lnTo>
                    <a:pt x="1288" y="376"/>
                  </a:lnTo>
                  <a:lnTo>
                    <a:pt x="1286" y="376"/>
                  </a:lnTo>
                  <a:lnTo>
                    <a:pt x="1283" y="376"/>
                  </a:lnTo>
                  <a:lnTo>
                    <a:pt x="1283" y="370"/>
                  </a:lnTo>
                  <a:lnTo>
                    <a:pt x="1283" y="367"/>
                  </a:lnTo>
                  <a:lnTo>
                    <a:pt x="1284" y="365"/>
                  </a:lnTo>
                  <a:lnTo>
                    <a:pt x="1286" y="360"/>
                  </a:lnTo>
                  <a:close/>
                  <a:moveTo>
                    <a:pt x="0" y="341"/>
                  </a:moveTo>
                  <a:lnTo>
                    <a:pt x="17" y="344"/>
                  </a:lnTo>
                  <a:lnTo>
                    <a:pt x="29" y="349"/>
                  </a:lnTo>
                  <a:lnTo>
                    <a:pt x="38" y="360"/>
                  </a:lnTo>
                  <a:lnTo>
                    <a:pt x="35" y="363"/>
                  </a:lnTo>
                  <a:lnTo>
                    <a:pt x="31" y="363"/>
                  </a:lnTo>
                  <a:lnTo>
                    <a:pt x="29" y="365"/>
                  </a:lnTo>
                  <a:lnTo>
                    <a:pt x="28" y="367"/>
                  </a:lnTo>
                  <a:lnTo>
                    <a:pt x="22" y="369"/>
                  </a:lnTo>
                  <a:lnTo>
                    <a:pt x="19" y="365"/>
                  </a:lnTo>
                  <a:lnTo>
                    <a:pt x="14" y="362"/>
                  </a:lnTo>
                  <a:lnTo>
                    <a:pt x="10" y="358"/>
                  </a:lnTo>
                  <a:lnTo>
                    <a:pt x="5" y="356"/>
                  </a:lnTo>
                  <a:lnTo>
                    <a:pt x="3" y="355"/>
                  </a:lnTo>
                  <a:lnTo>
                    <a:pt x="0" y="351"/>
                  </a:lnTo>
                  <a:lnTo>
                    <a:pt x="0" y="348"/>
                  </a:lnTo>
                  <a:lnTo>
                    <a:pt x="0" y="341"/>
                  </a:lnTo>
                  <a:close/>
                  <a:moveTo>
                    <a:pt x="1178" y="299"/>
                  </a:moveTo>
                  <a:lnTo>
                    <a:pt x="1178" y="307"/>
                  </a:lnTo>
                  <a:lnTo>
                    <a:pt x="1180" y="311"/>
                  </a:lnTo>
                  <a:lnTo>
                    <a:pt x="1181" y="314"/>
                  </a:lnTo>
                  <a:lnTo>
                    <a:pt x="1181" y="320"/>
                  </a:lnTo>
                  <a:lnTo>
                    <a:pt x="1181" y="327"/>
                  </a:lnTo>
                  <a:lnTo>
                    <a:pt x="1201" y="327"/>
                  </a:lnTo>
                  <a:lnTo>
                    <a:pt x="1218" y="346"/>
                  </a:lnTo>
                  <a:lnTo>
                    <a:pt x="1235" y="365"/>
                  </a:lnTo>
                  <a:lnTo>
                    <a:pt x="1235" y="367"/>
                  </a:lnTo>
                  <a:lnTo>
                    <a:pt x="1234" y="369"/>
                  </a:lnTo>
                  <a:lnTo>
                    <a:pt x="1234" y="370"/>
                  </a:lnTo>
                  <a:lnTo>
                    <a:pt x="1234" y="370"/>
                  </a:lnTo>
                  <a:lnTo>
                    <a:pt x="1232" y="372"/>
                  </a:lnTo>
                  <a:lnTo>
                    <a:pt x="1229" y="376"/>
                  </a:lnTo>
                  <a:lnTo>
                    <a:pt x="1227" y="377"/>
                  </a:lnTo>
                  <a:lnTo>
                    <a:pt x="1225" y="379"/>
                  </a:lnTo>
                  <a:lnTo>
                    <a:pt x="1223" y="379"/>
                  </a:lnTo>
                  <a:lnTo>
                    <a:pt x="1218" y="379"/>
                  </a:lnTo>
                  <a:lnTo>
                    <a:pt x="1213" y="381"/>
                  </a:lnTo>
                  <a:lnTo>
                    <a:pt x="1213" y="376"/>
                  </a:lnTo>
                  <a:lnTo>
                    <a:pt x="1213" y="370"/>
                  </a:lnTo>
                  <a:lnTo>
                    <a:pt x="1213" y="367"/>
                  </a:lnTo>
                  <a:lnTo>
                    <a:pt x="1213" y="365"/>
                  </a:lnTo>
                  <a:lnTo>
                    <a:pt x="1209" y="362"/>
                  </a:lnTo>
                  <a:lnTo>
                    <a:pt x="1206" y="360"/>
                  </a:lnTo>
                  <a:lnTo>
                    <a:pt x="1201" y="356"/>
                  </a:lnTo>
                  <a:lnTo>
                    <a:pt x="1195" y="370"/>
                  </a:lnTo>
                  <a:lnTo>
                    <a:pt x="1185" y="379"/>
                  </a:lnTo>
                  <a:lnTo>
                    <a:pt x="1171" y="384"/>
                  </a:lnTo>
                  <a:lnTo>
                    <a:pt x="1171" y="379"/>
                  </a:lnTo>
                  <a:lnTo>
                    <a:pt x="1171" y="376"/>
                  </a:lnTo>
                  <a:lnTo>
                    <a:pt x="1173" y="372"/>
                  </a:lnTo>
                  <a:lnTo>
                    <a:pt x="1171" y="369"/>
                  </a:lnTo>
                  <a:lnTo>
                    <a:pt x="1169" y="365"/>
                  </a:lnTo>
                  <a:lnTo>
                    <a:pt x="1167" y="360"/>
                  </a:lnTo>
                  <a:lnTo>
                    <a:pt x="1162" y="358"/>
                  </a:lnTo>
                  <a:lnTo>
                    <a:pt x="1159" y="356"/>
                  </a:lnTo>
                  <a:lnTo>
                    <a:pt x="1155" y="356"/>
                  </a:lnTo>
                  <a:lnTo>
                    <a:pt x="1152" y="355"/>
                  </a:lnTo>
                  <a:lnTo>
                    <a:pt x="1150" y="355"/>
                  </a:lnTo>
                  <a:lnTo>
                    <a:pt x="1146" y="353"/>
                  </a:lnTo>
                  <a:lnTo>
                    <a:pt x="1143" y="349"/>
                  </a:lnTo>
                  <a:lnTo>
                    <a:pt x="1153" y="337"/>
                  </a:lnTo>
                  <a:lnTo>
                    <a:pt x="1160" y="323"/>
                  </a:lnTo>
                  <a:lnTo>
                    <a:pt x="1167" y="309"/>
                  </a:lnTo>
                  <a:lnTo>
                    <a:pt x="1178" y="299"/>
                  </a:lnTo>
                  <a:close/>
                  <a:moveTo>
                    <a:pt x="2150" y="269"/>
                  </a:moveTo>
                  <a:lnTo>
                    <a:pt x="2152" y="273"/>
                  </a:lnTo>
                  <a:lnTo>
                    <a:pt x="2154" y="276"/>
                  </a:lnTo>
                  <a:lnTo>
                    <a:pt x="2155" y="278"/>
                  </a:lnTo>
                  <a:lnTo>
                    <a:pt x="2155" y="281"/>
                  </a:lnTo>
                  <a:lnTo>
                    <a:pt x="2157" y="285"/>
                  </a:lnTo>
                  <a:lnTo>
                    <a:pt x="2157" y="292"/>
                  </a:lnTo>
                  <a:lnTo>
                    <a:pt x="2157" y="297"/>
                  </a:lnTo>
                  <a:lnTo>
                    <a:pt x="2159" y="311"/>
                  </a:lnTo>
                  <a:lnTo>
                    <a:pt x="2161" y="327"/>
                  </a:lnTo>
                  <a:lnTo>
                    <a:pt x="2161" y="341"/>
                  </a:lnTo>
                  <a:lnTo>
                    <a:pt x="2141" y="351"/>
                  </a:lnTo>
                  <a:lnTo>
                    <a:pt x="2119" y="360"/>
                  </a:lnTo>
                  <a:lnTo>
                    <a:pt x="2098" y="370"/>
                  </a:lnTo>
                  <a:lnTo>
                    <a:pt x="2080" y="384"/>
                  </a:lnTo>
                  <a:lnTo>
                    <a:pt x="2075" y="381"/>
                  </a:lnTo>
                  <a:lnTo>
                    <a:pt x="2066" y="377"/>
                  </a:lnTo>
                  <a:lnTo>
                    <a:pt x="2054" y="370"/>
                  </a:lnTo>
                  <a:lnTo>
                    <a:pt x="2044" y="365"/>
                  </a:lnTo>
                  <a:lnTo>
                    <a:pt x="2035" y="360"/>
                  </a:lnTo>
                  <a:lnTo>
                    <a:pt x="2031" y="356"/>
                  </a:lnTo>
                  <a:lnTo>
                    <a:pt x="2033" y="355"/>
                  </a:lnTo>
                  <a:lnTo>
                    <a:pt x="2035" y="353"/>
                  </a:lnTo>
                  <a:lnTo>
                    <a:pt x="2035" y="353"/>
                  </a:lnTo>
                  <a:lnTo>
                    <a:pt x="2037" y="351"/>
                  </a:lnTo>
                  <a:lnTo>
                    <a:pt x="2037" y="349"/>
                  </a:lnTo>
                  <a:lnTo>
                    <a:pt x="2038" y="346"/>
                  </a:lnTo>
                  <a:lnTo>
                    <a:pt x="2033" y="342"/>
                  </a:lnTo>
                  <a:lnTo>
                    <a:pt x="2026" y="341"/>
                  </a:lnTo>
                  <a:lnTo>
                    <a:pt x="2021" y="337"/>
                  </a:lnTo>
                  <a:lnTo>
                    <a:pt x="2016" y="334"/>
                  </a:lnTo>
                  <a:lnTo>
                    <a:pt x="2019" y="334"/>
                  </a:lnTo>
                  <a:lnTo>
                    <a:pt x="2023" y="330"/>
                  </a:lnTo>
                  <a:lnTo>
                    <a:pt x="2024" y="328"/>
                  </a:lnTo>
                  <a:lnTo>
                    <a:pt x="2026" y="328"/>
                  </a:lnTo>
                  <a:lnTo>
                    <a:pt x="2028" y="327"/>
                  </a:lnTo>
                  <a:lnTo>
                    <a:pt x="2033" y="327"/>
                  </a:lnTo>
                  <a:lnTo>
                    <a:pt x="2038" y="327"/>
                  </a:lnTo>
                  <a:lnTo>
                    <a:pt x="2038" y="314"/>
                  </a:lnTo>
                  <a:lnTo>
                    <a:pt x="2012" y="314"/>
                  </a:lnTo>
                  <a:lnTo>
                    <a:pt x="2007" y="304"/>
                  </a:lnTo>
                  <a:lnTo>
                    <a:pt x="2016" y="297"/>
                  </a:lnTo>
                  <a:lnTo>
                    <a:pt x="2023" y="290"/>
                  </a:lnTo>
                  <a:lnTo>
                    <a:pt x="2031" y="287"/>
                  </a:lnTo>
                  <a:lnTo>
                    <a:pt x="2045" y="283"/>
                  </a:lnTo>
                  <a:lnTo>
                    <a:pt x="2051" y="288"/>
                  </a:lnTo>
                  <a:lnTo>
                    <a:pt x="2054" y="294"/>
                  </a:lnTo>
                  <a:lnTo>
                    <a:pt x="2058" y="297"/>
                  </a:lnTo>
                  <a:lnTo>
                    <a:pt x="2061" y="304"/>
                  </a:lnTo>
                  <a:lnTo>
                    <a:pt x="2072" y="295"/>
                  </a:lnTo>
                  <a:lnTo>
                    <a:pt x="2082" y="288"/>
                  </a:lnTo>
                  <a:lnTo>
                    <a:pt x="2096" y="283"/>
                  </a:lnTo>
                  <a:lnTo>
                    <a:pt x="2098" y="288"/>
                  </a:lnTo>
                  <a:lnTo>
                    <a:pt x="2101" y="290"/>
                  </a:lnTo>
                  <a:lnTo>
                    <a:pt x="2101" y="292"/>
                  </a:lnTo>
                  <a:lnTo>
                    <a:pt x="2103" y="292"/>
                  </a:lnTo>
                  <a:lnTo>
                    <a:pt x="2105" y="292"/>
                  </a:lnTo>
                  <a:lnTo>
                    <a:pt x="2108" y="292"/>
                  </a:lnTo>
                  <a:lnTo>
                    <a:pt x="2117" y="287"/>
                  </a:lnTo>
                  <a:lnTo>
                    <a:pt x="2122" y="281"/>
                  </a:lnTo>
                  <a:lnTo>
                    <a:pt x="2129" y="276"/>
                  </a:lnTo>
                  <a:lnTo>
                    <a:pt x="2136" y="271"/>
                  </a:lnTo>
                  <a:lnTo>
                    <a:pt x="2150" y="269"/>
                  </a:lnTo>
                  <a:close/>
                  <a:moveTo>
                    <a:pt x="1302" y="206"/>
                  </a:moveTo>
                  <a:lnTo>
                    <a:pt x="1305" y="208"/>
                  </a:lnTo>
                  <a:lnTo>
                    <a:pt x="1307" y="210"/>
                  </a:lnTo>
                  <a:lnTo>
                    <a:pt x="1309" y="210"/>
                  </a:lnTo>
                  <a:lnTo>
                    <a:pt x="1311" y="211"/>
                  </a:lnTo>
                  <a:lnTo>
                    <a:pt x="1311" y="213"/>
                  </a:lnTo>
                  <a:lnTo>
                    <a:pt x="1311" y="215"/>
                  </a:lnTo>
                  <a:lnTo>
                    <a:pt x="1312" y="218"/>
                  </a:lnTo>
                  <a:lnTo>
                    <a:pt x="1316" y="224"/>
                  </a:lnTo>
                  <a:lnTo>
                    <a:pt x="1318" y="229"/>
                  </a:lnTo>
                  <a:lnTo>
                    <a:pt x="1319" y="234"/>
                  </a:lnTo>
                  <a:lnTo>
                    <a:pt x="1321" y="241"/>
                  </a:lnTo>
                  <a:lnTo>
                    <a:pt x="1316" y="243"/>
                  </a:lnTo>
                  <a:lnTo>
                    <a:pt x="1311" y="245"/>
                  </a:lnTo>
                  <a:lnTo>
                    <a:pt x="1305" y="245"/>
                  </a:lnTo>
                  <a:lnTo>
                    <a:pt x="1297" y="246"/>
                  </a:lnTo>
                  <a:lnTo>
                    <a:pt x="1295" y="238"/>
                  </a:lnTo>
                  <a:lnTo>
                    <a:pt x="1293" y="229"/>
                  </a:lnTo>
                  <a:lnTo>
                    <a:pt x="1293" y="218"/>
                  </a:lnTo>
                  <a:lnTo>
                    <a:pt x="1297" y="215"/>
                  </a:lnTo>
                  <a:lnTo>
                    <a:pt x="1298" y="211"/>
                  </a:lnTo>
                  <a:lnTo>
                    <a:pt x="1302" y="206"/>
                  </a:lnTo>
                  <a:close/>
                  <a:moveTo>
                    <a:pt x="1604" y="177"/>
                  </a:moveTo>
                  <a:lnTo>
                    <a:pt x="1611" y="180"/>
                  </a:lnTo>
                  <a:lnTo>
                    <a:pt x="1618" y="184"/>
                  </a:lnTo>
                  <a:lnTo>
                    <a:pt x="1621" y="187"/>
                  </a:lnTo>
                  <a:lnTo>
                    <a:pt x="1626" y="191"/>
                  </a:lnTo>
                  <a:lnTo>
                    <a:pt x="1632" y="196"/>
                  </a:lnTo>
                  <a:lnTo>
                    <a:pt x="1630" y="199"/>
                  </a:lnTo>
                  <a:lnTo>
                    <a:pt x="1630" y="199"/>
                  </a:lnTo>
                  <a:lnTo>
                    <a:pt x="1630" y="201"/>
                  </a:lnTo>
                  <a:lnTo>
                    <a:pt x="1628" y="201"/>
                  </a:lnTo>
                  <a:lnTo>
                    <a:pt x="1628" y="203"/>
                  </a:lnTo>
                  <a:lnTo>
                    <a:pt x="1625" y="206"/>
                  </a:lnTo>
                  <a:lnTo>
                    <a:pt x="1625" y="208"/>
                  </a:lnTo>
                  <a:lnTo>
                    <a:pt x="1623" y="208"/>
                  </a:lnTo>
                  <a:lnTo>
                    <a:pt x="1621" y="208"/>
                  </a:lnTo>
                  <a:lnTo>
                    <a:pt x="1619" y="210"/>
                  </a:lnTo>
                  <a:lnTo>
                    <a:pt x="1616" y="211"/>
                  </a:lnTo>
                  <a:lnTo>
                    <a:pt x="1611" y="206"/>
                  </a:lnTo>
                  <a:lnTo>
                    <a:pt x="1606" y="201"/>
                  </a:lnTo>
                  <a:lnTo>
                    <a:pt x="1599" y="196"/>
                  </a:lnTo>
                  <a:lnTo>
                    <a:pt x="1593" y="192"/>
                  </a:lnTo>
                  <a:lnTo>
                    <a:pt x="1597" y="180"/>
                  </a:lnTo>
                  <a:lnTo>
                    <a:pt x="1600" y="180"/>
                  </a:lnTo>
                  <a:lnTo>
                    <a:pt x="1602" y="178"/>
                  </a:lnTo>
                  <a:lnTo>
                    <a:pt x="1602" y="178"/>
                  </a:lnTo>
                  <a:lnTo>
                    <a:pt x="1602" y="178"/>
                  </a:lnTo>
                  <a:lnTo>
                    <a:pt x="1604" y="177"/>
                  </a:lnTo>
                  <a:close/>
                  <a:moveTo>
                    <a:pt x="2963" y="170"/>
                  </a:moveTo>
                  <a:lnTo>
                    <a:pt x="2979" y="170"/>
                  </a:lnTo>
                  <a:lnTo>
                    <a:pt x="2979" y="177"/>
                  </a:lnTo>
                  <a:lnTo>
                    <a:pt x="2976" y="177"/>
                  </a:lnTo>
                  <a:lnTo>
                    <a:pt x="2972" y="180"/>
                  </a:lnTo>
                  <a:lnTo>
                    <a:pt x="2970" y="180"/>
                  </a:lnTo>
                  <a:lnTo>
                    <a:pt x="2967" y="180"/>
                  </a:lnTo>
                  <a:lnTo>
                    <a:pt x="2967" y="178"/>
                  </a:lnTo>
                  <a:lnTo>
                    <a:pt x="2965" y="175"/>
                  </a:lnTo>
                  <a:lnTo>
                    <a:pt x="2965" y="173"/>
                  </a:lnTo>
                  <a:lnTo>
                    <a:pt x="2963" y="171"/>
                  </a:lnTo>
                  <a:lnTo>
                    <a:pt x="2963" y="170"/>
                  </a:lnTo>
                  <a:close/>
                  <a:moveTo>
                    <a:pt x="989" y="149"/>
                  </a:moveTo>
                  <a:lnTo>
                    <a:pt x="1005" y="159"/>
                  </a:lnTo>
                  <a:lnTo>
                    <a:pt x="1019" y="171"/>
                  </a:lnTo>
                  <a:lnTo>
                    <a:pt x="1033" y="184"/>
                  </a:lnTo>
                  <a:lnTo>
                    <a:pt x="1028" y="184"/>
                  </a:lnTo>
                  <a:lnTo>
                    <a:pt x="1024" y="189"/>
                  </a:lnTo>
                  <a:lnTo>
                    <a:pt x="1021" y="191"/>
                  </a:lnTo>
                  <a:lnTo>
                    <a:pt x="1016" y="191"/>
                  </a:lnTo>
                  <a:lnTo>
                    <a:pt x="1010" y="192"/>
                  </a:lnTo>
                  <a:lnTo>
                    <a:pt x="1002" y="192"/>
                  </a:lnTo>
                  <a:lnTo>
                    <a:pt x="995" y="185"/>
                  </a:lnTo>
                  <a:lnTo>
                    <a:pt x="988" y="180"/>
                  </a:lnTo>
                  <a:lnTo>
                    <a:pt x="979" y="177"/>
                  </a:lnTo>
                  <a:lnTo>
                    <a:pt x="979" y="173"/>
                  </a:lnTo>
                  <a:lnTo>
                    <a:pt x="995" y="164"/>
                  </a:lnTo>
                  <a:lnTo>
                    <a:pt x="993" y="161"/>
                  </a:lnTo>
                  <a:lnTo>
                    <a:pt x="991" y="159"/>
                  </a:lnTo>
                  <a:lnTo>
                    <a:pt x="991" y="156"/>
                  </a:lnTo>
                  <a:lnTo>
                    <a:pt x="989" y="149"/>
                  </a:lnTo>
                  <a:close/>
                  <a:moveTo>
                    <a:pt x="4822" y="100"/>
                  </a:moveTo>
                  <a:lnTo>
                    <a:pt x="4826" y="105"/>
                  </a:lnTo>
                  <a:lnTo>
                    <a:pt x="4829" y="109"/>
                  </a:lnTo>
                  <a:lnTo>
                    <a:pt x="4833" y="109"/>
                  </a:lnTo>
                  <a:lnTo>
                    <a:pt x="4835" y="110"/>
                  </a:lnTo>
                  <a:lnTo>
                    <a:pt x="4836" y="110"/>
                  </a:lnTo>
                  <a:lnTo>
                    <a:pt x="4840" y="110"/>
                  </a:lnTo>
                  <a:lnTo>
                    <a:pt x="4842" y="110"/>
                  </a:lnTo>
                  <a:lnTo>
                    <a:pt x="4843" y="110"/>
                  </a:lnTo>
                  <a:lnTo>
                    <a:pt x="4847" y="112"/>
                  </a:lnTo>
                  <a:lnTo>
                    <a:pt x="4849" y="115"/>
                  </a:lnTo>
                  <a:lnTo>
                    <a:pt x="4842" y="121"/>
                  </a:lnTo>
                  <a:lnTo>
                    <a:pt x="4835" y="126"/>
                  </a:lnTo>
                  <a:lnTo>
                    <a:pt x="4800" y="129"/>
                  </a:lnTo>
                  <a:lnTo>
                    <a:pt x="4800" y="115"/>
                  </a:lnTo>
                  <a:lnTo>
                    <a:pt x="4805" y="110"/>
                  </a:lnTo>
                  <a:lnTo>
                    <a:pt x="4810" y="107"/>
                  </a:lnTo>
                  <a:lnTo>
                    <a:pt x="4815" y="103"/>
                  </a:lnTo>
                  <a:lnTo>
                    <a:pt x="4822" y="100"/>
                  </a:lnTo>
                  <a:close/>
                  <a:moveTo>
                    <a:pt x="1063" y="72"/>
                  </a:moveTo>
                  <a:lnTo>
                    <a:pt x="1064" y="79"/>
                  </a:lnTo>
                  <a:lnTo>
                    <a:pt x="1064" y="84"/>
                  </a:lnTo>
                  <a:lnTo>
                    <a:pt x="1066" y="86"/>
                  </a:lnTo>
                  <a:lnTo>
                    <a:pt x="1068" y="88"/>
                  </a:lnTo>
                  <a:lnTo>
                    <a:pt x="1070" y="89"/>
                  </a:lnTo>
                  <a:lnTo>
                    <a:pt x="1073" y="93"/>
                  </a:lnTo>
                  <a:lnTo>
                    <a:pt x="1075" y="96"/>
                  </a:lnTo>
                  <a:lnTo>
                    <a:pt x="1073" y="100"/>
                  </a:lnTo>
                  <a:lnTo>
                    <a:pt x="1071" y="105"/>
                  </a:lnTo>
                  <a:lnTo>
                    <a:pt x="1070" y="109"/>
                  </a:lnTo>
                  <a:lnTo>
                    <a:pt x="1068" y="112"/>
                  </a:lnTo>
                  <a:lnTo>
                    <a:pt x="1066" y="119"/>
                  </a:lnTo>
                  <a:lnTo>
                    <a:pt x="1073" y="121"/>
                  </a:lnTo>
                  <a:lnTo>
                    <a:pt x="1077" y="124"/>
                  </a:lnTo>
                  <a:lnTo>
                    <a:pt x="1080" y="128"/>
                  </a:lnTo>
                  <a:lnTo>
                    <a:pt x="1082" y="131"/>
                  </a:lnTo>
                  <a:lnTo>
                    <a:pt x="1082" y="138"/>
                  </a:lnTo>
                  <a:lnTo>
                    <a:pt x="1082" y="145"/>
                  </a:lnTo>
                  <a:lnTo>
                    <a:pt x="1077" y="149"/>
                  </a:lnTo>
                  <a:lnTo>
                    <a:pt x="1073" y="152"/>
                  </a:lnTo>
                  <a:lnTo>
                    <a:pt x="1071" y="157"/>
                  </a:lnTo>
                  <a:lnTo>
                    <a:pt x="1070" y="163"/>
                  </a:lnTo>
                  <a:lnTo>
                    <a:pt x="1066" y="170"/>
                  </a:lnTo>
                  <a:lnTo>
                    <a:pt x="1091" y="170"/>
                  </a:lnTo>
                  <a:lnTo>
                    <a:pt x="1091" y="185"/>
                  </a:lnTo>
                  <a:lnTo>
                    <a:pt x="1094" y="199"/>
                  </a:lnTo>
                  <a:lnTo>
                    <a:pt x="1105" y="199"/>
                  </a:lnTo>
                  <a:lnTo>
                    <a:pt x="1110" y="194"/>
                  </a:lnTo>
                  <a:lnTo>
                    <a:pt x="1115" y="189"/>
                  </a:lnTo>
                  <a:lnTo>
                    <a:pt x="1120" y="184"/>
                  </a:lnTo>
                  <a:lnTo>
                    <a:pt x="1129" y="180"/>
                  </a:lnTo>
                  <a:lnTo>
                    <a:pt x="1129" y="191"/>
                  </a:lnTo>
                  <a:lnTo>
                    <a:pt x="1127" y="205"/>
                  </a:lnTo>
                  <a:lnTo>
                    <a:pt x="1126" y="217"/>
                  </a:lnTo>
                  <a:lnTo>
                    <a:pt x="1126" y="225"/>
                  </a:lnTo>
                  <a:lnTo>
                    <a:pt x="1124" y="231"/>
                  </a:lnTo>
                  <a:lnTo>
                    <a:pt x="1127" y="234"/>
                  </a:lnTo>
                  <a:lnTo>
                    <a:pt x="1129" y="236"/>
                  </a:lnTo>
                  <a:lnTo>
                    <a:pt x="1131" y="238"/>
                  </a:lnTo>
                  <a:lnTo>
                    <a:pt x="1134" y="239"/>
                  </a:lnTo>
                  <a:lnTo>
                    <a:pt x="1139" y="241"/>
                  </a:lnTo>
                  <a:lnTo>
                    <a:pt x="1148" y="227"/>
                  </a:lnTo>
                  <a:lnTo>
                    <a:pt x="1155" y="211"/>
                  </a:lnTo>
                  <a:lnTo>
                    <a:pt x="1155" y="199"/>
                  </a:lnTo>
                  <a:lnTo>
                    <a:pt x="1153" y="187"/>
                  </a:lnTo>
                  <a:lnTo>
                    <a:pt x="1153" y="175"/>
                  </a:lnTo>
                  <a:lnTo>
                    <a:pt x="1157" y="163"/>
                  </a:lnTo>
                  <a:lnTo>
                    <a:pt x="1167" y="154"/>
                  </a:lnTo>
                  <a:lnTo>
                    <a:pt x="1171" y="150"/>
                  </a:lnTo>
                  <a:lnTo>
                    <a:pt x="1174" y="150"/>
                  </a:lnTo>
                  <a:lnTo>
                    <a:pt x="1178" y="152"/>
                  </a:lnTo>
                  <a:lnTo>
                    <a:pt x="1181" y="154"/>
                  </a:lnTo>
                  <a:lnTo>
                    <a:pt x="1183" y="157"/>
                  </a:lnTo>
                  <a:lnTo>
                    <a:pt x="1187" y="161"/>
                  </a:lnTo>
                  <a:lnTo>
                    <a:pt x="1188" y="164"/>
                  </a:lnTo>
                  <a:lnTo>
                    <a:pt x="1192" y="166"/>
                  </a:lnTo>
                  <a:lnTo>
                    <a:pt x="1194" y="170"/>
                  </a:lnTo>
                  <a:lnTo>
                    <a:pt x="1201" y="170"/>
                  </a:lnTo>
                  <a:lnTo>
                    <a:pt x="1209" y="166"/>
                  </a:lnTo>
                  <a:lnTo>
                    <a:pt x="1218" y="164"/>
                  </a:lnTo>
                  <a:lnTo>
                    <a:pt x="1225" y="170"/>
                  </a:lnTo>
                  <a:lnTo>
                    <a:pt x="1225" y="184"/>
                  </a:lnTo>
                  <a:lnTo>
                    <a:pt x="1225" y="191"/>
                  </a:lnTo>
                  <a:lnTo>
                    <a:pt x="1223" y="203"/>
                  </a:lnTo>
                  <a:lnTo>
                    <a:pt x="1222" y="218"/>
                  </a:lnTo>
                  <a:lnTo>
                    <a:pt x="1218" y="236"/>
                  </a:lnTo>
                  <a:lnTo>
                    <a:pt x="1215" y="250"/>
                  </a:lnTo>
                  <a:lnTo>
                    <a:pt x="1213" y="260"/>
                  </a:lnTo>
                  <a:lnTo>
                    <a:pt x="1206" y="260"/>
                  </a:lnTo>
                  <a:lnTo>
                    <a:pt x="1202" y="259"/>
                  </a:lnTo>
                  <a:lnTo>
                    <a:pt x="1199" y="257"/>
                  </a:lnTo>
                  <a:lnTo>
                    <a:pt x="1195" y="255"/>
                  </a:lnTo>
                  <a:lnTo>
                    <a:pt x="1190" y="253"/>
                  </a:lnTo>
                  <a:lnTo>
                    <a:pt x="1190" y="257"/>
                  </a:lnTo>
                  <a:lnTo>
                    <a:pt x="1192" y="259"/>
                  </a:lnTo>
                  <a:lnTo>
                    <a:pt x="1194" y="260"/>
                  </a:lnTo>
                  <a:lnTo>
                    <a:pt x="1195" y="262"/>
                  </a:lnTo>
                  <a:lnTo>
                    <a:pt x="1195" y="264"/>
                  </a:lnTo>
                  <a:lnTo>
                    <a:pt x="1197" y="267"/>
                  </a:lnTo>
                  <a:lnTo>
                    <a:pt x="1197" y="273"/>
                  </a:lnTo>
                  <a:lnTo>
                    <a:pt x="1148" y="276"/>
                  </a:lnTo>
                  <a:lnTo>
                    <a:pt x="1148" y="280"/>
                  </a:lnTo>
                  <a:lnTo>
                    <a:pt x="1152" y="290"/>
                  </a:lnTo>
                  <a:lnTo>
                    <a:pt x="1150" y="301"/>
                  </a:lnTo>
                  <a:lnTo>
                    <a:pt x="1148" y="318"/>
                  </a:lnTo>
                  <a:lnTo>
                    <a:pt x="1139" y="318"/>
                  </a:lnTo>
                  <a:lnTo>
                    <a:pt x="1127" y="311"/>
                  </a:lnTo>
                  <a:lnTo>
                    <a:pt x="1110" y="307"/>
                  </a:lnTo>
                  <a:lnTo>
                    <a:pt x="1110" y="311"/>
                  </a:lnTo>
                  <a:lnTo>
                    <a:pt x="1113" y="311"/>
                  </a:lnTo>
                  <a:lnTo>
                    <a:pt x="1117" y="314"/>
                  </a:lnTo>
                  <a:lnTo>
                    <a:pt x="1119" y="316"/>
                  </a:lnTo>
                  <a:lnTo>
                    <a:pt x="1120" y="318"/>
                  </a:lnTo>
                  <a:lnTo>
                    <a:pt x="1122" y="320"/>
                  </a:lnTo>
                  <a:lnTo>
                    <a:pt x="1124" y="325"/>
                  </a:lnTo>
                  <a:lnTo>
                    <a:pt x="1124" y="330"/>
                  </a:lnTo>
                  <a:lnTo>
                    <a:pt x="1122" y="334"/>
                  </a:lnTo>
                  <a:lnTo>
                    <a:pt x="1119" y="337"/>
                  </a:lnTo>
                  <a:lnTo>
                    <a:pt x="1117" y="341"/>
                  </a:lnTo>
                  <a:lnTo>
                    <a:pt x="1108" y="348"/>
                  </a:lnTo>
                  <a:lnTo>
                    <a:pt x="1101" y="355"/>
                  </a:lnTo>
                  <a:lnTo>
                    <a:pt x="1098" y="363"/>
                  </a:lnTo>
                  <a:lnTo>
                    <a:pt x="1094" y="376"/>
                  </a:lnTo>
                  <a:lnTo>
                    <a:pt x="1087" y="376"/>
                  </a:lnTo>
                  <a:lnTo>
                    <a:pt x="1082" y="374"/>
                  </a:lnTo>
                  <a:lnTo>
                    <a:pt x="1077" y="372"/>
                  </a:lnTo>
                  <a:lnTo>
                    <a:pt x="1073" y="370"/>
                  </a:lnTo>
                  <a:lnTo>
                    <a:pt x="1066" y="369"/>
                  </a:lnTo>
                  <a:lnTo>
                    <a:pt x="1066" y="372"/>
                  </a:lnTo>
                  <a:lnTo>
                    <a:pt x="1075" y="372"/>
                  </a:lnTo>
                  <a:lnTo>
                    <a:pt x="1077" y="376"/>
                  </a:lnTo>
                  <a:lnTo>
                    <a:pt x="1078" y="379"/>
                  </a:lnTo>
                  <a:lnTo>
                    <a:pt x="1080" y="381"/>
                  </a:lnTo>
                  <a:lnTo>
                    <a:pt x="1080" y="384"/>
                  </a:lnTo>
                  <a:lnTo>
                    <a:pt x="1082" y="390"/>
                  </a:lnTo>
                  <a:lnTo>
                    <a:pt x="1082" y="395"/>
                  </a:lnTo>
                  <a:lnTo>
                    <a:pt x="1066" y="400"/>
                  </a:lnTo>
                  <a:lnTo>
                    <a:pt x="1052" y="409"/>
                  </a:lnTo>
                  <a:lnTo>
                    <a:pt x="1043" y="419"/>
                  </a:lnTo>
                  <a:lnTo>
                    <a:pt x="1037" y="435"/>
                  </a:lnTo>
                  <a:lnTo>
                    <a:pt x="1037" y="458"/>
                  </a:lnTo>
                  <a:lnTo>
                    <a:pt x="1043" y="472"/>
                  </a:lnTo>
                  <a:lnTo>
                    <a:pt x="1047" y="491"/>
                  </a:lnTo>
                  <a:lnTo>
                    <a:pt x="1047" y="510"/>
                  </a:lnTo>
                  <a:lnTo>
                    <a:pt x="1066" y="510"/>
                  </a:lnTo>
                  <a:lnTo>
                    <a:pt x="1066" y="519"/>
                  </a:lnTo>
                  <a:lnTo>
                    <a:pt x="1070" y="522"/>
                  </a:lnTo>
                  <a:lnTo>
                    <a:pt x="1070" y="526"/>
                  </a:lnTo>
                  <a:lnTo>
                    <a:pt x="1070" y="529"/>
                  </a:lnTo>
                  <a:lnTo>
                    <a:pt x="1070" y="531"/>
                  </a:lnTo>
                  <a:lnTo>
                    <a:pt x="1070" y="533"/>
                  </a:lnTo>
                  <a:lnTo>
                    <a:pt x="1070" y="534"/>
                  </a:lnTo>
                  <a:lnTo>
                    <a:pt x="1071" y="536"/>
                  </a:lnTo>
                  <a:lnTo>
                    <a:pt x="1077" y="536"/>
                  </a:lnTo>
                  <a:lnTo>
                    <a:pt x="1082" y="538"/>
                  </a:lnTo>
                  <a:lnTo>
                    <a:pt x="1094" y="536"/>
                  </a:lnTo>
                  <a:lnTo>
                    <a:pt x="1106" y="541"/>
                  </a:lnTo>
                  <a:lnTo>
                    <a:pt x="1119" y="550"/>
                  </a:lnTo>
                  <a:lnTo>
                    <a:pt x="1131" y="562"/>
                  </a:lnTo>
                  <a:lnTo>
                    <a:pt x="1141" y="573"/>
                  </a:lnTo>
                  <a:lnTo>
                    <a:pt x="1152" y="580"/>
                  </a:lnTo>
                  <a:lnTo>
                    <a:pt x="1157" y="582"/>
                  </a:lnTo>
                  <a:lnTo>
                    <a:pt x="1160" y="583"/>
                  </a:lnTo>
                  <a:lnTo>
                    <a:pt x="1164" y="582"/>
                  </a:lnTo>
                  <a:lnTo>
                    <a:pt x="1167" y="582"/>
                  </a:lnTo>
                  <a:lnTo>
                    <a:pt x="1169" y="580"/>
                  </a:lnTo>
                  <a:lnTo>
                    <a:pt x="1173" y="578"/>
                  </a:lnTo>
                  <a:lnTo>
                    <a:pt x="1174" y="576"/>
                  </a:lnTo>
                  <a:lnTo>
                    <a:pt x="1178" y="576"/>
                  </a:lnTo>
                  <a:lnTo>
                    <a:pt x="1206" y="583"/>
                  </a:lnTo>
                  <a:lnTo>
                    <a:pt x="1209" y="602"/>
                  </a:lnTo>
                  <a:lnTo>
                    <a:pt x="1213" y="616"/>
                  </a:lnTo>
                  <a:lnTo>
                    <a:pt x="1215" y="627"/>
                  </a:lnTo>
                  <a:lnTo>
                    <a:pt x="1216" y="637"/>
                  </a:lnTo>
                  <a:lnTo>
                    <a:pt x="1220" y="648"/>
                  </a:lnTo>
                  <a:lnTo>
                    <a:pt x="1229" y="660"/>
                  </a:lnTo>
                  <a:lnTo>
                    <a:pt x="1239" y="676"/>
                  </a:lnTo>
                  <a:lnTo>
                    <a:pt x="1242" y="674"/>
                  </a:lnTo>
                  <a:lnTo>
                    <a:pt x="1244" y="674"/>
                  </a:lnTo>
                  <a:lnTo>
                    <a:pt x="1244" y="674"/>
                  </a:lnTo>
                  <a:lnTo>
                    <a:pt x="1246" y="672"/>
                  </a:lnTo>
                  <a:lnTo>
                    <a:pt x="1248" y="672"/>
                  </a:lnTo>
                  <a:lnTo>
                    <a:pt x="1251" y="671"/>
                  </a:lnTo>
                  <a:lnTo>
                    <a:pt x="1253" y="671"/>
                  </a:lnTo>
                  <a:lnTo>
                    <a:pt x="1253" y="669"/>
                  </a:lnTo>
                  <a:lnTo>
                    <a:pt x="1253" y="669"/>
                  </a:lnTo>
                  <a:lnTo>
                    <a:pt x="1253" y="669"/>
                  </a:lnTo>
                  <a:lnTo>
                    <a:pt x="1253" y="667"/>
                  </a:lnTo>
                  <a:lnTo>
                    <a:pt x="1255" y="664"/>
                  </a:lnTo>
                  <a:lnTo>
                    <a:pt x="1255" y="653"/>
                  </a:lnTo>
                  <a:lnTo>
                    <a:pt x="1253" y="639"/>
                  </a:lnTo>
                  <a:lnTo>
                    <a:pt x="1249" y="622"/>
                  </a:lnTo>
                  <a:lnTo>
                    <a:pt x="1244" y="606"/>
                  </a:lnTo>
                  <a:lnTo>
                    <a:pt x="1258" y="599"/>
                  </a:lnTo>
                  <a:lnTo>
                    <a:pt x="1272" y="589"/>
                  </a:lnTo>
                  <a:lnTo>
                    <a:pt x="1281" y="575"/>
                  </a:lnTo>
                  <a:lnTo>
                    <a:pt x="1286" y="557"/>
                  </a:lnTo>
                  <a:lnTo>
                    <a:pt x="1288" y="547"/>
                  </a:lnTo>
                  <a:lnTo>
                    <a:pt x="1286" y="531"/>
                  </a:lnTo>
                  <a:lnTo>
                    <a:pt x="1286" y="515"/>
                  </a:lnTo>
                  <a:lnTo>
                    <a:pt x="1279" y="512"/>
                  </a:lnTo>
                  <a:lnTo>
                    <a:pt x="1276" y="510"/>
                  </a:lnTo>
                  <a:lnTo>
                    <a:pt x="1272" y="508"/>
                  </a:lnTo>
                  <a:lnTo>
                    <a:pt x="1269" y="505"/>
                  </a:lnTo>
                  <a:lnTo>
                    <a:pt x="1267" y="499"/>
                  </a:lnTo>
                  <a:lnTo>
                    <a:pt x="1274" y="487"/>
                  </a:lnTo>
                  <a:lnTo>
                    <a:pt x="1277" y="473"/>
                  </a:lnTo>
                  <a:lnTo>
                    <a:pt x="1274" y="458"/>
                  </a:lnTo>
                  <a:lnTo>
                    <a:pt x="1270" y="442"/>
                  </a:lnTo>
                  <a:lnTo>
                    <a:pt x="1265" y="424"/>
                  </a:lnTo>
                  <a:lnTo>
                    <a:pt x="1263" y="407"/>
                  </a:lnTo>
                  <a:lnTo>
                    <a:pt x="1267" y="407"/>
                  </a:lnTo>
                  <a:lnTo>
                    <a:pt x="1267" y="403"/>
                  </a:lnTo>
                  <a:lnTo>
                    <a:pt x="1291" y="407"/>
                  </a:lnTo>
                  <a:lnTo>
                    <a:pt x="1312" y="407"/>
                  </a:lnTo>
                  <a:lnTo>
                    <a:pt x="1335" y="403"/>
                  </a:lnTo>
                  <a:lnTo>
                    <a:pt x="1340" y="412"/>
                  </a:lnTo>
                  <a:lnTo>
                    <a:pt x="1345" y="424"/>
                  </a:lnTo>
                  <a:lnTo>
                    <a:pt x="1351" y="433"/>
                  </a:lnTo>
                  <a:lnTo>
                    <a:pt x="1356" y="437"/>
                  </a:lnTo>
                  <a:lnTo>
                    <a:pt x="1359" y="438"/>
                  </a:lnTo>
                  <a:lnTo>
                    <a:pt x="1365" y="438"/>
                  </a:lnTo>
                  <a:lnTo>
                    <a:pt x="1370" y="440"/>
                  </a:lnTo>
                  <a:lnTo>
                    <a:pt x="1375" y="442"/>
                  </a:lnTo>
                  <a:lnTo>
                    <a:pt x="1379" y="445"/>
                  </a:lnTo>
                  <a:lnTo>
                    <a:pt x="1380" y="454"/>
                  </a:lnTo>
                  <a:lnTo>
                    <a:pt x="1384" y="470"/>
                  </a:lnTo>
                  <a:lnTo>
                    <a:pt x="1386" y="484"/>
                  </a:lnTo>
                  <a:lnTo>
                    <a:pt x="1389" y="494"/>
                  </a:lnTo>
                  <a:lnTo>
                    <a:pt x="1391" y="496"/>
                  </a:lnTo>
                  <a:lnTo>
                    <a:pt x="1394" y="499"/>
                  </a:lnTo>
                  <a:lnTo>
                    <a:pt x="1398" y="501"/>
                  </a:lnTo>
                  <a:lnTo>
                    <a:pt x="1401" y="505"/>
                  </a:lnTo>
                  <a:lnTo>
                    <a:pt x="1407" y="506"/>
                  </a:lnTo>
                  <a:lnTo>
                    <a:pt x="1408" y="510"/>
                  </a:lnTo>
                  <a:lnTo>
                    <a:pt x="1422" y="499"/>
                  </a:lnTo>
                  <a:lnTo>
                    <a:pt x="1433" y="486"/>
                  </a:lnTo>
                  <a:lnTo>
                    <a:pt x="1441" y="472"/>
                  </a:lnTo>
                  <a:lnTo>
                    <a:pt x="1455" y="461"/>
                  </a:lnTo>
                  <a:lnTo>
                    <a:pt x="1457" y="473"/>
                  </a:lnTo>
                  <a:lnTo>
                    <a:pt x="1462" y="480"/>
                  </a:lnTo>
                  <a:lnTo>
                    <a:pt x="1469" y="487"/>
                  </a:lnTo>
                  <a:lnTo>
                    <a:pt x="1476" y="494"/>
                  </a:lnTo>
                  <a:lnTo>
                    <a:pt x="1482" y="503"/>
                  </a:lnTo>
                  <a:lnTo>
                    <a:pt x="1482" y="506"/>
                  </a:lnTo>
                  <a:lnTo>
                    <a:pt x="1482" y="510"/>
                  </a:lnTo>
                  <a:lnTo>
                    <a:pt x="1480" y="512"/>
                  </a:lnTo>
                  <a:lnTo>
                    <a:pt x="1480" y="515"/>
                  </a:lnTo>
                  <a:lnTo>
                    <a:pt x="1478" y="519"/>
                  </a:lnTo>
                  <a:lnTo>
                    <a:pt x="1480" y="522"/>
                  </a:lnTo>
                  <a:lnTo>
                    <a:pt x="1482" y="526"/>
                  </a:lnTo>
                  <a:lnTo>
                    <a:pt x="1483" y="527"/>
                  </a:lnTo>
                  <a:lnTo>
                    <a:pt x="1487" y="527"/>
                  </a:lnTo>
                  <a:lnTo>
                    <a:pt x="1490" y="527"/>
                  </a:lnTo>
                  <a:lnTo>
                    <a:pt x="1492" y="527"/>
                  </a:lnTo>
                  <a:lnTo>
                    <a:pt x="1496" y="527"/>
                  </a:lnTo>
                  <a:lnTo>
                    <a:pt x="1497" y="529"/>
                  </a:lnTo>
                  <a:lnTo>
                    <a:pt x="1503" y="543"/>
                  </a:lnTo>
                  <a:lnTo>
                    <a:pt x="1503" y="554"/>
                  </a:lnTo>
                  <a:lnTo>
                    <a:pt x="1501" y="564"/>
                  </a:lnTo>
                  <a:lnTo>
                    <a:pt x="1504" y="573"/>
                  </a:lnTo>
                  <a:lnTo>
                    <a:pt x="1517" y="583"/>
                  </a:lnTo>
                  <a:lnTo>
                    <a:pt x="1506" y="604"/>
                  </a:lnTo>
                  <a:lnTo>
                    <a:pt x="1494" y="622"/>
                  </a:lnTo>
                  <a:lnTo>
                    <a:pt x="1497" y="622"/>
                  </a:lnTo>
                  <a:lnTo>
                    <a:pt x="1508" y="611"/>
                  </a:lnTo>
                  <a:lnTo>
                    <a:pt x="1518" y="602"/>
                  </a:lnTo>
                  <a:lnTo>
                    <a:pt x="1527" y="592"/>
                  </a:lnTo>
                  <a:lnTo>
                    <a:pt x="1539" y="595"/>
                  </a:lnTo>
                  <a:lnTo>
                    <a:pt x="1546" y="602"/>
                  </a:lnTo>
                  <a:lnTo>
                    <a:pt x="1553" y="611"/>
                  </a:lnTo>
                  <a:lnTo>
                    <a:pt x="1555" y="625"/>
                  </a:lnTo>
                  <a:lnTo>
                    <a:pt x="1571" y="625"/>
                  </a:lnTo>
                  <a:lnTo>
                    <a:pt x="1571" y="630"/>
                  </a:lnTo>
                  <a:lnTo>
                    <a:pt x="1572" y="634"/>
                  </a:lnTo>
                  <a:lnTo>
                    <a:pt x="1572" y="639"/>
                  </a:lnTo>
                  <a:lnTo>
                    <a:pt x="1574" y="644"/>
                  </a:lnTo>
                  <a:lnTo>
                    <a:pt x="1572" y="650"/>
                  </a:lnTo>
                  <a:lnTo>
                    <a:pt x="1572" y="653"/>
                  </a:lnTo>
                  <a:lnTo>
                    <a:pt x="1572" y="657"/>
                  </a:lnTo>
                  <a:lnTo>
                    <a:pt x="1574" y="658"/>
                  </a:lnTo>
                  <a:lnTo>
                    <a:pt x="1574" y="662"/>
                  </a:lnTo>
                  <a:lnTo>
                    <a:pt x="1574" y="664"/>
                  </a:lnTo>
                  <a:lnTo>
                    <a:pt x="1574" y="667"/>
                  </a:lnTo>
                  <a:lnTo>
                    <a:pt x="1555" y="681"/>
                  </a:lnTo>
                  <a:lnTo>
                    <a:pt x="1534" y="690"/>
                  </a:lnTo>
                  <a:lnTo>
                    <a:pt x="1510" y="695"/>
                  </a:lnTo>
                  <a:lnTo>
                    <a:pt x="1485" y="698"/>
                  </a:lnTo>
                  <a:lnTo>
                    <a:pt x="1461" y="702"/>
                  </a:lnTo>
                  <a:lnTo>
                    <a:pt x="1436" y="705"/>
                  </a:lnTo>
                  <a:lnTo>
                    <a:pt x="1415" y="712"/>
                  </a:lnTo>
                  <a:lnTo>
                    <a:pt x="1396" y="721"/>
                  </a:lnTo>
                  <a:lnTo>
                    <a:pt x="1382" y="737"/>
                  </a:lnTo>
                  <a:lnTo>
                    <a:pt x="1386" y="737"/>
                  </a:lnTo>
                  <a:lnTo>
                    <a:pt x="1403" y="725"/>
                  </a:lnTo>
                  <a:lnTo>
                    <a:pt x="1424" y="716"/>
                  </a:lnTo>
                  <a:lnTo>
                    <a:pt x="1447" y="711"/>
                  </a:lnTo>
                  <a:lnTo>
                    <a:pt x="1448" y="714"/>
                  </a:lnTo>
                  <a:lnTo>
                    <a:pt x="1450" y="718"/>
                  </a:lnTo>
                  <a:lnTo>
                    <a:pt x="1452" y="719"/>
                  </a:lnTo>
                  <a:lnTo>
                    <a:pt x="1455" y="721"/>
                  </a:lnTo>
                  <a:lnTo>
                    <a:pt x="1459" y="723"/>
                  </a:lnTo>
                  <a:lnTo>
                    <a:pt x="1462" y="726"/>
                  </a:lnTo>
                  <a:lnTo>
                    <a:pt x="1457" y="735"/>
                  </a:lnTo>
                  <a:lnTo>
                    <a:pt x="1454" y="742"/>
                  </a:lnTo>
                  <a:lnTo>
                    <a:pt x="1452" y="749"/>
                  </a:lnTo>
                  <a:lnTo>
                    <a:pt x="1450" y="760"/>
                  </a:lnTo>
                  <a:lnTo>
                    <a:pt x="1464" y="767"/>
                  </a:lnTo>
                  <a:lnTo>
                    <a:pt x="1473" y="777"/>
                  </a:lnTo>
                  <a:lnTo>
                    <a:pt x="1480" y="787"/>
                  </a:lnTo>
                  <a:lnTo>
                    <a:pt x="1489" y="798"/>
                  </a:lnTo>
                  <a:lnTo>
                    <a:pt x="1489" y="801"/>
                  </a:lnTo>
                  <a:lnTo>
                    <a:pt x="1489" y="803"/>
                  </a:lnTo>
                  <a:lnTo>
                    <a:pt x="1487" y="803"/>
                  </a:lnTo>
                  <a:lnTo>
                    <a:pt x="1487" y="805"/>
                  </a:lnTo>
                  <a:lnTo>
                    <a:pt x="1485" y="807"/>
                  </a:lnTo>
                  <a:lnTo>
                    <a:pt x="1475" y="819"/>
                  </a:lnTo>
                  <a:lnTo>
                    <a:pt x="1461" y="829"/>
                  </a:lnTo>
                  <a:lnTo>
                    <a:pt x="1443" y="836"/>
                  </a:lnTo>
                  <a:lnTo>
                    <a:pt x="1443" y="821"/>
                  </a:lnTo>
                  <a:lnTo>
                    <a:pt x="1452" y="815"/>
                  </a:lnTo>
                  <a:lnTo>
                    <a:pt x="1459" y="810"/>
                  </a:lnTo>
                  <a:lnTo>
                    <a:pt x="1466" y="801"/>
                  </a:lnTo>
                  <a:lnTo>
                    <a:pt x="1459" y="798"/>
                  </a:lnTo>
                  <a:lnTo>
                    <a:pt x="1459" y="794"/>
                  </a:lnTo>
                  <a:lnTo>
                    <a:pt x="1457" y="794"/>
                  </a:lnTo>
                  <a:lnTo>
                    <a:pt x="1455" y="794"/>
                  </a:lnTo>
                  <a:lnTo>
                    <a:pt x="1455" y="794"/>
                  </a:lnTo>
                  <a:lnTo>
                    <a:pt x="1455" y="796"/>
                  </a:lnTo>
                  <a:lnTo>
                    <a:pt x="1455" y="798"/>
                  </a:lnTo>
                  <a:lnTo>
                    <a:pt x="1455" y="798"/>
                  </a:lnTo>
                  <a:lnTo>
                    <a:pt x="1443" y="807"/>
                  </a:lnTo>
                  <a:lnTo>
                    <a:pt x="1427" y="814"/>
                  </a:lnTo>
                  <a:lnTo>
                    <a:pt x="1414" y="819"/>
                  </a:lnTo>
                  <a:lnTo>
                    <a:pt x="1400" y="826"/>
                  </a:lnTo>
                  <a:lnTo>
                    <a:pt x="1387" y="835"/>
                  </a:lnTo>
                  <a:lnTo>
                    <a:pt x="1379" y="847"/>
                  </a:lnTo>
                  <a:lnTo>
                    <a:pt x="1373" y="864"/>
                  </a:lnTo>
                  <a:lnTo>
                    <a:pt x="1379" y="866"/>
                  </a:lnTo>
                  <a:lnTo>
                    <a:pt x="1386" y="868"/>
                  </a:lnTo>
                  <a:lnTo>
                    <a:pt x="1389" y="871"/>
                  </a:lnTo>
                  <a:lnTo>
                    <a:pt x="1382" y="871"/>
                  </a:lnTo>
                  <a:lnTo>
                    <a:pt x="1372" y="880"/>
                  </a:lnTo>
                  <a:lnTo>
                    <a:pt x="1358" y="883"/>
                  </a:lnTo>
                  <a:lnTo>
                    <a:pt x="1345" y="885"/>
                  </a:lnTo>
                  <a:lnTo>
                    <a:pt x="1331" y="887"/>
                  </a:lnTo>
                  <a:lnTo>
                    <a:pt x="1321" y="915"/>
                  </a:lnTo>
                  <a:lnTo>
                    <a:pt x="1309" y="945"/>
                  </a:lnTo>
                  <a:lnTo>
                    <a:pt x="1305" y="941"/>
                  </a:lnTo>
                  <a:lnTo>
                    <a:pt x="1304" y="939"/>
                  </a:lnTo>
                  <a:lnTo>
                    <a:pt x="1300" y="938"/>
                  </a:lnTo>
                  <a:lnTo>
                    <a:pt x="1298" y="936"/>
                  </a:lnTo>
                  <a:lnTo>
                    <a:pt x="1293" y="932"/>
                  </a:lnTo>
                  <a:lnTo>
                    <a:pt x="1293" y="941"/>
                  </a:lnTo>
                  <a:lnTo>
                    <a:pt x="1295" y="945"/>
                  </a:lnTo>
                  <a:lnTo>
                    <a:pt x="1298" y="955"/>
                  </a:lnTo>
                  <a:lnTo>
                    <a:pt x="1302" y="967"/>
                  </a:lnTo>
                  <a:lnTo>
                    <a:pt x="1305" y="978"/>
                  </a:lnTo>
                  <a:lnTo>
                    <a:pt x="1305" y="983"/>
                  </a:lnTo>
                  <a:lnTo>
                    <a:pt x="1291" y="992"/>
                  </a:lnTo>
                  <a:lnTo>
                    <a:pt x="1276" y="1000"/>
                  </a:lnTo>
                  <a:lnTo>
                    <a:pt x="1260" y="1011"/>
                  </a:lnTo>
                  <a:lnTo>
                    <a:pt x="1244" y="1021"/>
                  </a:lnTo>
                  <a:lnTo>
                    <a:pt x="1234" y="1035"/>
                  </a:lnTo>
                  <a:lnTo>
                    <a:pt x="1229" y="1053"/>
                  </a:lnTo>
                  <a:lnTo>
                    <a:pt x="1223" y="1067"/>
                  </a:lnTo>
                  <a:lnTo>
                    <a:pt x="1225" y="1084"/>
                  </a:lnTo>
                  <a:lnTo>
                    <a:pt x="1230" y="1103"/>
                  </a:lnTo>
                  <a:lnTo>
                    <a:pt x="1237" y="1123"/>
                  </a:lnTo>
                  <a:lnTo>
                    <a:pt x="1244" y="1142"/>
                  </a:lnTo>
                  <a:lnTo>
                    <a:pt x="1248" y="1159"/>
                  </a:lnTo>
                  <a:lnTo>
                    <a:pt x="1244" y="1159"/>
                  </a:lnTo>
                  <a:lnTo>
                    <a:pt x="1244" y="1163"/>
                  </a:lnTo>
                  <a:lnTo>
                    <a:pt x="1232" y="1159"/>
                  </a:lnTo>
                  <a:lnTo>
                    <a:pt x="1227" y="1144"/>
                  </a:lnTo>
                  <a:lnTo>
                    <a:pt x="1218" y="1124"/>
                  </a:lnTo>
                  <a:lnTo>
                    <a:pt x="1208" y="1103"/>
                  </a:lnTo>
                  <a:lnTo>
                    <a:pt x="1197" y="1088"/>
                  </a:lnTo>
                  <a:lnTo>
                    <a:pt x="1187" y="1079"/>
                  </a:lnTo>
                  <a:lnTo>
                    <a:pt x="1174" y="1077"/>
                  </a:lnTo>
                  <a:lnTo>
                    <a:pt x="1159" y="1070"/>
                  </a:lnTo>
                  <a:lnTo>
                    <a:pt x="1141" y="1063"/>
                  </a:lnTo>
                  <a:lnTo>
                    <a:pt x="1120" y="1060"/>
                  </a:lnTo>
                  <a:lnTo>
                    <a:pt x="1120" y="1063"/>
                  </a:lnTo>
                  <a:lnTo>
                    <a:pt x="1117" y="1063"/>
                  </a:lnTo>
                  <a:lnTo>
                    <a:pt x="1119" y="1069"/>
                  </a:lnTo>
                  <a:lnTo>
                    <a:pt x="1122" y="1074"/>
                  </a:lnTo>
                  <a:lnTo>
                    <a:pt x="1124" y="1077"/>
                  </a:lnTo>
                  <a:lnTo>
                    <a:pt x="1126" y="1081"/>
                  </a:lnTo>
                  <a:lnTo>
                    <a:pt x="1129" y="1086"/>
                  </a:lnTo>
                  <a:lnTo>
                    <a:pt x="1113" y="1086"/>
                  </a:lnTo>
                  <a:lnTo>
                    <a:pt x="1101" y="1081"/>
                  </a:lnTo>
                  <a:lnTo>
                    <a:pt x="1085" y="1077"/>
                  </a:lnTo>
                  <a:lnTo>
                    <a:pt x="1070" y="1077"/>
                  </a:lnTo>
                  <a:lnTo>
                    <a:pt x="1054" y="1079"/>
                  </a:lnTo>
                  <a:lnTo>
                    <a:pt x="1043" y="1082"/>
                  </a:lnTo>
                  <a:lnTo>
                    <a:pt x="1031" y="1088"/>
                  </a:lnTo>
                  <a:lnTo>
                    <a:pt x="1021" y="1095"/>
                  </a:lnTo>
                  <a:lnTo>
                    <a:pt x="1014" y="1105"/>
                  </a:lnTo>
                  <a:lnTo>
                    <a:pt x="1010" y="1114"/>
                  </a:lnTo>
                  <a:lnTo>
                    <a:pt x="1012" y="1121"/>
                  </a:lnTo>
                  <a:lnTo>
                    <a:pt x="1012" y="1130"/>
                  </a:lnTo>
                  <a:lnTo>
                    <a:pt x="1009" y="1140"/>
                  </a:lnTo>
                  <a:lnTo>
                    <a:pt x="1002" y="1163"/>
                  </a:lnTo>
                  <a:lnTo>
                    <a:pt x="1002" y="1180"/>
                  </a:lnTo>
                  <a:lnTo>
                    <a:pt x="1003" y="1198"/>
                  </a:lnTo>
                  <a:lnTo>
                    <a:pt x="1010" y="1215"/>
                  </a:lnTo>
                  <a:lnTo>
                    <a:pt x="1021" y="1236"/>
                  </a:lnTo>
                  <a:lnTo>
                    <a:pt x="1033" y="1238"/>
                  </a:lnTo>
                  <a:lnTo>
                    <a:pt x="1040" y="1240"/>
                  </a:lnTo>
                  <a:lnTo>
                    <a:pt x="1043" y="1243"/>
                  </a:lnTo>
                  <a:lnTo>
                    <a:pt x="1047" y="1245"/>
                  </a:lnTo>
                  <a:lnTo>
                    <a:pt x="1052" y="1247"/>
                  </a:lnTo>
                  <a:lnTo>
                    <a:pt x="1061" y="1243"/>
                  </a:lnTo>
                  <a:lnTo>
                    <a:pt x="1075" y="1236"/>
                  </a:lnTo>
                  <a:lnTo>
                    <a:pt x="1078" y="1234"/>
                  </a:lnTo>
                  <a:lnTo>
                    <a:pt x="1080" y="1234"/>
                  </a:lnTo>
                  <a:lnTo>
                    <a:pt x="1084" y="1234"/>
                  </a:lnTo>
                  <a:lnTo>
                    <a:pt x="1084" y="1234"/>
                  </a:lnTo>
                  <a:lnTo>
                    <a:pt x="1085" y="1234"/>
                  </a:lnTo>
                  <a:lnTo>
                    <a:pt x="1087" y="1234"/>
                  </a:lnTo>
                  <a:lnTo>
                    <a:pt x="1087" y="1233"/>
                  </a:lnTo>
                  <a:lnTo>
                    <a:pt x="1091" y="1229"/>
                  </a:lnTo>
                  <a:lnTo>
                    <a:pt x="1092" y="1224"/>
                  </a:lnTo>
                  <a:lnTo>
                    <a:pt x="1094" y="1219"/>
                  </a:lnTo>
                  <a:lnTo>
                    <a:pt x="1096" y="1213"/>
                  </a:lnTo>
                  <a:lnTo>
                    <a:pt x="1098" y="1210"/>
                  </a:lnTo>
                  <a:lnTo>
                    <a:pt x="1106" y="1201"/>
                  </a:lnTo>
                  <a:lnTo>
                    <a:pt x="1117" y="1196"/>
                  </a:lnTo>
                  <a:lnTo>
                    <a:pt x="1133" y="1194"/>
                  </a:lnTo>
                  <a:lnTo>
                    <a:pt x="1134" y="1198"/>
                  </a:lnTo>
                  <a:lnTo>
                    <a:pt x="1136" y="1199"/>
                  </a:lnTo>
                  <a:lnTo>
                    <a:pt x="1136" y="1201"/>
                  </a:lnTo>
                  <a:lnTo>
                    <a:pt x="1138" y="1201"/>
                  </a:lnTo>
                  <a:lnTo>
                    <a:pt x="1138" y="1199"/>
                  </a:lnTo>
                  <a:lnTo>
                    <a:pt x="1139" y="1199"/>
                  </a:lnTo>
                  <a:lnTo>
                    <a:pt x="1143" y="1199"/>
                  </a:lnTo>
                  <a:lnTo>
                    <a:pt x="1148" y="1198"/>
                  </a:lnTo>
                  <a:lnTo>
                    <a:pt x="1148" y="1213"/>
                  </a:lnTo>
                  <a:lnTo>
                    <a:pt x="1141" y="1220"/>
                  </a:lnTo>
                  <a:lnTo>
                    <a:pt x="1136" y="1233"/>
                  </a:lnTo>
                  <a:lnTo>
                    <a:pt x="1131" y="1250"/>
                  </a:lnTo>
                  <a:lnTo>
                    <a:pt x="1126" y="1266"/>
                  </a:lnTo>
                  <a:lnTo>
                    <a:pt x="1120" y="1278"/>
                  </a:lnTo>
                  <a:lnTo>
                    <a:pt x="1138" y="1278"/>
                  </a:lnTo>
                  <a:lnTo>
                    <a:pt x="1153" y="1276"/>
                  </a:lnTo>
                  <a:lnTo>
                    <a:pt x="1167" y="1276"/>
                  </a:lnTo>
                  <a:lnTo>
                    <a:pt x="1180" y="1278"/>
                  </a:lnTo>
                  <a:lnTo>
                    <a:pt x="1188" y="1283"/>
                  </a:lnTo>
                  <a:lnTo>
                    <a:pt x="1195" y="1294"/>
                  </a:lnTo>
                  <a:lnTo>
                    <a:pt x="1197" y="1309"/>
                  </a:lnTo>
                  <a:lnTo>
                    <a:pt x="1194" y="1320"/>
                  </a:lnTo>
                  <a:lnTo>
                    <a:pt x="1190" y="1334"/>
                  </a:lnTo>
                  <a:lnTo>
                    <a:pt x="1190" y="1348"/>
                  </a:lnTo>
                  <a:lnTo>
                    <a:pt x="1199" y="1357"/>
                  </a:lnTo>
                  <a:lnTo>
                    <a:pt x="1204" y="1363"/>
                  </a:lnTo>
                  <a:lnTo>
                    <a:pt x="1211" y="1370"/>
                  </a:lnTo>
                  <a:lnTo>
                    <a:pt x="1222" y="1376"/>
                  </a:lnTo>
                  <a:lnTo>
                    <a:pt x="1235" y="1379"/>
                  </a:lnTo>
                  <a:lnTo>
                    <a:pt x="1242" y="1370"/>
                  </a:lnTo>
                  <a:lnTo>
                    <a:pt x="1251" y="1367"/>
                  </a:lnTo>
                  <a:lnTo>
                    <a:pt x="1267" y="1367"/>
                  </a:lnTo>
                  <a:lnTo>
                    <a:pt x="1269" y="1370"/>
                  </a:lnTo>
                  <a:lnTo>
                    <a:pt x="1272" y="1374"/>
                  </a:lnTo>
                  <a:lnTo>
                    <a:pt x="1274" y="1376"/>
                  </a:lnTo>
                  <a:lnTo>
                    <a:pt x="1276" y="1376"/>
                  </a:lnTo>
                  <a:lnTo>
                    <a:pt x="1281" y="1377"/>
                  </a:lnTo>
                  <a:lnTo>
                    <a:pt x="1286" y="1379"/>
                  </a:lnTo>
                  <a:lnTo>
                    <a:pt x="1293" y="1365"/>
                  </a:lnTo>
                  <a:lnTo>
                    <a:pt x="1302" y="1355"/>
                  </a:lnTo>
                  <a:lnTo>
                    <a:pt x="1312" y="1346"/>
                  </a:lnTo>
                  <a:lnTo>
                    <a:pt x="1325" y="1339"/>
                  </a:lnTo>
                  <a:lnTo>
                    <a:pt x="1344" y="1336"/>
                  </a:lnTo>
                  <a:lnTo>
                    <a:pt x="1347" y="1334"/>
                  </a:lnTo>
                  <a:lnTo>
                    <a:pt x="1349" y="1334"/>
                  </a:lnTo>
                  <a:lnTo>
                    <a:pt x="1352" y="1334"/>
                  </a:lnTo>
                  <a:lnTo>
                    <a:pt x="1354" y="1334"/>
                  </a:lnTo>
                  <a:lnTo>
                    <a:pt x="1358" y="1336"/>
                  </a:lnTo>
                  <a:lnTo>
                    <a:pt x="1363" y="1336"/>
                  </a:lnTo>
                  <a:lnTo>
                    <a:pt x="1361" y="1339"/>
                  </a:lnTo>
                  <a:lnTo>
                    <a:pt x="1361" y="1343"/>
                  </a:lnTo>
                  <a:lnTo>
                    <a:pt x="1359" y="1343"/>
                  </a:lnTo>
                  <a:lnTo>
                    <a:pt x="1359" y="1344"/>
                  </a:lnTo>
                  <a:lnTo>
                    <a:pt x="1361" y="1344"/>
                  </a:lnTo>
                  <a:lnTo>
                    <a:pt x="1363" y="1346"/>
                  </a:lnTo>
                  <a:lnTo>
                    <a:pt x="1366" y="1348"/>
                  </a:lnTo>
                  <a:lnTo>
                    <a:pt x="1366" y="1344"/>
                  </a:lnTo>
                  <a:lnTo>
                    <a:pt x="1370" y="1341"/>
                  </a:lnTo>
                  <a:lnTo>
                    <a:pt x="1372" y="1339"/>
                  </a:lnTo>
                  <a:lnTo>
                    <a:pt x="1373" y="1337"/>
                  </a:lnTo>
                  <a:lnTo>
                    <a:pt x="1375" y="1336"/>
                  </a:lnTo>
                  <a:lnTo>
                    <a:pt x="1379" y="1334"/>
                  </a:lnTo>
                  <a:lnTo>
                    <a:pt x="1382" y="1332"/>
                  </a:lnTo>
                  <a:lnTo>
                    <a:pt x="1398" y="1346"/>
                  </a:lnTo>
                  <a:lnTo>
                    <a:pt x="1419" y="1353"/>
                  </a:lnTo>
                  <a:lnTo>
                    <a:pt x="1440" y="1355"/>
                  </a:lnTo>
                  <a:lnTo>
                    <a:pt x="1464" y="1353"/>
                  </a:lnTo>
                  <a:lnTo>
                    <a:pt x="1489" y="1351"/>
                  </a:lnTo>
                  <a:lnTo>
                    <a:pt x="1489" y="1355"/>
                  </a:lnTo>
                  <a:lnTo>
                    <a:pt x="1489" y="1357"/>
                  </a:lnTo>
                  <a:lnTo>
                    <a:pt x="1487" y="1358"/>
                  </a:lnTo>
                  <a:lnTo>
                    <a:pt x="1487" y="1358"/>
                  </a:lnTo>
                  <a:lnTo>
                    <a:pt x="1487" y="1360"/>
                  </a:lnTo>
                  <a:lnTo>
                    <a:pt x="1485" y="1363"/>
                  </a:lnTo>
                  <a:lnTo>
                    <a:pt x="1497" y="1367"/>
                  </a:lnTo>
                  <a:lnTo>
                    <a:pt x="1504" y="1372"/>
                  </a:lnTo>
                  <a:lnTo>
                    <a:pt x="1511" y="1377"/>
                  </a:lnTo>
                  <a:lnTo>
                    <a:pt x="1523" y="1383"/>
                  </a:lnTo>
                  <a:lnTo>
                    <a:pt x="1523" y="1393"/>
                  </a:lnTo>
                  <a:lnTo>
                    <a:pt x="1536" y="1397"/>
                  </a:lnTo>
                  <a:lnTo>
                    <a:pt x="1544" y="1398"/>
                  </a:lnTo>
                  <a:lnTo>
                    <a:pt x="1551" y="1405"/>
                  </a:lnTo>
                  <a:lnTo>
                    <a:pt x="1555" y="1416"/>
                  </a:lnTo>
                  <a:lnTo>
                    <a:pt x="1576" y="1418"/>
                  </a:lnTo>
                  <a:lnTo>
                    <a:pt x="1593" y="1419"/>
                  </a:lnTo>
                  <a:lnTo>
                    <a:pt x="1616" y="1421"/>
                  </a:lnTo>
                  <a:lnTo>
                    <a:pt x="1632" y="1442"/>
                  </a:lnTo>
                  <a:lnTo>
                    <a:pt x="1651" y="1461"/>
                  </a:lnTo>
                  <a:lnTo>
                    <a:pt x="1672" y="1477"/>
                  </a:lnTo>
                  <a:lnTo>
                    <a:pt x="1696" y="1489"/>
                  </a:lnTo>
                  <a:lnTo>
                    <a:pt x="1695" y="1496"/>
                  </a:lnTo>
                  <a:lnTo>
                    <a:pt x="1691" y="1500"/>
                  </a:lnTo>
                  <a:lnTo>
                    <a:pt x="1688" y="1505"/>
                  </a:lnTo>
                  <a:lnTo>
                    <a:pt x="1684" y="1508"/>
                  </a:lnTo>
                  <a:lnTo>
                    <a:pt x="1681" y="1514"/>
                  </a:lnTo>
                  <a:lnTo>
                    <a:pt x="1703" y="1514"/>
                  </a:lnTo>
                  <a:lnTo>
                    <a:pt x="1724" y="1521"/>
                  </a:lnTo>
                  <a:lnTo>
                    <a:pt x="1728" y="1533"/>
                  </a:lnTo>
                  <a:lnTo>
                    <a:pt x="1733" y="1531"/>
                  </a:lnTo>
                  <a:lnTo>
                    <a:pt x="1736" y="1529"/>
                  </a:lnTo>
                  <a:lnTo>
                    <a:pt x="1742" y="1531"/>
                  </a:lnTo>
                  <a:lnTo>
                    <a:pt x="1743" y="1531"/>
                  </a:lnTo>
                  <a:lnTo>
                    <a:pt x="1747" y="1533"/>
                  </a:lnTo>
                  <a:lnTo>
                    <a:pt x="1750" y="1535"/>
                  </a:lnTo>
                  <a:lnTo>
                    <a:pt x="1754" y="1536"/>
                  </a:lnTo>
                  <a:lnTo>
                    <a:pt x="1808" y="1540"/>
                  </a:lnTo>
                  <a:lnTo>
                    <a:pt x="1813" y="1545"/>
                  </a:lnTo>
                  <a:lnTo>
                    <a:pt x="1817" y="1555"/>
                  </a:lnTo>
                  <a:lnTo>
                    <a:pt x="1818" y="1564"/>
                  </a:lnTo>
                  <a:lnTo>
                    <a:pt x="1824" y="1571"/>
                  </a:lnTo>
                  <a:lnTo>
                    <a:pt x="1832" y="1573"/>
                  </a:lnTo>
                  <a:lnTo>
                    <a:pt x="1841" y="1573"/>
                  </a:lnTo>
                  <a:lnTo>
                    <a:pt x="1848" y="1571"/>
                  </a:lnTo>
                  <a:lnTo>
                    <a:pt x="1853" y="1578"/>
                  </a:lnTo>
                  <a:lnTo>
                    <a:pt x="1859" y="1583"/>
                  </a:lnTo>
                  <a:lnTo>
                    <a:pt x="1862" y="1589"/>
                  </a:lnTo>
                  <a:lnTo>
                    <a:pt x="1864" y="1596"/>
                  </a:lnTo>
                  <a:lnTo>
                    <a:pt x="1866" y="1604"/>
                  </a:lnTo>
                  <a:lnTo>
                    <a:pt x="1853" y="1620"/>
                  </a:lnTo>
                  <a:lnTo>
                    <a:pt x="1839" y="1639"/>
                  </a:lnTo>
                  <a:lnTo>
                    <a:pt x="1825" y="1660"/>
                  </a:lnTo>
                  <a:lnTo>
                    <a:pt x="1813" y="1681"/>
                  </a:lnTo>
                  <a:lnTo>
                    <a:pt x="1805" y="1697"/>
                  </a:lnTo>
                  <a:lnTo>
                    <a:pt x="1805" y="1707"/>
                  </a:lnTo>
                  <a:lnTo>
                    <a:pt x="1806" y="1721"/>
                  </a:lnTo>
                  <a:lnTo>
                    <a:pt x="1810" y="1737"/>
                  </a:lnTo>
                  <a:lnTo>
                    <a:pt x="1808" y="1751"/>
                  </a:lnTo>
                  <a:lnTo>
                    <a:pt x="1805" y="1760"/>
                  </a:lnTo>
                  <a:lnTo>
                    <a:pt x="1798" y="1774"/>
                  </a:lnTo>
                  <a:lnTo>
                    <a:pt x="1789" y="1789"/>
                  </a:lnTo>
                  <a:lnTo>
                    <a:pt x="1780" y="1805"/>
                  </a:lnTo>
                  <a:lnTo>
                    <a:pt x="1771" y="1817"/>
                  </a:lnTo>
                  <a:lnTo>
                    <a:pt x="1766" y="1824"/>
                  </a:lnTo>
                  <a:lnTo>
                    <a:pt x="1756" y="1828"/>
                  </a:lnTo>
                  <a:lnTo>
                    <a:pt x="1740" y="1830"/>
                  </a:lnTo>
                  <a:lnTo>
                    <a:pt x="1724" y="1831"/>
                  </a:lnTo>
                  <a:lnTo>
                    <a:pt x="1709" y="1835"/>
                  </a:lnTo>
                  <a:lnTo>
                    <a:pt x="1695" y="1840"/>
                  </a:lnTo>
                  <a:lnTo>
                    <a:pt x="1686" y="1850"/>
                  </a:lnTo>
                  <a:lnTo>
                    <a:pt x="1682" y="1856"/>
                  </a:lnTo>
                  <a:lnTo>
                    <a:pt x="1682" y="1859"/>
                  </a:lnTo>
                  <a:lnTo>
                    <a:pt x="1682" y="1863"/>
                  </a:lnTo>
                  <a:lnTo>
                    <a:pt x="1684" y="1868"/>
                  </a:lnTo>
                  <a:lnTo>
                    <a:pt x="1686" y="1873"/>
                  </a:lnTo>
                  <a:lnTo>
                    <a:pt x="1674" y="1873"/>
                  </a:lnTo>
                  <a:lnTo>
                    <a:pt x="1672" y="1896"/>
                  </a:lnTo>
                  <a:lnTo>
                    <a:pt x="1668" y="1915"/>
                  </a:lnTo>
                  <a:lnTo>
                    <a:pt x="1661" y="1931"/>
                  </a:lnTo>
                  <a:lnTo>
                    <a:pt x="1654" y="1946"/>
                  </a:lnTo>
                  <a:lnTo>
                    <a:pt x="1647" y="1966"/>
                  </a:lnTo>
                  <a:lnTo>
                    <a:pt x="1642" y="1966"/>
                  </a:lnTo>
                  <a:lnTo>
                    <a:pt x="1642" y="1959"/>
                  </a:lnTo>
                  <a:lnTo>
                    <a:pt x="1642" y="1955"/>
                  </a:lnTo>
                  <a:lnTo>
                    <a:pt x="1640" y="1950"/>
                  </a:lnTo>
                  <a:lnTo>
                    <a:pt x="1639" y="1946"/>
                  </a:lnTo>
                  <a:lnTo>
                    <a:pt x="1637" y="1948"/>
                  </a:lnTo>
                  <a:lnTo>
                    <a:pt x="1637" y="1948"/>
                  </a:lnTo>
                  <a:lnTo>
                    <a:pt x="1635" y="1948"/>
                  </a:lnTo>
                  <a:lnTo>
                    <a:pt x="1633" y="1950"/>
                  </a:lnTo>
                  <a:lnTo>
                    <a:pt x="1632" y="1950"/>
                  </a:lnTo>
                  <a:lnTo>
                    <a:pt x="1623" y="1971"/>
                  </a:lnTo>
                  <a:lnTo>
                    <a:pt x="1613" y="1985"/>
                  </a:lnTo>
                  <a:lnTo>
                    <a:pt x="1602" y="1997"/>
                  </a:lnTo>
                  <a:lnTo>
                    <a:pt x="1590" y="2011"/>
                  </a:lnTo>
                  <a:lnTo>
                    <a:pt x="1565" y="2006"/>
                  </a:lnTo>
                  <a:lnTo>
                    <a:pt x="1543" y="2001"/>
                  </a:lnTo>
                  <a:lnTo>
                    <a:pt x="1543" y="2008"/>
                  </a:lnTo>
                  <a:lnTo>
                    <a:pt x="1555" y="2015"/>
                  </a:lnTo>
                  <a:lnTo>
                    <a:pt x="1560" y="2025"/>
                  </a:lnTo>
                  <a:lnTo>
                    <a:pt x="1562" y="2035"/>
                  </a:lnTo>
                  <a:lnTo>
                    <a:pt x="1560" y="2048"/>
                  </a:lnTo>
                  <a:lnTo>
                    <a:pt x="1558" y="2062"/>
                  </a:lnTo>
                  <a:lnTo>
                    <a:pt x="1527" y="2063"/>
                  </a:lnTo>
                  <a:lnTo>
                    <a:pt x="1501" y="2070"/>
                  </a:lnTo>
                  <a:lnTo>
                    <a:pt x="1499" y="2074"/>
                  </a:lnTo>
                  <a:lnTo>
                    <a:pt x="1497" y="2079"/>
                  </a:lnTo>
                  <a:lnTo>
                    <a:pt x="1497" y="2086"/>
                  </a:lnTo>
                  <a:lnTo>
                    <a:pt x="1497" y="2093"/>
                  </a:lnTo>
                  <a:lnTo>
                    <a:pt x="1496" y="2097"/>
                  </a:lnTo>
                  <a:lnTo>
                    <a:pt x="1496" y="2098"/>
                  </a:lnTo>
                  <a:lnTo>
                    <a:pt x="1496" y="2102"/>
                  </a:lnTo>
                  <a:lnTo>
                    <a:pt x="1496" y="2105"/>
                  </a:lnTo>
                  <a:lnTo>
                    <a:pt x="1497" y="2112"/>
                  </a:lnTo>
                  <a:lnTo>
                    <a:pt x="1489" y="2112"/>
                  </a:lnTo>
                  <a:lnTo>
                    <a:pt x="1478" y="2114"/>
                  </a:lnTo>
                  <a:lnTo>
                    <a:pt x="1464" y="2114"/>
                  </a:lnTo>
                  <a:lnTo>
                    <a:pt x="1450" y="2116"/>
                  </a:lnTo>
                  <a:lnTo>
                    <a:pt x="1450" y="2123"/>
                  </a:lnTo>
                  <a:lnTo>
                    <a:pt x="1457" y="2126"/>
                  </a:lnTo>
                  <a:lnTo>
                    <a:pt x="1462" y="2130"/>
                  </a:lnTo>
                  <a:lnTo>
                    <a:pt x="1466" y="2131"/>
                  </a:lnTo>
                  <a:lnTo>
                    <a:pt x="1469" y="2133"/>
                  </a:lnTo>
                  <a:lnTo>
                    <a:pt x="1473" y="2137"/>
                  </a:lnTo>
                  <a:lnTo>
                    <a:pt x="1475" y="2140"/>
                  </a:lnTo>
                  <a:lnTo>
                    <a:pt x="1478" y="2145"/>
                  </a:lnTo>
                  <a:lnTo>
                    <a:pt x="1471" y="2147"/>
                  </a:lnTo>
                  <a:lnTo>
                    <a:pt x="1466" y="2149"/>
                  </a:lnTo>
                  <a:lnTo>
                    <a:pt x="1461" y="2151"/>
                  </a:lnTo>
                  <a:lnTo>
                    <a:pt x="1457" y="2152"/>
                  </a:lnTo>
                  <a:lnTo>
                    <a:pt x="1455" y="2158"/>
                  </a:lnTo>
                  <a:lnTo>
                    <a:pt x="1450" y="2168"/>
                  </a:lnTo>
                  <a:lnTo>
                    <a:pt x="1447" y="2179"/>
                  </a:lnTo>
                  <a:lnTo>
                    <a:pt x="1443" y="2189"/>
                  </a:lnTo>
                  <a:lnTo>
                    <a:pt x="1440" y="2191"/>
                  </a:lnTo>
                  <a:lnTo>
                    <a:pt x="1438" y="2191"/>
                  </a:lnTo>
                  <a:lnTo>
                    <a:pt x="1433" y="2193"/>
                  </a:lnTo>
                  <a:lnTo>
                    <a:pt x="1427" y="2193"/>
                  </a:lnTo>
                  <a:lnTo>
                    <a:pt x="1427" y="2198"/>
                  </a:lnTo>
                  <a:lnTo>
                    <a:pt x="1427" y="2201"/>
                  </a:lnTo>
                  <a:lnTo>
                    <a:pt x="1427" y="2203"/>
                  </a:lnTo>
                  <a:lnTo>
                    <a:pt x="1426" y="2205"/>
                  </a:lnTo>
                  <a:lnTo>
                    <a:pt x="1427" y="2207"/>
                  </a:lnTo>
                  <a:lnTo>
                    <a:pt x="1427" y="2208"/>
                  </a:lnTo>
                  <a:lnTo>
                    <a:pt x="1431" y="2215"/>
                  </a:lnTo>
                  <a:lnTo>
                    <a:pt x="1434" y="2221"/>
                  </a:lnTo>
                  <a:lnTo>
                    <a:pt x="1440" y="2224"/>
                  </a:lnTo>
                  <a:lnTo>
                    <a:pt x="1445" y="2227"/>
                  </a:lnTo>
                  <a:lnTo>
                    <a:pt x="1450" y="2231"/>
                  </a:lnTo>
                  <a:lnTo>
                    <a:pt x="1447" y="2243"/>
                  </a:lnTo>
                  <a:lnTo>
                    <a:pt x="1433" y="2250"/>
                  </a:lnTo>
                  <a:lnTo>
                    <a:pt x="1419" y="2264"/>
                  </a:lnTo>
                  <a:lnTo>
                    <a:pt x="1407" y="2282"/>
                  </a:lnTo>
                  <a:lnTo>
                    <a:pt x="1398" y="2299"/>
                  </a:lnTo>
                  <a:lnTo>
                    <a:pt x="1393" y="2315"/>
                  </a:lnTo>
                  <a:lnTo>
                    <a:pt x="1398" y="2320"/>
                  </a:lnTo>
                  <a:lnTo>
                    <a:pt x="1403" y="2325"/>
                  </a:lnTo>
                  <a:lnTo>
                    <a:pt x="1407" y="2330"/>
                  </a:lnTo>
                  <a:lnTo>
                    <a:pt x="1408" y="2339"/>
                  </a:lnTo>
                  <a:lnTo>
                    <a:pt x="1400" y="2341"/>
                  </a:lnTo>
                  <a:lnTo>
                    <a:pt x="1387" y="2348"/>
                  </a:lnTo>
                  <a:lnTo>
                    <a:pt x="1375" y="2358"/>
                  </a:lnTo>
                  <a:lnTo>
                    <a:pt x="1366" y="2369"/>
                  </a:lnTo>
                  <a:lnTo>
                    <a:pt x="1365" y="2372"/>
                  </a:lnTo>
                  <a:lnTo>
                    <a:pt x="1363" y="2376"/>
                  </a:lnTo>
                  <a:lnTo>
                    <a:pt x="1363" y="2379"/>
                  </a:lnTo>
                  <a:lnTo>
                    <a:pt x="1363" y="2385"/>
                  </a:lnTo>
                  <a:lnTo>
                    <a:pt x="1366" y="2385"/>
                  </a:lnTo>
                  <a:lnTo>
                    <a:pt x="1366" y="2381"/>
                  </a:lnTo>
                  <a:lnTo>
                    <a:pt x="1377" y="2369"/>
                  </a:lnTo>
                  <a:lnTo>
                    <a:pt x="1386" y="2357"/>
                  </a:lnTo>
                  <a:lnTo>
                    <a:pt x="1389" y="2358"/>
                  </a:lnTo>
                  <a:lnTo>
                    <a:pt x="1391" y="2358"/>
                  </a:lnTo>
                  <a:lnTo>
                    <a:pt x="1391" y="2360"/>
                  </a:lnTo>
                  <a:lnTo>
                    <a:pt x="1391" y="2360"/>
                  </a:lnTo>
                  <a:lnTo>
                    <a:pt x="1393" y="2362"/>
                  </a:lnTo>
                  <a:lnTo>
                    <a:pt x="1396" y="2371"/>
                  </a:lnTo>
                  <a:lnTo>
                    <a:pt x="1398" y="2381"/>
                  </a:lnTo>
                  <a:lnTo>
                    <a:pt x="1400" y="2393"/>
                  </a:lnTo>
                  <a:lnTo>
                    <a:pt x="1401" y="2404"/>
                  </a:lnTo>
                  <a:lnTo>
                    <a:pt x="1407" y="2404"/>
                  </a:lnTo>
                  <a:lnTo>
                    <a:pt x="1408" y="2404"/>
                  </a:lnTo>
                  <a:lnTo>
                    <a:pt x="1412" y="2404"/>
                  </a:lnTo>
                  <a:lnTo>
                    <a:pt x="1412" y="2406"/>
                  </a:lnTo>
                  <a:lnTo>
                    <a:pt x="1414" y="2406"/>
                  </a:lnTo>
                  <a:lnTo>
                    <a:pt x="1414" y="2407"/>
                  </a:lnTo>
                  <a:lnTo>
                    <a:pt x="1417" y="2411"/>
                  </a:lnTo>
                  <a:lnTo>
                    <a:pt x="1414" y="2413"/>
                  </a:lnTo>
                  <a:lnTo>
                    <a:pt x="1412" y="2414"/>
                  </a:lnTo>
                  <a:lnTo>
                    <a:pt x="1412" y="2416"/>
                  </a:lnTo>
                  <a:lnTo>
                    <a:pt x="1410" y="2416"/>
                  </a:lnTo>
                  <a:lnTo>
                    <a:pt x="1408" y="2418"/>
                  </a:lnTo>
                  <a:lnTo>
                    <a:pt x="1405" y="2419"/>
                  </a:lnTo>
                  <a:lnTo>
                    <a:pt x="1389" y="2423"/>
                  </a:lnTo>
                  <a:lnTo>
                    <a:pt x="1373" y="2419"/>
                  </a:lnTo>
                  <a:lnTo>
                    <a:pt x="1358" y="2411"/>
                  </a:lnTo>
                  <a:lnTo>
                    <a:pt x="1342" y="2399"/>
                  </a:lnTo>
                  <a:lnTo>
                    <a:pt x="1328" y="2385"/>
                  </a:lnTo>
                  <a:lnTo>
                    <a:pt x="1318" y="2371"/>
                  </a:lnTo>
                  <a:lnTo>
                    <a:pt x="1312" y="2357"/>
                  </a:lnTo>
                  <a:lnTo>
                    <a:pt x="1316" y="2357"/>
                  </a:lnTo>
                  <a:lnTo>
                    <a:pt x="1328" y="2369"/>
                  </a:lnTo>
                  <a:lnTo>
                    <a:pt x="1340" y="2379"/>
                  </a:lnTo>
                  <a:lnTo>
                    <a:pt x="1354" y="2388"/>
                  </a:lnTo>
                  <a:lnTo>
                    <a:pt x="1354" y="2381"/>
                  </a:lnTo>
                  <a:lnTo>
                    <a:pt x="1335" y="2371"/>
                  </a:lnTo>
                  <a:lnTo>
                    <a:pt x="1319" y="2357"/>
                  </a:lnTo>
                  <a:lnTo>
                    <a:pt x="1309" y="2337"/>
                  </a:lnTo>
                  <a:lnTo>
                    <a:pt x="1302" y="2315"/>
                  </a:lnTo>
                  <a:lnTo>
                    <a:pt x="1298" y="2292"/>
                  </a:lnTo>
                  <a:lnTo>
                    <a:pt x="1300" y="2266"/>
                  </a:lnTo>
                  <a:lnTo>
                    <a:pt x="1302" y="2241"/>
                  </a:lnTo>
                  <a:lnTo>
                    <a:pt x="1307" y="2219"/>
                  </a:lnTo>
                  <a:lnTo>
                    <a:pt x="1314" y="2198"/>
                  </a:lnTo>
                  <a:lnTo>
                    <a:pt x="1321" y="2180"/>
                  </a:lnTo>
                  <a:lnTo>
                    <a:pt x="1331" y="2180"/>
                  </a:lnTo>
                  <a:lnTo>
                    <a:pt x="1340" y="2145"/>
                  </a:lnTo>
                  <a:lnTo>
                    <a:pt x="1335" y="2145"/>
                  </a:lnTo>
                  <a:lnTo>
                    <a:pt x="1335" y="2142"/>
                  </a:lnTo>
                  <a:lnTo>
                    <a:pt x="1331" y="2145"/>
                  </a:lnTo>
                  <a:lnTo>
                    <a:pt x="1328" y="2149"/>
                  </a:lnTo>
                  <a:lnTo>
                    <a:pt x="1326" y="2152"/>
                  </a:lnTo>
                  <a:lnTo>
                    <a:pt x="1323" y="2156"/>
                  </a:lnTo>
                  <a:lnTo>
                    <a:pt x="1316" y="2158"/>
                  </a:lnTo>
                  <a:lnTo>
                    <a:pt x="1316" y="2154"/>
                  </a:lnTo>
                  <a:lnTo>
                    <a:pt x="1328" y="2081"/>
                  </a:lnTo>
                  <a:lnTo>
                    <a:pt x="1326" y="2074"/>
                  </a:lnTo>
                  <a:lnTo>
                    <a:pt x="1323" y="2062"/>
                  </a:lnTo>
                  <a:lnTo>
                    <a:pt x="1325" y="2051"/>
                  </a:lnTo>
                  <a:lnTo>
                    <a:pt x="1337" y="2009"/>
                  </a:lnTo>
                  <a:lnTo>
                    <a:pt x="1347" y="1966"/>
                  </a:lnTo>
                  <a:lnTo>
                    <a:pt x="1356" y="1919"/>
                  </a:lnTo>
                  <a:lnTo>
                    <a:pt x="1366" y="1873"/>
                  </a:lnTo>
                  <a:lnTo>
                    <a:pt x="1372" y="1843"/>
                  </a:lnTo>
                  <a:lnTo>
                    <a:pt x="1373" y="1812"/>
                  </a:lnTo>
                  <a:lnTo>
                    <a:pt x="1375" y="1782"/>
                  </a:lnTo>
                  <a:lnTo>
                    <a:pt x="1379" y="1754"/>
                  </a:lnTo>
                  <a:lnTo>
                    <a:pt x="1344" y="1741"/>
                  </a:lnTo>
                  <a:lnTo>
                    <a:pt x="1314" y="1721"/>
                  </a:lnTo>
                  <a:lnTo>
                    <a:pt x="1290" y="1695"/>
                  </a:lnTo>
                  <a:lnTo>
                    <a:pt x="1270" y="1667"/>
                  </a:lnTo>
                  <a:lnTo>
                    <a:pt x="1263" y="1651"/>
                  </a:lnTo>
                  <a:lnTo>
                    <a:pt x="1258" y="1636"/>
                  </a:lnTo>
                  <a:lnTo>
                    <a:pt x="1253" y="1618"/>
                  </a:lnTo>
                  <a:lnTo>
                    <a:pt x="1246" y="1604"/>
                  </a:lnTo>
                  <a:lnTo>
                    <a:pt x="1235" y="1594"/>
                  </a:lnTo>
                  <a:lnTo>
                    <a:pt x="1232" y="1590"/>
                  </a:lnTo>
                  <a:lnTo>
                    <a:pt x="1227" y="1590"/>
                  </a:lnTo>
                  <a:lnTo>
                    <a:pt x="1223" y="1589"/>
                  </a:lnTo>
                  <a:lnTo>
                    <a:pt x="1220" y="1585"/>
                  </a:lnTo>
                  <a:lnTo>
                    <a:pt x="1216" y="1582"/>
                  </a:lnTo>
                  <a:lnTo>
                    <a:pt x="1220" y="1575"/>
                  </a:lnTo>
                  <a:lnTo>
                    <a:pt x="1220" y="1569"/>
                  </a:lnTo>
                  <a:lnTo>
                    <a:pt x="1220" y="1562"/>
                  </a:lnTo>
                  <a:lnTo>
                    <a:pt x="1220" y="1555"/>
                  </a:lnTo>
                  <a:lnTo>
                    <a:pt x="1229" y="1550"/>
                  </a:lnTo>
                  <a:lnTo>
                    <a:pt x="1235" y="1545"/>
                  </a:lnTo>
                  <a:lnTo>
                    <a:pt x="1244" y="1540"/>
                  </a:lnTo>
                  <a:lnTo>
                    <a:pt x="1244" y="1536"/>
                  </a:lnTo>
                  <a:lnTo>
                    <a:pt x="1235" y="1536"/>
                  </a:lnTo>
                  <a:lnTo>
                    <a:pt x="1230" y="1535"/>
                  </a:lnTo>
                  <a:lnTo>
                    <a:pt x="1225" y="1535"/>
                  </a:lnTo>
                  <a:lnTo>
                    <a:pt x="1220" y="1533"/>
                  </a:lnTo>
                  <a:lnTo>
                    <a:pt x="1227" y="1517"/>
                  </a:lnTo>
                  <a:lnTo>
                    <a:pt x="1232" y="1501"/>
                  </a:lnTo>
                  <a:lnTo>
                    <a:pt x="1239" y="1486"/>
                  </a:lnTo>
                  <a:lnTo>
                    <a:pt x="1251" y="1473"/>
                  </a:lnTo>
                  <a:lnTo>
                    <a:pt x="1265" y="1461"/>
                  </a:lnTo>
                  <a:lnTo>
                    <a:pt x="1277" y="1447"/>
                  </a:lnTo>
                  <a:lnTo>
                    <a:pt x="1276" y="1437"/>
                  </a:lnTo>
                  <a:lnTo>
                    <a:pt x="1276" y="1423"/>
                  </a:lnTo>
                  <a:lnTo>
                    <a:pt x="1274" y="1409"/>
                  </a:lnTo>
                  <a:lnTo>
                    <a:pt x="1269" y="1400"/>
                  </a:lnTo>
                  <a:lnTo>
                    <a:pt x="1262" y="1390"/>
                  </a:lnTo>
                  <a:lnTo>
                    <a:pt x="1255" y="1379"/>
                  </a:lnTo>
                  <a:lnTo>
                    <a:pt x="1248" y="1379"/>
                  </a:lnTo>
                  <a:lnTo>
                    <a:pt x="1246" y="1381"/>
                  </a:lnTo>
                  <a:lnTo>
                    <a:pt x="1244" y="1383"/>
                  </a:lnTo>
                  <a:lnTo>
                    <a:pt x="1242" y="1384"/>
                  </a:lnTo>
                  <a:lnTo>
                    <a:pt x="1239" y="1386"/>
                  </a:lnTo>
                  <a:lnTo>
                    <a:pt x="1241" y="1390"/>
                  </a:lnTo>
                  <a:lnTo>
                    <a:pt x="1241" y="1393"/>
                  </a:lnTo>
                  <a:lnTo>
                    <a:pt x="1241" y="1393"/>
                  </a:lnTo>
                  <a:lnTo>
                    <a:pt x="1241" y="1395"/>
                  </a:lnTo>
                  <a:lnTo>
                    <a:pt x="1241" y="1395"/>
                  </a:lnTo>
                  <a:lnTo>
                    <a:pt x="1239" y="1398"/>
                  </a:lnTo>
                  <a:lnTo>
                    <a:pt x="1237" y="1398"/>
                  </a:lnTo>
                  <a:lnTo>
                    <a:pt x="1235" y="1400"/>
                  </a:lnTo>
                  <a:lnTo>
                    <a:pt x="1234" y="1400"/>
                  </a:lnTo>
                  <a:lnTo>
                    <a:pt x="1232" y="1400"/>
                  </a:lnTo>
                  <a:lnTo>
                    <a:pt x="1229" y="1402"/>
                  </a:lnTo>
                  <a:lnTo>
                    <a:pt x="1220" y="1395"/>
                  </a:lnTo>
                  <a:lnTo>
                    <a:pt x="1204" y="1386"/>
                  </a:lnTo>
                  <a:lnTo>
                    <a:pt x="1188" y="1377"/>
                  </a:lnTo>
                  <a:lnTo>
                    <a:pt x="1173" y="1370"/>
                  </a:lnTo>
                  <a:lnTo>
                    <a:pt x="1162" y="1367"/>
                  </a:lnTo>
                  <a:lnTo>
                    <a:pt x="1153" y="1346"/>
                  </a:lnTo>
                  <a:lnTo>
                    <a:pt x="1145" y="1334"/>
                  </a:lnTo>
                  <a:lnTo>
                    <a:pt x="1136" y="1325"/>
                  </a:lnTo>
                  <a:lnTo>
                    <a:pt x="1127" y="1322"/>
                  </a:lnTo>
                  <a:lnTo>
                    <a:pt x="1113" y="1318"/>
                  </a:lnTo>
                  <a:lnTo>
                    <a:pt x="1098" y="1313"/>
                  </a:lnTo>
                  <a:lnTo>
                    <a:pt x="1078" y="1306"/>
                  </a:lnTo>
                  <a:lnTo>
                    <a:pt x="1066" y="1297"/>
                  </a:lnTo>
                  <a:lnTo>
                    <a:pt x="1056" y="1288"/>
                  </a:lnTo>
                  <a:lnTo>
                    <a:pt x="1040" y="1281"/>
                  </a:lnTo>
                  <a:lnTo>
                    <a:pt x="1030" y="1281"/>
                  </a:lnTo>
                  <a:lnTo>
                    <a:pt x="1023" y="1285"/>
                  </a:lnTo>
                  <a:lnTo>
                    <a:pt x="1017" y="1288"/>
                  </a:lnTo>
                  <a:lnTo>
                    <a:pt x="1010" y="1292"/>
                  </a:lnTo>
                  <a:lnTo>
                    <a:pt x="1002" y="1290"/>
                  </a:lnTo>
                  <a:lnTo>
                    <a:pt x="998" y="1288"/>
                  </a:lnTo>
                  <a:lnTo>
                    <a:pt x="995" y="1285"/>
                  </a:lnTo>
                  <a:lnTo>
                    <a:pt x="991" y="1281"/>
                  </a:lnTo>
                  <a:lnTo>
                    <a:pt x="986" y="1276"/>
                  </a:lnTo>
                  <a:lnTo>
                    <a:pt x="982" y="1273"/>
                  </a:lnTo>
                  <a:lnTo>
                    <a:pt x="979" y="1271"/>
                  </a:lnTo>
                  <a:lnTo>
                    <a:pt x="956" y="1267"/>
                  </a:lnTo>
                  <a:lnTo>
                    <a:pt x="953" y="1264"/>
                  </a:lnTo>
                  <a:lnTo>
                    <a:pt x="949" y="1261"/>
                  </a:lnTo>
                  <a:lnTo>
                    <a:pt x="946" y="1257"/>
                  </a:lnTo>
                  <a:lnTo>
                    <a:pt x="942" y="1254"/>
                  </a:lnTo>
                  <a:lnTo>
                    <a:pt x="941" y="1252"/>
                  </a:lnTo>
                  <a:lnTo>
                    <a:pt x="921" y="1255"/>
                  </a:lnTo>
                  <a:lnTo>
                    <a:pt x="918" y="1254"/>
                  </a:lnTo>
                  <a:lnTo>
                    <a:pt x="913" y="1247"/>
                  </a:lnTo>
                  <a:lnTo>
                    <a:pt x="904" y="1240"/>
                  </a:lnTo>
                  <a:lnTo>
                    <a:pt x="897" y="1231"/>
                  </a:lnTo>
                  <a:lnTo>
                    <a:pt x="890" y="1224"/>
                  </a:lnTo>
                  <a:lnTo>
                    <a:pt x="886" y="1220"/>
                  </a:lnTo>
                  <a:lnTo>
                    <a:pt x="893" y="1198"/>
                  </a:lnTo>
                  <a:lnTo>
                    <a:pt x="874" y="1177"/>
                  </a:lnTo>
                  <a:lnTo>
                    <a:pt x="857" y="1154"/>
                  </a:lnTo>
                  <a:lnTo>
                    <a:pt x="839" y="1130"/>
                  </a:lnTo>
                  <a:lnTo>
                    <a:pt x="822" y="1105"/>
                  </a:lnTo>
                  <a:lnTo>
                    <a:pt x="818" y="1103"/>
                  </a:lnTo>
                  <a:lnTo>
                    <a:pt x="813" y="1102"/>
                  </a:lnTo>
                  <a:lnTo>
                    <a:pt x="810" y="1102"/>
                  </a:lnTo>
                  <a:lnTo>
                    <a:pt x="804" y="1100"/>
                  </a:lnTo>
                  <a:lnTo>
                    <a:pt x="803" y="1098"/>
                  </a:lnTo>
                  <a:lnTo>
                    <a:pt x="796" y="1089"/>
                  </a:lnTo>
                  <a:lnTo>
                    <a:pt x="792" y="1079"/>
                  </a:lnTo>
                  <a:lnTo>
                    <a:pt x="789" y="1069"/>
                  </a:lnTo>
                  <a:lnTo>
                    <a:pt x="783" y="1058"/>
                  </a:lnTo>
                  <a:lnTo>
                    <a:pt x="775" y="1053"/>
                  </a:lnTo>
                  <a:lnTo>
                    <a:pt x="771" y="1049"/>
                  </a:lnTo>
                  <a:lnTo>
                    <a:pt x="768" y="1046"/>
                  </a:lnTo>
                  <a:lnTo>
                    <a:pt x="764" y="1044"/>
                  </a:lnTo>
                  <a:lnTo>
                    <a:pt x="764" y="1063"/>
                  </a:lnTo>
                  <a:lnTo>
                    <a:pt x="769" y="1070"/>
                  </a:lnTo>
                  <a:lnTo>
                    <a:pt x="780" y="1082"/>
                  </a:lnTo>
                  <a:lnTo>
                    <a:pt x="790" y="1096"/>
                  </a:lnTo>
                  <a:lnTo>
                    <a:pt x="803" y="1114"/>
                  </a:lnTo>
                  <a:lnTo>
                    <a:pt x="813" y="1131"/>
                  </a:lnTo>
                  <a:lnTo>
                    <a:pt x="824" y="1149"/>
                  </a:lnTo>
                  <a:lnTo>
                    <a:pt x="832" y="1165"/>
                  </a:lnTo>
                  <a:lnTo>
                    <a:pt x="836" y="1175"/>
                  </a:lnTo>
                  <a:lnTo>
                    <a:pt x="836" y="1182"/>
                  </a:lnTo>
                  <a:lnTo>
                    <a:pt x="834" y="1185"/>
                  </a:lnTo>
                  <a:lnTo>
                    <a:pt x="832" y="1187"/>
                  </a:lnTo>
                  <a:lnTo>
                    <a:pt x="832" y="1189"/>
                  </a:lnTo>
                  <a:lnTo>
                    <a:pt x="829" y="1191"/>
                  </a:lnTo>
                  <a:lnTo>
                    <a:pt x="829" y="1184"/>
                  </a:lnTo>
                  <a:lnTo>
                    <a:pt x="827" y="1178"/>
                  </a:lnTo>
                  <a:lnTo>
                    <a:pt x="827" y="1175"/>
                  </a:lnTo>
                  <a:lnTo>
                    <a:pt x="825" y="1171"/>
                  </a:lnTo>
                  <a:lnTo>
                    <a:pt x="822" y="1171"/>
                  </a:lnTo>
                  <a:lnTo>
                    <a:pt x="820" y="1171"/>
                  </a:lnTo>
                  <a:lnTo>
                    <a:pt x="818" y="1171"/>
                  </a:lnTo>
                  <a:lnTo>
                    <a:pt x="817" y="1171"/>
                  </a:lnTo>
                  <a:lnTo>
                    <a:pt x="815" y="1171"/>
                  </a:lnTo>
                  <a:lnTo>
                    <a:pt x="810" y="1171"/>
                  </a:lnTo>
                  <a:lnTo>
                    <a:pt x="806" y="1159"/>
                  </a:lnTo>
                  <a:lnTo>
                    <a:pt x="803" y="1147"/>
                  </a:lnTo>
                  <a:lnTo>
                    <a:pt x="797" y="1137"/>
                  </a:lnTo>
                  <a:lnTo>
                    <a:pt x="789" y="1128"/>
                  </a:lnTo>
                  <a:lnTo>
                    <a:pt x="778" y="1121"/>
                  </a:lnTo>
                  <a:lnTo>
                    <a:pt x="768" y="1114"/>
                  </a:lnTo>
                  <a:lnTo>
                    <a:pt x="759" y="1102"/>
                  </a:lnTo>
                  <a:lnTo>
                    <a:pt x="762" y="1100"/>
                  </a:lnTo>
                  <a:lnTo>
                    <a:pt x="764" y="1100"/>
                  </a:lnTo>
                  <a:lnTo>
                    <a:pt x="764" y="1100"/>
                  </a:lnTo>
                  <a:lnTo>
                    <a:pt x="766" y="1100"/>
                  </a:lnTo>
                  <a:lnTo>
                    <a:pt x="766" y="1098"/>
                  </a:lnTo>
                  <a:lnTo>
                    <a:pt x="766" y="1096"/>
                  </a:lnTo>
                  <a:lnTo>
                    <a:pt x="768" y="1095"/>
                  </a:lnTo>
                  <a:lnTo>
                    <a:pt x="755" y="1086"/>
                  </a:lnTo>
                  <a:lnTo>
                    <a:pt x="749" y="1075"/>
                  </a:lnTo>
                  <a:lnTo>
                    <a:pt x="743" y="1063"/>
                  </a:lnTo>
                  <a:lnTo>
                    <a:pt x="740" y="1049"/>
                  </a:lnTo>
                  <a:lnTo>
                    <a:pt x="733" y="1037"/>
                  </a:lnTo>
                  <a:lnTo>
                    <a:pt x="724" y="1027"/>
                  </a:lnTo>
                  <a:lnTo>
                    <a:pt x="714" y="1021"/>
                  </a:lnTo>
                  <a:lnTo>
                    <a:pt x="701" y="1016"/>
                  </a:lnTo>
                  <a:lnTo>
                    <a:pt x="691" y="1009"/>
                  </a:lnTo>
                  <a:lnTo>
                    <a:pt x="684" y="1000"/>
                  </a:lnTo>
                  <a:lnTo>
                    <a:pt x="680" y="990"/>
                  </a:lnTo>
                  <a:lnTo>
                    <a:pt x="675" y="979"/>
                  </a:lnTo>
                  <a:lnTo>
                    <a:pt x="663" y="962"/>
                  </a:lnTo>
                  <a:lnTo>
                    <a:pt x="653" y="950"/>
                  </a:lnTo>
                  <a:lnTo>
                    <a:pt x="642" y="939"/>
                  </a:lnTo>
                  <a:lnTo>
                    <a:pt x="635" y="927"/>
                  </a:lnTo>
                  <a:lnTo>
                    <a:pt x="630" y="911"/>
                  </a:lnTo>
                  <a:lnTo>
                    <a:pt x="626" y="890"/>
                  </a:lnTo>
                  <a:lnTo>
                    <a:pt x="625" y="861"/>
                  </a:lnTo>
                  <a:lnTo>
                    <a:pt x="625" y="854"/>
                  </a:lnTo>
                  <a:lnTo>
                    <a:pt x="626" y="840"/>
                  </a:lnTo>
                  <a:lnTo>
                    <a:pt x="626" y="821"/>
                  </a:lnTo>
                  <a:lnTo>
                    <a:pt x="626" y="798"/>
                  </a:lnTo>
                  <a:lnTo>
                    <a:pt x="626" y="777"/>
                  </a:lnTo>
                  <a:lnTo>
                    <a:pt x="628" y="760"/>
                  </a:lnTo>
                  <a:lnTo>
                    <a:pt x="630" y="749"/>
                  </a:lnTo>
                  <a:lnTo>
                    <a:pt x="635" y="747"/>
                  </a:lnTo>
                  <a:lnTo>
                    <a:pt x="639" y="747"/>
                  </a:lnTo>
                  <a:lnTo>
                    <a:pt x="642" y="747"/>
                  </a:lnTo>
                  <a:lnTo>
                    <a:pt x="646" y="747"/>
                  </a:lnTo>
                  <a:lnTo>
                    <a:pt x="649" y="749"/>
                  </a:lnTo>
                  <a:lnTo>
                    <a:pt x="651" y="753"/>
                  </a:lnTo>
                  <a:lnTo>
                    <a:pt x="654" y="756"/>
                  </a:lnTo>
                  <a:lnTo>
                    <a:pt x="656" y="760"/>
                  </a:lnTo>
                  <a:lnTo>
                    <a:pt x="656" y="740"/>
                  </a:lnTo>
                  <a:lnTo>
                    <a:pt x="644" y="726"/>
                  </a:lnTo>
                  <a:lnTo>
                    <a:pt x="630" y="712"/>
                  </a:lnTo>
                  <a:lnTo>
                    <a:pt x="614" y="702"/>
                  </a:lnTo>
                  <a:lnTo>
                    <a:pt x="614" y="711"/>
                  </a:lnTo>
                  <a:lnTo>
                    <a:pt x="621" y="716"/>
                  </a:lnTo>
                  <a:lnTo>
                    <a:pt x="628" y="721"/>
                  </a:lnTo>
                  <a:lnTo>
                    <a:pt x="635" y="726"/>
                  </a:lnTo>
                  <a:lnTo>
                    <a:pt x="640" y="733"/>
                  </a:lnTo>
                  <a:lnTo>
                    <a:pt x="640" y="737"/>
                  </a:lnTo>
                  <a:lnTo>
                    <a:pt x="639" y="737"/>
                  </a:lnTo>
                  <a:lnTo>
                    <a:pt x="639" y="739"/>
                  </a:lnTo>
                  <a:lnTo>
                    <a:pt x="639" y="739"/>
                  </a:lnTo>
                  <a:lnTo>
                    <a:pt x="637" y="740"/>
                  </a:lnTo>
                  <a:lnTo>
                    <a:pt x="633" y="742"/>
                  </a:lnTo>
                  <a:lnTo>
                    <a:pt x="632" y="744"/>
                  </a:lnTo>
                  <a:lnTo>
                    <a:pt x="626" y="744"/>
                  </a:lnTo>
                  <a:lnTo>
                    <a:pt x="621" y="744"/>
                  </a:lnTo>
                  <a:lnTo>
                    <a:pt x="619" y="744"/>
                  </a:lnTo>
                  <a:lnTo>
                    <a:pt x="619" y="742"/>
                  </a:lnTo>
                  <a:lnTo>
                    <a:pt x="618" y="742"/>
                  </a:lnTo>
                  <a:lnTo>
                    <a:pt x="618" y="742"/>
                  </a:lnTo>
                  <a:lnTo>
                    <a:pt x="614" y="740"/>
                  </a:lnTo>
                  <a:lnTo>
                    <a:pt x="602" y="725"/>
                  </a:lnTo>
                  <a:lnTo>
                    <a:pt x="591" y="709"/>
                  </a:lnTo>
                  <a:lnTo>
                    <a:pt x="583" y="691"/>
                  </a:lnTo>
                  <a:lnTo>
                    <a:pt x="591" y="691"/>
                  </a:lnTo>
                  <a:lnTo>
                    <a:pt x="595" y="693"/>
                  </a:lnTo>
                  <a:lnTo>
                    <a:pt x="598" y="693"/>
                  </a:lnTo>
                  <a:lnTo>
                    <a:pt x="602" y="693"/>
                  </a:lnTo>
                  <a:lnTo>
                    <a:pt x="605" y="691"/>
                  </a:lnTo>
                  <a:lnTo>
                    <a:pt x="591" y="686"/>
                  </a:lnTo>
                  <a:lnTo>
                    <a:pt x="583" y="678"/>
                  </a:lnTo>
                  <a:lnTo>
                    <a:pt x="576" y="667"/>
                  </a:lnTo>
                  <a:lnTo>
                    <a:pt x="570" y="655"/>
                  </a:lnTo>
                  <a:lnTo>
                    <a:pt x="567" y="643"/>
                  </a:lnTo>
                  <a:lnTo>
                    <a:pt x="562" y="632"/>
                  </a:lnTo>
                  <a:lnTo>
                    <a:pt x="555" y="623"/>
                  </a:lnTo>
                  <a:lnTo>
                    <a:pt x="544" y="618"/>
                  </a:lnTo>
                  <a:lnTo>
                    <a:pt x="548" y="595"/>
                  </a:lnTo>
                  <a:lnTo>
                    <a:pt x="536" y="582"/>
                  </a:lnTo>
                  <a:lnTo>
                    <a:pt x="525" y="566"/>
                  </a:lnTo>
                  <a:lnTo>
                    <a:pt x="516" y="550"/>
                  </a:lnTo>
                  <a:lnTo>
                    <a:pt x="504" y="534"/>
                  </a:lnTo>
                  <a:lnTo>
                    <a:pt x="490" y="522"/>
                  </a:lnTo>
                  <a:lnTo>
                    <a:pt x="471" y="513"/>
                  </a:lnTo>
                  <a:lnTo>
                    <a:pt x="448" y="508"/>
                  </a:lnTo>
                  <a:lnTo>
                    <a:pt x="429" y="499"/>
                  </a:lnTo>
                  <a:lnTo>
                    <a:pt x="415" y="487"/>
                  </a:lnTo>
                  <a:lnTo>
                    <a:pt x="399" y="473"/>
                  </a:lnTo>
                  <a:lnTo>
                    <a:pt x="384" y="465"/>
                  </a:lnTo>
                  <a:lnTo>
                    <a:pt x="352" y="465"/>
                  </a:lnTo>
                  <a:lnTo>
                    <a:pt x="342" y="459"/>
                  </a:lnTo>
                  <a:lnTo>
                    <a:pt x="333" y="452"/>
                  </a:lnTo>
                  <a:lnTo>
                    <a:pt x="323" y="447"/>
                  </a:lnTo>
                  <a:lnTo>
                    <a:pt x="307" y="445"/>
                  </a:lnTo>
                  <a:lnTo>
                    <a:pt x="307" y="468"/>
                  </a:lnTo>
                  <a:lnTo>
                    <a:pt x="289" y="477"/>
                  </a:lnTo>
                  <a:lnTo>
                    <a:pt x="274" y="486"/>
                  </a:lnTo>
                  <a:lnTo>
                    <a:pt x="253" y="491"/>
                  </a:lnTo>
                  <a:lnTo>
                    <a:pt x="258" y="475"/>
                  </a:lnTo>
                  <a:lnTo>
                    <a:pt x="265" y="459"/>
                  </a:lnTo>
                  <a:lnTo>
                    <a:pt x="275" y="445"/>
                  </a:lnTo>
                  <a:lnTo>
                    <a:pt x="284" y="430"/>
                  </a:lnTo>
                  <a:lnTo>
                    <a:pt x="275" y="430"/>
                  </a:lnTo>
                  <a:lnTo>
                    <a:pt x="275" y="433"/>
                  </a:lnTo>
                  <a:lnTo>
                    <a:pt x="262" y="444"/>
                  </a:lnTo>
                  <a:lnTo>
                    <a:pt x="251" y="458"/>
                  </a:lnTo>
                  <a:lnTo>
                    <a:pt x="244" y="473"/>
                  </a:lnTo>
                  <a:lnTo>
                    <a:pt x="239" y="489"/>
                  </a:lnTo>
                  <a:lnTo>
                    <a:pt x="232" y="506"/>
                  </a:lnTo>
                  <a:lnTo>
                    <a:pt x="221" y="522"/>
                  </a:lnTo>
                  <a:lnTo>
                    <a:pt x="214" y="529"/>
                  </a:lnTo>
                  <a:lnTo>
                    <a:pt x="200" y="540"/>
                  </a:lnTo>
                  <a:lnTo>
                    <a:pt x="183" y="550"/>
                  </a:lnTo>
                  <a:lnTo>
                    <a:pt x="162" y="562"/>
                  </a:lnTo>
                  <a:lnTo>
                    <a:pt x="141" y="576"/>
                  </a:lnTo>
                  <a:lnTo>
                    <a:pt x="120" y="589"/>
                  </a:lnTo>
                  <a:lnTo>
                    <a:pt x="99" y="599"/>
                  </a:lnTo>
                  <a:lnTo>
                    <a:pt x="83" y="606"/>
                  </a:lnTo>
                  <a:lnTo>
                    <a:pt x="73" y="609"/>
                  </a:lnTo>
                  <a:lnTo>
                    <a:pt x="73" y="606"/>
                  </a:lnTo>
                  <a:lnTo>
                    <a:pt x="77" y="606"/>
                  </a:lnTo>
                  <a:lnTo>
                    <a:pt x="89" y="594"/>
                  </a:lnTo>
                  <a:lnTo>
                    <a:pt x="104" y="583"/>
                  </a:lnTo>
                  <a:lnTo>
                    <a:pt x="122" y="573"/>
                  </a:lnTo>
                  <a:lnTo>
                    <a:pt x="139" y="562"/>
                  </a:lnTo>
                  <a:lnTo>
                    <a:pt x="155" y="550"/>
                  </a:lnTo>
                  <a:lnTo>
                    <a:pt x="167" y="536"/>
                  </a:lnTo>
                  <a:lnTo>
                    <a:pt x="176" y="520"/>
                  </a:lnTo>
                  <a:lnTo>
                    <a:pt x="179" y="499"/>
                  </a:lnTo>
                  <a:lnTo>
                    <a:pt x="166" y="503"/>
                  </a:lnTo>
                  <a:lnTo>
                    <a:pt x="157" y="506"/>
                  </a:lnTo>
                  <a:lnTo>
                    <a:pt x="145" y="510"/>
                  </a:lnTo>
                  <a:lnTo>
                    <a:pt x="145" y="506"/>
                  </a:lnTo>
                  <a:lnTo>
                    <a:pt x="145" y="503"/>
                  </a:lnTo>
                  <a:lnTo>
                    <a:pt x="145" y="503"/>
                  </a:lnTo>
                  <a:lnTo>
                    <a:pt x="143" y="501"/>
                  </a:lnTo>
                  <a:lnTo>
                    <a:pt x="143" y="501"/>
                  </a:lnTo>
                  <a:lnTo>
                    <a:pt x="141" y="501"/>
                  </a:lnTo>
                  <a:lnTo>
                    <a:pt x="138" y="499"/>
                  </a:lnTo>
                  <a:lnTo>
                    <a:pt x="136" y="501"/>
                  </a:lnTo>
                  <a:lnTo>
                    <a:pt x="134" y="503"/>
                  </a:lnTo>
                  <a:lnTo>
                    <a:pt x="132" y="505"/>
                  </a:lnTo>
                  <a:lnTo>
                    <a:pt x="131" y="505"/>
                  </a:lnTo>
                  <a:lnTo>
                    <a:pt x="127" y="506"/>
                  </a:lnTo>
                  <a:lnTo>
                    <a:pt x="122" y="506"/>
                  </a:lnTo>
                  <a:lnTo>
                    <a:pt x="120" y="496"/>
                  </a:lnTo>
                  <a:lnTo>
                    <a:pt x="115" y="482"/>
                  </a:lnTo>
                  <a:lnTo>
                    <a:pt x="111" y="472"/>
                  </a:lnTo>
                  <a:lnTo>
                    <a:pt x="108" y="475"/>
                  </a:lnTo>
                  <a:lnTo>
                    <a:pt x="106" y="477"/>
                  </a:lnTo>
                  <a:lnTo>
                    <a:pt x="104" y="477"/>
                  </a:lnTo>
                  <a:lnTo>
                    <a:pt x="101" y="477"/>
                  </a:lnTo>
                  <a:lnTo>
                    <a:pt x="99" y="475"/>
                  </a:lnTo>
                  <a:lnTo>
                    <a:pt x="82" y="463"/>
                  </a:lnTo>
                  <a:lnTo>
                    <a:pt x="68" y="445"/>
                  </a:lnTo>
                  <a:lnTo>
                    <a:pt x="57" y="426"/>
                  </a:lnTo>
                  <a:lnTo>
                    <a:pt x="63" y="416"/>
                  </a:lnTo>
                  <a:lnTo>
                    <a:pt x="68" y="403"/>
                  </a:lnTo>
                  <a:lnTo>
                    <a:pt x="73" y="393"/>
                  </a:lnTo>
                  <a:lnTo>
                    <a:pt x="80" y="384"/>
                  </a:lnTo>
                  <a:lnTo>
                    <a:pt x="92" y="377"/>
                  </a:lnTo>
                  <a:lnTo>
                    <a:pt x="103" y="374"/>
                  </a:lnTo>
                  <a:lnTo>
                    <a:pt x="113" y="369"/>
                  </a:lnTo>
                  <a:lnTo>
                    <a:pt x="120" y="362"/>
                  </a:lnTo>
                  <a:lnTo>
                    <a:pt x="125" y="351"/>
                  </a:lnTo>
                  <a:lnTo>
                    <a:pt x="125" y="334"/>
                  </a:lnTo>
                  <a:lnTo>
                    <a:pt x="127" y="332"/>
                  </a:lnTo>
                  <a:lnTo>
                    <a:pt x="129" y="332"/>
                  </a:lnTo>
                  <a:lnTo>
                    <a:pt x="129" y="330"/>
                  </a:lnTo>
                  <a:lnTo>
                    <a:pt x="129" y="328"/>
                  </a:lnTo>
                  <a:lnTo>
                    <a:pt x="131" y="327"/>
                  </a:lnTo>
                  <a:lnTo>
                    <a:pt x="115" y="327"/>
                  </a:lnTo>
                  <a:lnTo>
                    <a:pt x="111" y="330"/>
                  </a:lnTo>
                  <a:lnTo>
                    <a:pt x="110" y="332"/>
                  </a:lnTo>
                  <a:lnTo>
                    <a:pt x="108" y="334"/>
                  </a:lnTo>
                  <a:lnTo>
                    <a:pt x="104" y="335"/>
                  </a:lnTo>
                  <a:lnTo>
                    <a:pt x="101" y="337"/>
                  </a:lnTo>
                  <a:lnTo>
                    <a:pt x="96" y="337"/>
                  </a:lnTo>
                  <a:lnTo>
                    <a:pt x="85" y="334"/>
                  </a:lnTo>
                  <a:lnTo>
                    <a:pt x="70" y="328"/>
                  </a:lnTo>
                  <a:lnTo>
                    <a:pt x="52" y="325"/>
                  </a:lnTo>
                  <a:lnTo>
                    <a:pt x="38" y="318"/>
                  </a:lnTo>
                  <a:lnTo>
                    <a:pt x="35" y="292"/>
                  </a:lnTo>
                  <a:lnTo>
                    <a:pt x="42" y="292"/>
                  </a:lnTo>
                  <a:lnTo>
                    <a:pt x="45" y="290"/>
                  </a:lnTo>
                  <a:lnTo>
                    <a:pt x="50" y="288"/>
                  </a:lnTo>
                  <a:lnTo>
                    <a:pt x="54" y="287"/>
                  </a:lnTo>
                  <a:lnTo>
                    <a:pt x="57" y="287"/>
                  </a:lnTo>
                  <a:lnTo>
                    <a:pt x="61" y="283"/>
                  </a:lnTo>
                  <a:lnTo>
                    <a:pt x="64" y="280"/>
                  </a:lnTo>
                  <a:lnTo>
                    <a:pt x="63" y="278"/>
                  </a:lnTo>
                  <a:lnTo>
                    <a:pt x="63" y="278"/>
                  </a:lnTo>
                  <a:lnTo>
                    <a:pt x="63" y="276"/>
                  </a:lnTo>
                  <a:lnTo>
                    <a:pt x="63" y="276"/>
                  </a:lnTo>
                  <a:lnTo>
                    <a:pt x="61" y="273"/>
                  </a:lnTo>
                  <a:lnTo>
                    <a:pt x="77" y="273"/>
                  </a:lnTo>
                  <a:lnTo>
                    <a:pt x="78" y="271"/>
                  </a:lnTo>
                  <a:lnTo>
                    <a:pt x="80" y="271"/>
                  </a:lnTo>
                  <a:lnTo>
                    <a:pt x="82" y="269"/>
                  </a:lnTo>
                  <a:lnTo>
                    <a:pt x="83" y="269"/>
                  </a:lnTo>
                  <a:lnTo>
                    <a:pt x="87" y="269"/>
                  </a:lnTo>
                  <a:lnTo>
                    <a:pt x="92" y="274"/>
                  </a:lnTo>
                  <a:lnTo>
                    <a:pt x="97" y="278"/>
                  </a:lnTo>
                  <a:lnTo>
                    <a:pt x="103" y="283"/>
                  </a:lnTo>
                  <a:lnTo>
                    <a:pt x="106" y="288"/>
                  </a:lnTo>
                  <a:lnTo>
                    <a:pt x="118" y="283"/>
                  </a:lnTo>
                  <a:lnTo>
                    <a:pt x="118" y="276"/>
                  </a:lnTo>
                  <a:lnTo>
                    <a:pt x="115" y="271"/>
                  </a:lnTo>
                  <a:lnTo>
                    <a:pt x="113" y="266"/>
                  </a:lnTo>
                  <a:lnTo>
                    <a:pt x="111" y="260"/>
                  </a:lnTo>
                  <a:lnTo>
                    <a:pt x="110" y="255"/>
                  </a:lnTo>
                  <a:lnTo>
                    <a:pt x="106" y="250"/>
                  </a:lnTo>
                  <a:lnTo>
                    <a:pt x="94" y="236"/>
                  </a:lnTo>
                  <a:lnTo>
                    <a:pt x="80" y="225"/>
                  </a:lnTo>
                  <a:lnTo>
                    <a:pt x="64" y="215"/>
                  </a:lnTo>
                  <a:lnTo>
                    <a:pt x="50" y="205"/>
                  </a:lnTo>
                  <a:lnTo>
                    <a:pt x="42" y="189"/>
                  </a:lnTo>
                  <a:lnTo>
                    <a:pt x="45" y="184"/>
                  </a:lnTo>
                  <a:lnTo>
                    <a:pt x="47" y="178"/>
                  </a:lnTo>
                  <a:lnTo>
                    <a:pt x="49" y="173"/>
                  </a:lnTo>
                  <a:lnTo>
                    <a:pt x="70" y="175"/>
                  </a:lnTo>
                  <a:lnTo>
                    <a:pt x="90" y="173"/>
                  </a:lnTo>
                  <a:lnTo>
                    <a:pt x="106" y="164"/>
                  </a:lnTo>
                  <a:lnTo>
                    <a:pt x="111" y="152"/>
                  </a:lnTo>
                  <a:lnTo>
                    <a:pt x="115" y="140"/>
                  </a:lnTo>
                  <a:lnTo>
                    <a:pt x="118" y="129"/>
                  </a:lnTo>
                  <a:lnTo>
                    <a:pt x="131" y="119"/>
                  </a:lnTo>
                  <a:lnTo>
                    <a:pt x="148" y="110"/>
                  </a:lnTo>
                  <a:lnTo>
                    <a:pt x="167" y="105"/>
                  </a:lnTo>
                  <a:lnTo>
                    <a:pt x="183" y="98"/>
                  </a:lnTo>
                  <a:lnTo>
                    <a:pt x="199" y="88"/>
                  </a:lnTo>
                  <a:lnTo>
                    <a:pt x="204" y="91"/>
                  </a:lnTo>
                  <a:lnTo>
                    <a:pt x="207" y="93"/>
                  </a:lnTo>
                  <a:lnTo>
                    <a:pt x="207" y="96"/>
                  </a:lnTo>
                  <a:lnTo>
                    <a:pt x="209" y="98"/>
                  </a:lnTo>
                  <a:lnTo>
                    <a:pt x="209" y="102"/>
                  </a:lnTo>
                  <a:lnTo>
                    <a:pt x="211" y="103"/>
                  </a:lnTo>
                  <a:lnTo>
                    <a:pt x="214" y="107"/>
                  </a:lnTo>
                  <a:lnTo>
                    <a:pt x="218" y="110"/>
                  </a:lnTo>
                  <a:lnTo>
                    <a:pt x="223" y="110"/>
                  </a:lnTo>
                  <a:lnTo>
                    <a:pt x="227" y="110"/>
                  </a:lnTo>
                  <a:lnTo>
                    <a:pt x="230" y="109"/>
                  </a:lnTo>
                  <a:lnTo>
                    <a:pt x="234" y="107"/>
                  </a:lnTo>
                  <a:lnTo>
                    <a:pt x="237" y="107"/>
                  </a:lnTo>
                  <a:lnTo>
                    <a:pt x="241" y="107"/>
                  </a:lnTo>
                  <a:lnTo>
                    <a:pt x="244" y="109"/>
                  </a:lnTo>
                  <a:lnTo>
                    <a:pt x="248" y="112"/>
                  </a:lnTo>
                  <a:lnTo>
                    <a:pt x="253" y="117"/>
                  </a:lnTo>
                  <a:lnTo>
                    <a:pt x="256" y="121"/>
                  </a:lnTo>
                  <a:lnTo>
                    <a:pt x="260" y="124"/>
                  </a:lnTo>
                  <a:lnTo>
                    <a:pt x="265" y="126"/>
                  </a:lnTo>
                  <a:lnTo>
                    <a:pt x="270" y="128"/>
                  </a:lnTo>
                  <a:lnTo>
                    <a:pt x="275" y="126"/>
                  </a:lnTo>
                  <a:lnTo>
                    <a:pt x="279" y="126"/>
                  </a:lnTo>
                  <a:lnTo>
                    <a:pt x="282" y="124"/>
                  </a:lnTo>
                  <a:lnTo>
                    <a:pt x="288" y="122"/>
                  </a:lnTo>
                  <a:lnTo>
                    <a:pt x="291" y="122"/>
                  </a:lnTo>
                  <a:lnTo>
                    <a:pt x="302" y="126"/>
                  </a:lnTo>
                  <a:lnTo>
                    <a:pt x="317" y="131"/>
                  </a:lnTo>
                  <a:lnTo>
                    <a:pt x="331" y="138"/>
                  </a:lnTo>
                  <a:lnTo>
                    <a:pt x="345" y="142"/>
                  </a:lnTo>
                  <a:lnTo>
                    <a:pt x="375" y="138"/>
                  </a:lnTo>
                  <a:lnTo>
                    <a:pt x="394" y="147"/>
                  </a:lnTo>
                  <a:lnTo>
                    <a:pt x="412" y="159"/>
                  </a:lnTo>
                  <a:lnTo>
                    <a:pt x="429" y="170"/>
                  </a:lnTo>
                  <a:lnTo>
                    <a:pt x="448" y="180"/>
                  </a:lnTo>
                  <a:lnTo>
                    <a:pt x="471" y="184"/>
                  </a:lnTo>
                  <a:lnTo>
                    <a:pt x="471" y="177"/>
                  </a:lnTo>
                  <a:lnTo>
                    <a:pt x="466" y="171"/>
                  </a:lnTo>
                  <a:lnTo>
                    <a:pt x="461" y="164"/>
                  </a:lnTo>
                  <a:lnTo>
                    <a:pt x="455" y="157"/>
                  </a:lnTo>
                  <a:lnTo>
                    <a:pt x="452" y="149"/>
                  </a:lnTo>
                  <a:lnTo>
                    <a:pt x="473" y="147"/>
                  </a:lnTo>
                  <a:lnTo>
                    <a:pt x="487" y="143"/>
                  </a:lnTo>
                  <a:lnTo>
                    <a:pt x="499" y="136"/>
                  </a:lnTo>
                  <a:lnTo>
                    <a:pt x="509" y="129"/>
                  </a:lnTo>
                  <a:lnTo>
                    <a:pt x="520" y="121"/>
                  </a:lnTo>
                  <a:lnTo>
                    <a:pt x="532" y="115"/>
                  </a:lnTo>
                  <a:lnTo>
                    <a:pt x="548" y="112"/>
                  </a:lnTo>
                  <a:lnTo>
                    <a:pt x="551" y="114"/>
                  </a:lnTo>
                  <a:lnTo>
                    <a:pt x="557" y="115"/>
                  </a:lnTo>
                  <a:lnTo>
                    <a:pt x="560" y="117"/>
                  </a:lnTo>
                  <a:lnTo>
                    <a:pt x="563" y="119"/>
                  </a:lnTo>
                  <a:lnTo>
                    <a:pt x="557" y="119"/>
                  </a:lnTo>
                  <a:lnTo>
                    <a:pt x="539" y="133"/>
                  </a:lnTo>
                  <a:lnTo>
                    <a:pt x="520" y="145"/>
                  </a:lnTo>
                  <a:lnTo>
                    <a:pt x="499" y="154"/>
                  </a:lnTo>
                  <a:lnTo>
                    <a:pt x="499" y="161"/>
                  </a:lnTo>
                  <a:lnTo>
                    <a:pt x="518" y="164"/>
                  </a:lnTo>
                  <a:lnTo>
                    <a:pt x="527" y="154"/>
                  </a:lnTo>
                  <a:lnTo>
                    <a:pt x="536" y="149"/>
                  </a:lnTo>
                  <a:lnTo>
                    <a:pt x="548" y="147"/>
                  </a:lnTo>
                  <a:lnTo>
                    <a:pt x="560" y="147"/>
                  </a:lnTo>
                  <a:lnTo>
                    <a:pt x="576" y="145"/>
                  </a:lnTo>
                  <a:lnTo>
                    <a:pt x="577" y="140"/>
                  </a:lnTo>
                  <a:lnTo>
                    <a:pt x="579" y="135"/>
                  </a:lnTo>
                  <a:lnTo>
                    <a:pt x="583" y="129"/>
                  </a:lnTo>
                  <a:lnTo>
                    <a:pt x="586" y="126"/>
                  </a:lnTo>
                  <a:lnTo>
                    <a:pt x="591" y="138"/>
                  </a:lnTo>
                  <a:lnTo>
                    <a:pt x="597" y="147"/>
                  </a:lnTo>
                  <a:lnTo>
                    <a:pt x="605" y="154"/>
                  </a:lnTo>
                  <a:lnTo>
                    <a:pt x="618" y="157"/>
                  </a:lnTo>
                  <a:lnTo>
                    <a:pt x="621" y="154"/>
                  </a:lnTo>
                  <a:lnTo>
                    <a:pt x="623" y="152"/>
                  </a:lnTo>
                  <a:lnTo>
                    <a:pt x="626" y="150"/>
                  </a:lnTo>
                  <a:lnTo>
                    <a:pt x="628" y="149"/>
                  </a:lnTo>
                  <a:lnTo>
                    <a:pt x="632" y="149"/>
                  </a:lnTo>
                  <a:lnTo>
                    <a:pt x="633" y="149"/>
                  </a:lnTo>
                  <a:lnTo>
                    <a:pt x="637" y="154"/>
                  </a:lnTo>
                  <a:lnTo>
                    <a:pt x="639" y="157"/>
                  </a:lnTo>
                  <a:lnTo>
                    <a:pt x="640" y="161"/>
                  </a:lnTo>
                  <a:lnTo>
                    <a:pt x="646" y="159"/>
                  </a:lnTo>
                  <a:lnTo>
                    <a:pt x="651" y="156"/>
                  </a:lnTo>
                  <a:lnTo>
                    <a:pt x="654" y="152"/>
                  </a:lnTo>
                  <a:lnTo>
                    <a:pt x="659" y="150"/>
                  </a:lnTo>
                  <a:lnTo>
                    <a:pt x="663" y="149"/>
                  </a:lnTo>
                  <a:lnTo>
                    <a:pt x="682" y="154"/>
                  </a:lnTo>
                  <a:lnTo>
                    <a:pt x="698" y="166"/>
                  </a:lnTo>
                  <a:lnTo>
                    <a:pt x="714" y="178"/>
                  </a:lnTo>
                  <a:lnTo>
                    <a:pt x="729" y="189"/>
                  </a:lnTo>
                  <a:lnTo>
                    <a:pt x="735" y="189"/>
                  </a:lnTo>
                  <a:lnTo>
                    <a:pt x="740" y="189"/>
                  </a:lnTo>
                  <a:lnTo>
                    <a:pt x="743" y="187"/>
                  </a:lnTo>
                  <a:lnTo>
                    <a:pt x="749" y="185"/>
                  </a:lnTo>
                  <a:lnTo>
                    <a:pt x="752" y="184"/>
                  </a:lnTo>
                  <a:lnTo>
                    <a:pt x="755" y="184"/>
                  </a:lnTo>
                  <a:lnTo>
                    <a:pt x="759" y="187"/>
                  </a:lnTo>
                  <a:lnTo>
                    <a:pt x="762" y="191"/>
                  </a:lnTo>
                  <a:lnTo>
                    <a:pt x="766" y="196"/>
                  </a:lnTo>
                  <a:lnTo>
                    <a:pt x="769" y="203"/>
                  </a:lnTo>
                  <a:lnTo>
                    <a:pt x="771" y="206"/>
                  </a:lnTo>
                  <a:lnTo>
                    <a:pt x="768" y="208"/>
                  </a:lnTo>
                  <a:lnTo>
                    <a:pt x="764" y="210"/>
                  </a:lnTo>
                  <a:lnTo>
                    <a:pt x="764" y="210"/>
                  </a:lnTo>
                  <a:lnTo>
                    <a:pt x="762" y="211"/>
                  </a:lnTo>
                  <a:lnTo>
                    <a:pt x="762" y="213"/>
                  </a:lnTo>
                  <a:lnTo>
                    <a:pt x="761" y="215"/>
                  </a:lnTo>
                  <a:lnTo>
                    <a:pt x="759" y="218"/>
                  </a:lnTo>
                  <a:lnTo>
                    <a:pt x="771" y="218"/>
                  </a:lnTo>
                  <a:lnTo>
                    <a:pt x="787" y="220"/>
                  </a:lnTo>
                  <a:lnTo>
                    <a:pt x="803" y="220"/>
                  </a:lnTo>
                  <a:lnTo>
                    <a:pt x="817" y="220"/>
                  </a:lnTo>
                  <a:lnTo>
                    <a:pt x="825" y="222"/>
                  </a:lnTo>
                  <a:lnTo>
                    <a:pt x="834" y="232"/>
                  </a:lnTo>
                  <a:lnTo>
                    <a:pt x="843" y="243"/>
                  </a:lnTo>
                  <a:lnTo>
                    <a:pt x="851" y="253"/>
                  </a:lnTo>
                  <a:lnTo>
                    <a:pt x="851" y="218"/>
                  </a:lnTo>
                  <a:lnTo>
                    <a:pt x="860" y="218"/>
                  </a:lnTo>
                  <a:lnTo>
                    <a:pt x="867" y="218"/>
                  </a:lnTo>
                  <a:lnTo>
                    <a:pt x="872" y="217"/>
                  </a:lnTo>
                  <a:lnTo>
                    <a:pt x="879" y="215"/>
                  </a:lnTo>
                  <a:lnTo>
                    <a:pt x="879" y="211"/>
                  </a:lnTo>
                  <a:lnTo>
                    <a:pt x="848" y="211"/>
                  </a:lnTo>
                  <a:lnTo>
                    <a:pt x="846" y="206"/>
                  </a:lnTo>
                  <a:lnTo>
                    <a:pt x="845" y="205"/>
                  </a:lnTo>
                  <a:lnTo>
                    <a:pt x="843" y="201"/>
                  </a:lnTo>
                  <a:lnTo>
                    <a:pt x="841" y="198"/>
                  </a:lnTo>
                  <a:lnTo>
                    <a:pt x="841" y="192"/>
                  </a:lnTo>
                  <a:lnTo>
                    <a:pt x="845" y="192"/>
                  </a:lnTo>
                  <a:lnTo>
                    <a:pt x="845" y="189"/>
                  </a:lnTo>
                  <a:lnTo>
                    <a:pt x="890" y="184"/>
                  </a:lnTo>
                  <a:lnTo>
                    <a:pt x="890" y="196"/>
                  </a:lnTo>
                  <a:lnTo>
                    <a:pt x="895" y="199"/>
                  </a:lnTo>
                  <a:lnTo>
                    <a:pt x="899" y="205"/>
                  </a:lnTo>
                  <a:lnTo>
                    <a:pt x="902" y="208"/>
                  </a:lnTo>
                  <a:lnTo>
                    <a:pt x="906" y="215"/>
                  </a:lnTo>
                  <a:lnTo>
                    <a:pt x="925" y="215"/>
                  </a:lnTo>
                  <a:lnTo>
                    <a:pt x="937" y="218"/>
                  </a:lnTo>
                  <a:lnTo>
                    <a:pt x="949" y="220"/>
                  </a:lnTo>
                  <a:lnTo>
                    <a:pt x="961" y="222"/>
                  </a:lnTo>
                  <a:lnTo>
                    <a:pt x="979" y="222"/>
                  </a:lnTo>
                  <a:lnTo>
                    <a:pt x="981" y="220"/>
                  </a:lnTo>
                  <a:lnTo>
                    <a:pt x="982" y="218"/>
                  </a:lnTo>
                  <a:lnTo>
                    <a:pt x="984" y="217"/>
                  </a:lnTo>
                  <a:lnTo>
                    <a:pt x="986" y="215"/>
                  </a:lnTo>
                  <a:lnTo>
                    <a:pt x="986" y="203"/>
                  </a:lnTo>
                  <a:lnTo>
                    <a:pt x="1009" y="203"/>
                  </a:lnTo>
                  <a:lnTo>
                    <a:pt x="1016" y="218"/>
                  </a:lnTo>
                  <a:lnTo>
                    <a:pt x="1024" y="234"/>
                  </a:lnTo>
                  <a:lnTo>
                    <a:pt x="1026" y="227"/>
                  </a:lnTo>
                  <a:lnTo>
                    <a:pt x="1026" y="224"/>
                  </a:lnTo>
                  <a:lnTo>
                    <a:pt x="1028" y="218"/>
                  </a:lnTo>
                  <a:lnTo>
                    <a:pt x="1028" y="215"/>
                  </a:lnTo>
                  <a:lnTo>
                    <a:pt x="1040" y="215"/>
                  </a:lnTo>
                  <a:lnTo>
                    <a:pt x="1040" y="201"/>
                  </a:lnTo>
                  <a:lnTo>
                    <a:pt x="1040" y="185"/>
                  </a:lnTo>
                  <a:lnTo>
                    <a:pt x="1042" y="171"/>
                  </a:lnTo>
                  <a:lnTo>
                    <a:pt x="1040" y="164"/>
                  </a:lnTo>
                  <a:lnTo>
                    <a:pt x="1028" y="150"/>
                  </a:lnTo>
                  <a:lnTo>
                    <a:pt x="1019" y="135"/>
                  </a:lnTo>
                  <a:lnTo>
                    <a:pt x="1017" y="117"/>
                  </a:lnTo>
                  <a:lnTo>
                    <a:pt x="1021" y="100"/>
                  </a:lnTo>
                  <a:lnTo>
                    <a:pt x="1033" y="81"/>
                  </a:lnTo>
                  <a:lnTo>
                    <a:pt x="1042" y="77"/>
                  </a:lnTo>
                  <a:lnTo>
                    <a:pt x="1052" y="74"/>
                  </a:lnTo>
                  <a:lnTo>
                    <a:pt x="1063" y="72"/>
                  </a:lnTo>
                  <a:close/>
                  <a:moveTo>
                    <a:pt x="851" y="23"/>
                  </a:moveTo>
                  <a:lnTo>
                    <a:pt x="872" y="37"/>
                  </a:lnTo>
                  <a:lnTo>
                    <a:pt x="885" y="54"/>
                  </a:lnTo>
                  <a:lnTo>
                    <a:pt x="892" y="75"/>
                  </a:lnTo>
                  <a:lnTo>
                    <a:pt x="897" y="102"/>
                  </a:lnTo>
                  <a:lnTo>
                    <a:pt x="902" y="129"/>
                  </a:lnTo>
                  <a:lnTo>
                    <a:pt x="918" y="131"/>
                  </a:lnTo>
                  <a:lnTo>
                    <a:pt x="928" y="133"/>
                  </a:lnTo>
                  <a:lnTo>
                    <a:pt x="937" y="140"/>
                  </a:lnTo>
                  <a:lnTo>
                    <a:pt x="942" y="149"/>
                  </a:lnTo>
                  <a:lnTo>
                    <a:pt x="944" y="164"/>
                  </a:lnTo>
                  <a:lnTo>
                    <a:pt x="941" y="164"/>
                  </a:lnTo>
                  <a:lnTo>
                    <a:pt x="939" y="163"/>
                  </a:lnTo>
                  <a:lnTo>
                    <a:pt x="937" y="161"/>
                  </a:lnTo>
                  <a:lnTo>
                    <a:pt x="935" y="159"/>
                  </a:lnTo>
                  <a:lnTo>
                    <a:pt x="932" y="157"/>
                  </a:lnTo>
                  <a:lnTo>
                    <a:pt x="932" y="164"/>
                  </a:lnTo>
                  <a:lnTo>
                    <a:pt x="935" y="168"/>
                  </a:lnTo>
                  <a:lnTo>
                    <a:pt x="937" y="170"/>
                  </a:lnTo>
                  <a:lnTo>
                    <a:pt x="939" y="170"/>
                  </a:lnTo>
                  <a:lnTo>
                    <a:pt x="939" y="173"/>
                  </a:lnTo>
                  <a:lnTo>
                    <a:pt x="939" y="175"/>
                  </a:lnTo>
                  <a:lnTo>
                    <a:pt x="941" y="180"/>
                  </a:lnTo>
                  <a:lnTo>
                    <a:pt x="932" y="182"/>
                  </a:lnTo>
                  <a:lnTo>
                    <a:pt x="923" y="184"/>
                  </a:lnTo>
                  <a:lnTo>
                    <a:pt x="913" y="184"/>
                  </a:lnTo>
                  <a:lnTo>
                    <a:pt x="895" y="177"/>
                  </a:lnTo>
                  <a:lnTo>
                    <a:pt x="878" y="175"/>
                  </a:lnTo>
                  <a:lnTo>
                    <a:pt x="858" y="178"/>
                  </a:lnTo>
                  <a:lnTo>
                    <a:pt x="839" y="184"/>
                  </a:lnTo>
                  <a:lnTo>
                    <a:pt x="820" y="187"/>
                  </a:lnTo>
                  <a:lnTo>
                    <a:pt x="799" y="187"/>
                  </a:lnTo>
                  <a:lnTo>
                    <a:pt x="775" y="180"/>
                  </a:lnTo>
                  <a:lnTo>
                    <a:pt x="762" y="177"/>
                  </a:lnTo>
                  <a:lnTo>
                    <a:pt x="752" y="175"/>
                  </a:lnTo>
                  <a:lnTo>
                    <a:pt x="743" y="173"/>
                  </a:lnTo>
                  <a:lnTo>
                    <a:pt x="735" y="168"/>
                  </a:lnTo>
                  <a:lnTo>
                    <a:pt x="729" y="157"/>
                  </a:lnTo>
                  <a:lnTo>
                    <a:pt x="733" y="157"/>
                  </a:lnTo>
                  <a:lnTo>
                    <a:pt x="742" y="149"/>
                  </a:lnTo>
                  <a:lnTo>
                    <a:pt x="755" y="145"/>
                  </a:lnTo>
                  <a:lnTo>
                    <a:pt x="771" y="143"/>
                  </a:lnTo>
                  <a:lnTo>
                    <a:pt x="787" y="142"/>
                  </a:lnTo>
                  <a:lnTo>
                    <a:pt x="787" y="138"/>
                  </a:lnTo>
                  <a:lnTo>
                    <a:pt x="780" y="133"/>
                  </a:lnTo>
                  <a:lnTo>
                    <a:pt x="775" y="129"/>
                  </a:lnTo>
                  <a:lnTo>
                    <a:pt x="768" y="128"/>
                  </a:lnTo>
                  <a:lnTo>
                    <a:pt x="755" y="126"/>
                  </a:lnTo>
                  <a:lnTo>
                    <a:pt x="749" y="126"/>
                  </a:lnTo>
                  <a:lnTo>
                    <a:pt x="736" y="126"/>
                  </a:lnTo>
                  <a:lnTo>
                    <a:pt x="721" y="126"/>
                  </a:lnTo>
                  <a:lnTo>
                    <a:pt x="719" y="115"/>
                  </a:lnTo>
                  <a:lnTo>
                    <a:pt x="714" y="105"/>
                  </a:lnTo>
                  <a:lnTo>
                    <a:pt x="710" y="96"/>
                  </a:lnTo>
                  <a:lnTo>
                    <a:pt x="707" y="86"/>
                  </a:lnTo>
                  <a:lnTo>
                    <a:pt x="707" y="68"/>
                  </a:lnTo>
                  <a:lnTo>
                    <a:pt x="714" y="58"/>
                  </a:lnTo>
                  <a:lnTo>
                    <a:pt x="721" y="46"/>
                  </a:lnTo>
                  <a:lnTo>
                    <a:pt x="729" y="35"/>
                  </a:lnTo>
                  <a:lnTo>
                    <a:pt x="740" y="28"/>
                  </a:lnTo>
                  <a:lnTo>
                    <a:pt x="752" y="30"/>
                  </a:lnTo>
                  <a:lnTo>
                    <a:pt x="755" y="30"/>
                  </a:lnTo>
                  <a:lnTo>
                    <a:pt x="755" y="33"/>
                  </a:lnTo>
                  <a:lnTo>
                    <a:pt x="755" y="35"/>
                  </a:lnTo>
                  <a:lnTo>
                    <a:pt x="754" y="35"/>
                  </a:lnTo>
                  <a:lnTo>
                    <a:pt x="754" y="37"/>
                  </a:lnTo>
                  <a:lnTo>
                    <a:pt x="754" y="37"/>
                  </a:lnTo>
                  <a:lnTo>
                    <a:pt x="755" y="39"/>
                  </a:lnTo>
                  <a:lnTo>
                    <a:pt x="755" y="42"/>
                  </a:lnTo>
                  <a:lnTo>
                    <a:pt x="764" y="42"/>
                  </a:lnTo>
                  <a:lnTo>
                    <a:pt x="776" y="42"/>
                  </a:lnTo>
                  <a:lnTo>
                    <a:pt x="787" y="42"/>
                  </a:lnTo>
                  <a:lnTo>
                    <a:pt x="794" y="42"/>
                  </a:lnTo>
                  <a:lnTo>
                    <a:pt x="797" y="44"/>
                  </a:lnTo>
                  <a:lnTo>
                    <a:pt x="799" y="46"/>
                  </a:lnTo>
                  <a:lnTo>
                    <a:pt x="801" y="49"/>
                  </a:lnTo>
                  <a:lnTo>
                    <a:pt x="803" y="53"/>
                  </a:lnTo>
                  <a:lnTo>
                    <a:pt x="806" y="54"/>
                  </a:lnTo>
                  <a:lnTo>
                    <a:pt x="810" y="58"/>
                  </a:lnTo>
                  <a:lnTo>
                    <a:pt x="811" y="53"/>
                  </a:lnTo>
                  <a:lnTo>
                    <a:pt x="813" y="51"/>
                  </a:lnTo>
                  <a:lnTo>
                    <a:pt x="817" y="49"/>
                  </a:lnTo>
                  <a:lnTo>
                    <a:pt x="818" y="47"/>
                  </a:lnTo>
                  <a:lnTo>
                    <a:pt x="824" y="47"/>
                  </a:lnTo>
                  <a:lnTo>
                    <a:pt x="829" y="46"/>
                  </a:lnTo>
                  <a:lnTo>
                    <a:pt x="836" y="60"/>
                  </a:lnTo>
                  <a:lnTo>
                    <a:pt x="843" y="70"/>
                  </a:lnTo>
                  <a:lnTo>
                    <a:pt x="848" y="77"/>
                  </a:lnTo>
                  <a:lnTo>
                    <a:pt x="850" y="72"/>
                  </a:lnTo>
                  <a:lnTo>
                    <a:pt x="851" y="67"/>
                  </a:lnTo>
                  <a:lnTo>
                    <a:pt x="851" y="61"/>
                  </a:lnTo>
                  <a:lnTo>
                    <a:pt x="851" y="54"/>
                  </a:lnTo>
                  <a:lnTo>
                    <a:pt x="845" y="44"/>
                  </a:lnTo>
                  <a:lnTo>
                    <a:pt x="846" y="33"/>
                  </a:lnTo>
                  <a:lnTo>
                    <a:pt x="851" y="23"/>
                  </a:lnTo>
                  <a:close/>
                  <a:moveTo>
                    <a:pt x="871" y="7"/>
                  </a:moveTo>
                  <a:lnTo>
                    <a:pt x="879" y="7"/>
                  </a:lnTo>
                  <a:lnTo>
                    <a:pt x="886" y="9"/>
                  </a:lnTo>
                  <a:lnTo>
                    <a:pt x="893" y="11"/>
                  </a:lnTo>
                  <a:lnTo>
                    <a:pt x="899" y="14"/>
                  </a:lnTo>
                  <a:lnTo>
                    <a:pt x="900" y="19"/>
                  </a:lnTo>
                  <a:lnTo>
                    <a:pt x="900" y="23"/>
                  </a:lnTo>
                  <a:lnTo>
                    <a:pt x="902" y="28"/>
                  </a:lnTo>
                  <a:lnTo>
                    <a:pt x="902" y="35"/>
                  </a:lnTo>
                  <a:lnTo>
                    <a:pt x="897" y="35"/>
                  </a:lnTo>
                  <a:lnTo>
                    <a:pt x="893" y="37"/>
                  </a:lnTo>
                  <a:lnTo>
                    <a:pt x="888" y="37"/>
                  </a:lnTo>
                  <a:lnTo>
                    <a:pt x="883" y="39"/>
                  </a:lnTo>
                  <a:lnTo>
                    <a:pt x="874" y="30"/>
                  </a:lnTo>
                  <a:lnTo>
                    <a:pt x="864" y="23"/>
                  </a:lnTo>
                  <a:lnTo>
                    <a:pt x="871" y="7"/>
                  </a:lnTo>
                  <a:close/>
                  <a:moveTo>
                    <a:pt x="4266" y="0"/>
                  </a:moveTo>
                  <a:lnTo>
                    <a:pt x="4285" y="0"/>
                  </a:lnTo>
                  <a:lnTo>
                    <a:pt x="4301" y="4"/>
                  </a:lnTo>
                  <a:lnTo>
                    <a:pt x="4316" y="7"/>
                  </a:lnTo>
                  <a:lnTo>
                    <a:pt x="4320" y="23"/>
                  </a:lnTo>
                  <a:lnTo>
                    <a:pt x="4269" y="23"/>
                  </a:lnTo>
                  <a:lnTo>
                    <a:pt x="4267" y="18"/>
                  </a:lnTo>
                  <a:lnTo>
                    <a:pt x="4267" y="13"/>
                  </a:lnTo>
                  <a:lnTo>
                    <a:pt x="4266" y="7"/>
                  </a:lnTo>
                  <a:lnTo>
                    <a:pt x="4266" y="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312" name="Freeform 10">
              <a:extLst>
                <a:ext uri="{FF2B5EF4-FFF2-40B4-BE49-F238E27FC236}">
                  <a16:creationId xmlns:a16="http://schemas.microsoft.com/office/drawing/2014/main" id="{F67BDC7E-0F9A-495F-96F4-8F438F2A8372}"/>
                </a:ext>
              </a:extLst>
            </p:cNvPr>
            <p:cNvSpPr>
              <a:spLocks noEditPoints="1"/>
            </p:cNvSpPr>
            <p:nvPr/>
          </p:nvSpPr>
          <p:spPr bwMode="auto">
            <a:xfrm>
              <a:off x="1595438" y="1790700"/>
              <a:ext cx="6908800" cy="3509963"/>
            </a:xfrm>
            <a:custGeom>
              <a:avLst/>
              <a:gdLst>
                <a:gd name="T0" fmla="*/ 660 w 4352"/>
                <a:gd name="T1" fmla="*/ 268 h 2211"/>
                <a:gd name="T2" fmla="*/ 761 w 4352"/>
                <a:gd name="T3" fmla="*/ 293 h 2211"/>
                <a:gd name="T4" fmla="*/ 891 w 4352"/>
                <a:gd name="T5" fmla="*/ 513 h 2211"/>
                <a:gd name="T6" fmla="*/ 763 w 4352"/>
                <a:gd name="T7" fmla="*/ 572 h 2211"/>
                <a:gd name="T8" fmla="*/ 541 w 4352"/>
                <a:gd name="T9" fmla="*/ 326 h 2211"/>
                <a:gd name="T10" fmla="*/ 381 w 4352"/>
                <a:gd name="T11" fmla="*/ 211 h 2211"/>
                <a:gd name="T12" fmla="*/ 442 w 4352"/>
                <a:gd name="T13" fmla="*/ 265 h 2211"/>
                <a:gd name="T14" fmla="*/ 20 w 4352"/>
                <a:gd name="T15" fmla="*/ 288 h 2211"/>
                <a:gd name="T16" fmla="*/ 452 w 4352"/>
                <a:gd name="T17" fmla="*/ 157 h 2211"/>
                <a:gd name="T18" fmla="*/ 3751 w 4352"/>
                <a:gd name="T19" fmla="*/ 141 h 2211"/>
                <a:gd name="T20" fmla="*/ 320 w 4352"/>
                <a:gd name="T21" fmla="*/ 123 h 2211"/>
                <a:gd name="T22" fmla="*/ 299 w 4352"/>
                <a:gd name="T23" fmla="*/ 143 h 2211"/>
                <a:gd name="T24" fmla="*/ 163 w 4352"/>
                <a:gd name="T25" fmla="*/ 127 h 2211"/>
                <a:gd name="T26" fmla="*/ 140 w 4352"/>
                <a:gd name="T27" fmla="*/ 101 h 2211"/>
                <a:gd name="T28" fmla="*/ 3675 w 4352"/>
                <a:gd name="T29" fmla="*/ 153 h 2211"/>
                <a:gd name="T30" fmla="*/ 639 w 4352"/>
                <a:gd name="T31" fmla="*/ 162 h 2211"/>
                <a:gd name="T32" fmla="*/ 508 w 4352"/>
                <a:gd name="T33" fmla="*/ 150 h 2211"/>
                <a:gd name="T34" fmla="*/ 404 w 4352"/>
                <a:gd name="T35" fmla="*/ 89 h 2211"/>
                <a:gd name="T36" fmla="*/ 180 w 4352"/>
                <a:gd name="T37" fmla="*/ 82 h 2211"/>
                <a:gd name="T38" fmla="*/ 2683 w 4352"/>
                <a:gd name="T39" fmla="*/ 75 h 2211"/>
                <a:gd name="T40" fmla="*/ 2475 w 4352"/>
                <a:gd name="T41" fmla="*/ 199 h 2211"/>
                <a:gd name="T42" fmla="*/ 407 w 4352"/>
                <a:gd name="T43" fmla="*/ 52 h 2211"/>
                <a:gd name="T44" fmla="*/ 3303 w 4352"/>
                <a:gd name="T45" fmla="*/ 117 h 2211"/>
                <a:gd name="T46" fmla="*/ 3357 w 4352"/>
                <a:gd name="T47" fmla="*/ 195 h 2211"/>
                <a:gd name="T48" fmla="*/ 3540 w 4352"/>
                <a:gd name="T49" fmla="*/ 305 h 2211"/>
                <a:gd name="T50" fmla="*/ 3767 w 4352"/>
                <a:gd name="T51" fmla="*/ 261 h 2211"/>
                <a:gd name="T52" fmla="*/ 4073 w 4352"/>
                <a:gd name="T53" fmla="*/ 364 h 2211"/>
                <a:gd name="T54" fmla="*/ 4312 w 4352"/>
                <a:gd name="T55" fmla="*/ 511 h 2211"/>
                <a:gd name="T56" fmla="*/ 4193 w 4352"/>
                <a:gd name="T57" fmla="*/ 539 h 2211"/>
                <a:gd name="T58" fmla="*/ 4015 w 4352"/>
                <a:gd name="T59" fmla="*/ 677 h 2211"/>
                <a:gd name="T60" fmla="*/ 3874 w 4352"/>
                <a:gd name="T61" fmla="*/ 780 h 2211"/>
                <a:gd name="T62" fmla="*/ 3928 w 4352"/>
                <a:gd name="T63" fmla="*/ 640 h 2211"/>
                <a:gd name="T64" fmla="*/ 3622 w 4352"/>
                <a:gd name="T65" fmla="*/ 768 h 2211"/>
                <a:gd name="T66" fmla="*/ 3591 w 4352"/>
                <a:gd name="T67" fmla="*/ 1045 h 2211"/>
                <a:gd name="T68" fmla="*/ 3456 w 4352"/>
                <a:gd name="T69" fmla="*/ 1122 h 2211"/>
                <a:gd name="T70" fmla="*/ 3402 w 4352"/>
                <a:gd name="T71" fmla="*/ 1218 h 2211"/>
                <a:gd name="T72" fmla="*/ 3245 w 4352"/>
                <a:gd name="T73" fmla="*/ 1413 h 2211"/>
                <a:gd name="T74" fmla="*/ 3168 w 4352"/>
                <a:gd name="T75" fmla="*/ 1686 h 2211"/>
                <a:gd name="T76" fmla="*/ 2987 w 4352"/>
                <a:gd name="T77" fmla="*/ 1387 h 2211"/>
                <a:gd name="T78" fmla="*/ 2720 w 4352"/>
                <a:gd name="T79" fmla="*/ 1406 h 2211"/>
                <a:gd name="T80" fmla="*/ 2434 w 4352"/>
                <a:gd name="T81" fmla="*/ 1335 h 2211"/>
                <a:gd name="T82" fmla="*/ 2339 w 4352"/>
                <a:gd name="T83" fmla="*/ 1523 h 2211"/>
                <a:gd name="T84" fmla="*/ 2231 w 4352"/>
                <a:gd name="T85" fmla="*/ 1378 h 2211"/>
                <a:gd name="T86" fmla="*/ 2310 w 4352"/>
                <a:gd name="T87" fmla="*/ 1714 h 2211"/>
                <a:gd name="T88" fmla="*/ 2001 w 4352"/>
                <a:gd name="T89" fmla="*/ 2208 h 2211"/>
                <a:gd name="T90" fmla="*/ 1920 w 4352"/>
                <a:gd name="T91" fmla="*/ 1862 h 2211"/>
                <a:gd name="T92" fmla="*/ 1625 w 4352"/>
                <a:gd name="T93" fmla="*/ 1644 h 2211"/>
                <a:gd name="T94" fmla="*/ 1636 w 4352"/>
                <a:gd name="T95" fmla="*/ 1195 h 2211"/>
                <a:gd name="T96" fmla="*/ 1709 w 4352"/>
                <a:gd name="T97" fmla="*/ 1028 h 2211"/>
                <a:gd name="T98" fmla="*/ 1793 w 4352"/>
                <a:gd name="T99" fmla="*/ 865 h 2211"/>
                <a:gd name="T100" fmla="*/ 1973 w 4352"/>
                <a:gd name="T101" fmla="*/ 801 h 2211"/>
                <a:gd name="T102" fmla="*/ 2118 w 4352"/>
                <a:gd name="T103" fmla="*/ 659 h 2211"/>
                <a:gd name="T104" fmla="*/ 1997 w 4352"/>
                <a:gd name="T105" fmla="*/ 686 h 2211"/>
                <a:gd name="T106" fmla="*/ 1831 w 4352"/>
                <a:gd name="T107" fmla="*/ 577 h 2211"/>
                <a:gd name="T108" fmla="*/ 2041 w 4352"/>
                <a:gd name="T109" fmla="*/ 342 h 2211"/>
                <a:gd name="T110" fmla="*/ 2259 w 4352"/>
                <a:gd name="T111" fmla="*/ 391 h 2211"/>
                <a:gd name="T112" fmla="*/ 2278 w 4352"/>
                <a:gd name="T113" fmla="*/ 499 h 2211"/>
                <a:gd name="T114" fmla="*/ 2439 w 4352"/>
                <a:gd name="T115" fmla="*/ 387 h 2211"/>
                <a:gd name="T116" fmla="*/ 2566 w 4352"/>
                <a:gd name="T117" fmla="*/ 382 h 2211"/>
                <a:gd name="T118" fmla="*/ 2667 w 4352"/>
                <a:gd name="T119" fmla="*/ 261 h 2211"/>
                <a:gd name="T120" fmla="*/ 2737 w 4352"/>
                <a:gd name="T121" fmla="*/ 467 h 2211"/>
                <a:gd name="T122" fmla="*/ 2861 w 4352"/>
                <a:gd name="T123" fmla="*/ 275 h 2211"/>
                <a:gd name="T124" fmla="*/ 3161 w 4352"/>
                <a:gd name="T125" fmla="*/ 17 h 2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352" h="2211">
                  <a:moveTo>
                    <a:pt x="2697" y="200"/>
                  </a:moveTo>
                  <a:lnTo>
                    <a:pt x="2708" y="204"/>
                  </a:lnTo>
                  <a:lnTo>
                    <a:pt x="2708" y="211"/>
                  </a:lnTo>
                  <a:lnTo>
                    <a:pt x="2704" y="211"/>
                  </a:lnTo>
                  <a:lnTo>
                    <a:pt x="2702" y="213"/>
                  </a:lnTo>
                  <a:lnTo>
                    <a:pt x="2701" y="214"/>
                  </a:lnTo>
                  <a:lnTo>
                    <a:pt x="2699" y="214"/>
                  </a:lnTo>
                  <a:lnTo>
                    <a:pt x="2697" y="214"/>
                  </a:lnTo>
                  <a:lnTo>
                    <a:pt x="2694" y="214"/>
                  </a:lnTo>
                  <a:lnTo>
                    <a:pt x="2694" y="209"/>
                  </a:lnTo>
                  <a:lnTo>
                    <a:pt x="2694" y="206"/>
                  </a:lnTo>
                  <a:lnTo>
                    <a:pt x="2695" y="204"/>
                  </a:lnTo>
                  <a:lnTo>
                    <a:pt x="2697" y="200"/>
                  </a:lnTo>
                  <a:close/>
                  <a:moveTo>
                    <a:pt x="562" y="192"/>
                  </a:moveTo>
                  <a:lnTo>
                    <a:pt x="562" y="195"/>
                  </a:lnTo>
                  <a:lnTo>
                    <a:pt x="566" y="195"/>
                  </a:lnTo>
                  <a:lnTo>
                    <a:pt x="564" y="213"/>
                  </a:lnTo>
                  <a:lnTo>
                    <a:pt x="566" y="228"/>
                  </a:lnTo>
                  <a:lnTo>
                    <a:pt x="573" y="242"/>
                  </a:lnTo>
                  <a:lnTo>
                    <a:pt x="576" y="244"/>
                  </a:lnTo>
                  <a:lnTo>
                    <a:pt x="580" y="244"/>
                  </a:lnTo>
                  <a:lnTo>
                    <a:pt x="583" y="246"/>
                  </a:lnTo>
                  <a:lnTo>
                    <a:pt x="589" y="246"/>
                  </a:lnTo>
                  <a:lnTo>
                    <a:pt x="589" y="204"/>
                  </a:lnTo>
                  <a:lnTo>
                    <a:pt x="615" y="204"/>
                  </a:lnTo>
                  <a:lnTo>
                    <a:pt x="620" y="216"/>
                  </a:lnTo>
                  <a:lnTo>
                    <a:pt x="627" y="228"/>
                  </a:lnTo>
                  <a:lnTo>
                    <a:pt x="634" y="239"/>
                  </a:lnTo>
                  <a:lnTo>
                    <a:pt x="646" y="242"/>
                  </a:lnTo>
                  <a:lnTo>
                    <a:pt x="646" y="247"/>
                  </a:lnTo>
                  <a:lnTo>
                    <a:pt x="648" y="258"/>
                  </a:lnTo>
                  <a:lnTo>
                    <a:pt x="650" y="270"/>
                  </a:lnTo>
                  <a:lnTo>
                    <a:pt x="650" y="277"/>
                  </a:lnTo>
                  <a:lnTo>
                    <a:pt x="653" y="275"/>
                  </a:lnTo>
                  <a:lnTo>
                    <a:pt x="655" y="275"/>
                  </a:lnTo>
                  <a:lnTo>
                    <a:pt x="655" y="275"/>
                  </a:lnTo>
                  <a:lnTo>
                    <a:pt x="657" y="274"/>
                  </a:lnTo>
                  <a:lnTo>
                    <a:pt x="658" y="272"/>
                  </a:lnTo>
                  <a:lnTo>
                    <a:pt x="660" y="268"/>
                  </a:lnTo>
                  <a:lnTo>
                    <a:pt x="662" y="263"/>
                  </a:lnTo>
                  <a:lnTo>
                    <a:pt x="664" y="258"/>
                  </a:lnTo>
                  <a:lnTo>
                    <a:pt x="665" y="254"/>
                  </a:lnTo>
                  <a:lnTo>
                    <a:pt x="669" y="251"/>
                  </a:lnTo>
                  <a:lnTo>
                    <a:pt x="672" y="249"/>
                  </a:lnTo>
                  <a:lnTo>
                    <a:pt x="678" y="247"/>
                  </a:lnTo>
                  <a:lnTo>
                    <a:pt x="681" y="244"/>
                  </a:lnTo>
                  <a:lnTo>
                    <a:pt x="685" y="242"/>
                  </a:lnTo>
                  <a:lnTo>
                    <a:pt x="681" y="242"/>
                  </a:lnTo>
                  <a:lnTo>
                    <a:pt x="681" y="239"/>
                  </a:lnTo>
                  <a:lnTo>
                    <a:pt x="672" y="242"/>
                  </a:lnTo>
                  <a:lnTo>
                    <a:pt x="667" y="246"/>
                  </a:lnTo>
                  <a:lnTo>
                    <a:pt x="660" y="251"/>
                  </a:lnTo>
                  <a:lnTo>
                    <a:pt x="650" y="254"/>
                  </a:lnTo>
                  <a:lnTo>
                    <a:pt x="648" y="239"/>
                  </a:lnTo>
                  <a:lnTo>
                    <a:pt x="646" y="228"/>
                  </a:lnTo>
                  <a:lnTo>
                    <a:pt x="643" y="219"/>
                  </a:lnTo>
                  <a:lnTo>
                    <a:pt x="639" y="207"/>
                  </a:lnTo>
                  <a:lnTo>
                    <a:pt x="643" y="206"/>
                  </a:lnTo>
                  <a:lnTo>
                    <a:pt x="644" y="206"/>
                  </a:lnTo>
                  <a:lnTo>
                    <a:pt x="648" y="204"/>
                  </a:lnTo>
                  <a:lnTo>
                    <a:pt x="653" y="204"/>
                  </a:lnTo>
                  <a:lnTo>
                    <a:pt x="658" y="207"/>
                  </a:lnTo>
                  <a:lnTo>
                    <a:pt x="662" y="209"/>
                  </a:lnTo>
                  <a:lnTo>
                    <a:pt x="667" y="211"/>
                  </a:lnTo>
                  <a:lnTo>
                    <a:pt x="672" y="213"/>
                  </a:lnTo>
                  <a:lnTo>
                    <a:pt x="678" y="214"/>
                  </a:lnTo>
                  <a:lnTo>
                    <a:pt x="685" y="226"/>
                  </a:lnTo>
                  <a:lnTo>
                    <a:pt x="692" y="240"/>
                  </a:lnTo>
                  <a:lnTo>
                    <a:pt x="697" y="253"/>
                  </a:lnTo>
                  <a:lnTo>
                    <a:pt x="704" y="261"/>
                  </a:lnTo>
                  <a:lnTo>
                    <a:pt x="707" y="263"/>
                  </a:lnTo>
                  <a:lnTo>
                    <a:pt x="713" y="263"/>
                  </a:lnTo>
                  <a:lnTo>
                    <a:pt x="718" y="263"/>
                  </a:lnTo>
                  <a:lnTo>
                    <a:pt x="723" y="263"/>
                  </a:lnTo>
                  <a:lnTo>
                    <a:pt x="726" y="263"/>
                  </a:lnTo>
                  <a:lnTo>
                    <a:pt x="730" y="265"/>
                  </a:lnTo>
                  <a:lnTo>
                    <a:pt x="747" y="277"/>
                  </a:lnTo>
                  <a:lnTo>
                    <a:pt x="761" y="293"/>
                  </a:lnTo>
                  <a:lnTo>
                    <a:pt x="777" y="307"/>
                  </a:lnTo>
                  <a:lnTo>
                    <a:pt x="777" y="319"/>
                  </a:lnTo>
                  <a:lnTo>
                    <a:pt x="791" y="324"/>
                  </a:lnTo>
                  <a:lnTo>
                    <a:pt x="803" y="331"/>
                  </a:lnTo>
                  <a:lnTo>
                    <a:pt x="810" y="342"/>
                  </a:lnTo>
                  <a:lnTo>
                    <a:pt x="819" y="354"/>
                  </a:lnTo>
                  <a:lnTo>
                    <a:pt x="826" y="366"/>
                  </a:lnTo>
                  <a:lnTo>
                    <a:pt x="835" y="377"/>
                  </a:lnTo>
                  <a:lnTo>
                    <a:pt x="829" y="384"/>
                  </a:lnTo>
                  <a:lnTo>
                    <a:pt x="826" y="387"/>
                  </a:lnTo>
                  <a:lnTo>
                    <a:pt x="824" y="392"/>
                  </a:lnTo>
                  <a:lnTo>
                    <a:pt x="822" y="396"/>
                  </a:lnTo>
                  <a:lnTo>
                    <a:pt x="829" y="408"/>
                  </a:lnTo>
                  <a:lnTo>
                    <a:pt x="840" y="417"/>
                  </a:lnTo>
                  <a:lnTo>
                    <a:pt x="854" y="422"/>
                  </a:lnTo>
                  <a:lnTo>
                    <a:pt x="854" y="427"/>
                  </a:lnTo>
                  <a:lnTo>
                    <a:pt x="854" y="429"/>
                  </a:lnTo>
                  <a:lnTo>
                    <a:pt x="856" y="431"/>
                  </a:lnTo>
                  <a:lnTo>
                    <a:pt x="856" y="432"/>
                  </a:lnTo>
                  <a:lnTo>
                    <a:pt x="857" y="434"/>
                  </a:lnTo>
                  <a:lnTo>
                    <a:pt x="861" y="436"/>
                  </a:lnTo>
                  <a:lnTo>
                    <a:pt x="864" y="439"/>
                  </a:lnTo>
                  <a:lnTo>
                    <a:pt x="870" y="441"/>
                  </a:lnTo>
                  <a:lnTo>
                    <a:pt x="873" y="443"/>
                  </a:lnTo>
                  <a:lnTo>
                    <a:pt x="877" y="446"/>
                  </a:lnTo>
                  <a:lnTo>
                    <a:pt x="878" y="448"/>
                  </a:lnTo>
                  <a:lnTo>
                    <a:pt x="880" y="452"/>
                  </a:lnTo>
                  <a:lnTo>
                    <a:pt x="878" y="453"/>
                  </a:lnTo>
                  <a:lnTo>
                    <a:pt x="878" y="455"/>
                  </a:lnTo>
                  <a:lnTo>
                    <a:pt x="878" y="455"/>
                  </a:lnTo>
                  <a:lnTo>
                    <a:pt x="878" y="457"/>
                  </a:lnTo>
                  <a:lnTo>
                    <a:pt x="880" y="459"/>
                  </a:lnTo>
                  <a:lnTo>
                    <a:pt x="884" y="460"/>
                  </a:lnTo>
                  <a:lnTo>
                    <a:pt x="889" y="462"/>
                  </a:lnTo>
                  <a:lnTo>
                    <a:pt x="892" y="464"/>
                  </a:lnTo>
                  <a:lnTo>
                    <a:pt x="898" y="464"/>
                  </a:lnTo>
                  <a:lnTo>
                    <a:pt x="903" y="464"/>
                  </a:lnTo>
                  <a:lnTo>
                    <a:pt x="896" y="511"/>
                  </a:lnTo>
                  <a:lnTo>
                    <a:pt x="891" y="513"/>
                  </a:lnTo>
                  <a:lnTo>
                    <a:pt x="885" y="513"/>
                  </a:lnTo>
                  <a:lnTo>
                    <a:pt x="880" y="514"/>
                  </a:lnTo>
                  <a:lnTo>
                    <a:pt x="873" y="514"/>
                  </a:lnTo>
                  <a:lnTo>
                    <a:pt x="866" y="506"/>
                  </a:lnTo>
                  <a:lnTo>
                    <a:pt x="857" y="497"/>
                  </a:lnTo>
                  <a:lnTo>
                    <a:pt x="850" y="488"/>
                  </a:lnTo>
                  <a:lnTo>
                    <a:pt x="845" y="476"/>
                  </a:lnTo>
                  <a:lnTo>
                    <a:pt x="838" y="476"/>
                  </a:lnTo>
                  <a:lnTo>
                    <a:pt x="833" y="478"/>
                  </a:lnTo>
                  <a:lnTo>
                    <a:pt x="828" y="478"/>
                  </a:lnTo>
                  <a:lnTo>
                    <a:pt x="822" y="480"/>
                  </a:lnTo>
                  <a:lnTo>
                    <a:pt x="831" y="507"/>
                  </a:lnTo>
                  <a:lnTo>
                    <a:pt x="838" y="537"/>
                  </a:lnTo>
                  <a:lnTo>
                    <a:pt x="850" y="537"/>
                  </a:lnTo>
                  <a:lnTo>
                    <a:pt x="857" y="551"/>
                  </a:lnTo>
                  <a:lnTo>
                    <a:pt x="863" y="565"/>
                  </a:lnTo>
                  <a:lnTo>
                    <a:pt x="864" y="584"/>
                  </a:lnTo>
                  <a:lnTo>
                    <a:pt x="863" y="586"/>
                  </a:lnTo>
                  <a:lnTo>
                    <a:pt x="861" y="588"/>
                  </a:lnTo>
                  <a:lnTo>
                    <a:pt x="861" y="590"/>
                  </a:lnTo>
                  <a:lnTo>
                    <a:pt x="859" y="591"/>
                  </a:lnTo>
                  <a:lnTo>
                    <a:pt x="857" y="593"/>
                  </a:lnTo>
                  <a:lnTo>
                    <a:pt x="854" y="595"/>
                  </a:lnTo>
                  <a:lnTo>
                    <a:pt x="847" y="591"/>
                  </a:lnTo>
                  <a:lnTo>
                    <a:pt x="838" y="586"/>
                  </a:lnTo>
                  <a:lnTo>
                    <a:pt x="829" y="581"/>
                  </a:lnTo>
                  <a:lnTo>
                    <a:pt x="822" y="577"/>
                  </a:lnTo>
                  <a:lnTo>
                    <a:pt x="819" y="576"/>
                  </a:lnTo>
                  <a:lnTo>
                    <a:pt x="816" y="576"/>
                  </a:lnTo>
                  <a:lnTo>
                    <a:pt x="826" y="590"/>
                  </a:lnTo>
                  <a:lnTo>
                    <a:pt x="835" y="602"/>
                  </a:lnTo>
                  <a:lnTo>
                    <a:pt x="842" y="617"/>
                  </a:lnTo>
                  <a:lnTo>
                    <a:pt x="838" y="617"/>
                  </a:lnTo>
                  <a:lnTo>
                    <a:pt x="826" y="612"/>
                  </a:lnTo>
                  <a:lnTo>
                    <a:pt x="810" y="609"/>
                  </a:lnTo>
                  <a:lnTo>
                    <a:pt x="793" y="605"/>
                  </a:lnTo>
                  <a:lnTo>
                    <a:pt x="781" y="598"/>
                  </a:lnTo>
                  <a:lnTo>
                    <a:pt x="770" y="588"/>
                  </a:lnTo>
                  <a:lnTo>
                    <a:pt x="763" y="572"/>
                  </a:lnTo>
                  <a:lnTo>
                    <a:pt x="756" y="558"/>
                  </a:lnTo>
                  <a:lnTo>
                    <a:pt x="746" y="544"/>
                  </a:lnTo>
                  <a:lnTo>
                    <a:pt x="735" y="534"/>
                  </a:lnTo>
                  <a:lnTo>
                    <a:pt x="720" y="542"/>
                  </a:lnTo>
                  <a:lnTo>
                    <a:pt x="702" y="548"/>
                  </a:lnTo>
                  <a:lnTo>
                    <a:pt x="681" y="549"/>
                  </a:lnTo>
                  <a:lnTo>
                    <a:pt x="679" y="544"/>
                  </a:lnTo>
                  <a:lnTo>
                    <a:pt x="678" y="539"/>
                  </a:lnTo>
                  <a:lnTo>
                    <a:pt x="678" y="534"/>
                  </a:lnTo>
                  <a:lnTo>
                    <a:pt x="678" y="527"/>
                  </a:lnTo>
                  <a:lnTo>
                    <a:pt x="693" y="521"/>
                  </a:lnTo>
                  <a:lnTo>
                    <a:pt x="713" y="516"/>
                  </a:lnTo>
                  <a:lnTo>
                    <a:pt x="730" y="511"/>
                  </a:lnTo>
                  <a:lnTo>
                    <a:pt x="735" y="501"/>
                  </a:lnTo>
                  <a:lnTo>
                    <a:pt x="740" y="487"/>
                  </a:lnTo>
                  <a:lnTo>
                    <a:pt x="746" y="471"/>
                  </a:lnTo>
                  <a:lnTo>
                    <a:pt x="749" y="455"/>
                  </a:lnTo>
                  <a:lnTo>
                    <a:pt x="751" y="443"/>
                  </a:lnTo>
                  <a:lnTo>
                    <a:pt x="749" y="434"/>
                  </a:lnTo>
                  <a:lnTo>
                    <a:pt x="742" y="422"/>
                  </a:lnTo>
                  <a:lnTo>
                    <a:pt x="733" y="415"/>
                  </a:lnTo>
                  <a:lnTo>
                    <a:pt x="723" y="408"/>
                  </a:lnTo>
                  <a:lnTo>
                    <a:pt x="716" y="399"/>
                  </a:lnTo>
                  <a:lnTo>
                    <a:pt x="707" y="357"/>
                  </a:lnTo>
                  <a:lnTo>
                    <a:pt x="693" y="354"/>
                  </a:lnTo>
                  <a:lnTo>
                    <a:pt x="683" y="347"/>
                  </a:lnTo>
                  <a:lnTo>
                    <a:pt x="674" y="340"/>
                  </a:lnTo>
                  <a:lnTo>
                    <a:pt x="665" y="338"/>
                  </a:lnTo>
                  <a:lnTo>
                    <a:pt x="657" y="342"/>
                  </a:lnTo>
                  <a:lnTo>
                    <a:pt x="651" y="347"/>
                  </a:lnTo>
                  <a:lnTo>
                    <a:pt x="646" y="352"/>
                  </a:lnTo>
                  <a:lnTo>
                    <a:pt x="639" y="357"/>
                  </a:lnTo>
                  <a:lnTo>
                    <a:pt x="627" y="361"/>
                  </a:lnTo>
                  <a:lnTo>
                    <a:pt x="615" y="354"/>
                  </a:lnTo>
                  <a:lnTo>
                    <a:pt x="599" y="349"/>
                  </a:lnTo>
                  <a:lnTo>
                    <a:pt x="582" y="345"/>
                  </a:lnTo>
                  <a:lnTo>
                    <a:pt x="566" y="340"/>
                  </a:lnTo>
                  <a:lnTo>
                    <a:pt x="552" y="335"/>
                  </a:lnTo>
                  <a:lnTo>
                    <a:pt x="541" y="326"/>
                  </a:lnTo>
                  <a:lnTo>
                    <a:pt x="534" y="312"/>
                  </a:lnTo>
                  <a:lnTo>
                    <a:pt x="536" y="310"/>
                  </a:lnTo>
                  <a:lnTo>
                    <a:pt x="536" y="309"/>
                  </a:lnTo>
                  <a:lnTo>
                    <a:pt x="538" y="309"/>
                  </a:lnTo>
                  <a:lnTo>
                    <a:pt x="538" y="307"/>
                  </a:lnTo>
                  <a:lnTo>
                    <a:pt x="538" y="303"/>
                  </a:lnTo>
                  <a:lnTo>
                    <a:pt x="531" y="302"/>
                  </a:lnTo>
                  <a:lnTo>
                    <a:pt x="524" y="300"/>
                  </a:lnTo>
                  <a:lnTo>
                    <a:pt x="519" y="296"/>
                  </a:lnTo>
                  <a:lnTo>
                    <a:pt x="515" y="291"/>
                  </a:lnTo>
                  <a:lnTo>
                    <a:pt x="512" y="284"/>
                  </a:lnTo>
                  <a:lnTo>
                    <a:pt x="521" y="267"/>
                  </a:lnTo>
                  <a:lnTo>
                    <a:pt x="528" y="244"/>
                  </a:lnTo>
                  <a:lnTo>
                    <a:pt x="531" y="219"/>
                  </a:lnTo>
                  <a:lnTo>
                    <a:pt x="534" y="195"/>
                  </a:lnTo>
                  <a:lnTo>
                    <a:pt x="562" y="192"/>
                  </a:lnTo>
                  <a:close/>
                  <a:moveTo>
                    <a:pt x="400" y="188"/>
                  </a:moveTo>
                  <a:lnTo>
                    <a:pt x="416" y="188"/>
                  </a:lnTo>
                  <a:lnTo>
                    <a:pt x="425" y="223"/>
                  </a:lnTo>
                  <a:lnTo>
                    <a:pt x="432" y="261"/>
                  </a:lnTo>
                  <a:lnTo>
                    <a:pt x="428" y="261"/>
                  </a:lnTo>
                  <a:lnTo>
                    <a:pt x="423" y="268"/>
                  </a:lnTo>
                  <a:lnTo>
                    <a:pt x="412" y="265"/>
                  </a:lnTo>
                  <a:lnTo>
                    <a:pt x="409" y="268"/>
                  </a:lnTo>
                  <a:lnTo>
                    <a:pt x="409" y="272"/>
                  </a:lnTo>
                  <a:lnTo>
                    <a:pt x="409" y="275"/>
                  </a:lnTo>
                  <a:lnTo>
                    <a:pt x="409" y="277"/>
                  </a:lnTo>
                  <a:lnTo>
                    <a:pt x="407" y="279"/>
                  </a:lnTo>
                  <a:lnTo>
                    <a:pt x="405" y="282"/>
                  </a:lnTo>
                  <a:lnTo>
                    <a:pt x="400" y="284"/>
                  </a:lnTo>
                  <a:lnTo>
                    <a:pt x="395" y="281"/>
                  </a:lnTo>
                  <a:lnTo>
                    <a:pt x="388" y="275"/>
                  </a:lnTo>
                  <a:lnTo>
                    <a:pt x="381" y="272"/>
                  </a:lnTo>
                  <a:lnTo>
                    <a:pt x="381" y="261"/>
                  </a:lnTo>
                  <a:lnTo>
                    <a:pt x="358" y="258"/>
                  </a:lnTo>
                  <a:lnTo>
                    <a:pt x="362" y="226"/>
                  </a:lnTo>
                  <a:lnTo>
                    <a:pt x="369" y="223"/>
                  </a:lnTo>
                  <a:lnTo>
                    <a:pt x="376" y="218"/>
                  </a:lnTo>
                  <a:lnTo>
                    <a:pt x="381" y="211"/>
                  </a:lnTo>
                  <a:lnTo>
                    <a:pt x="376" y="209"/>
                  </a:lnTo>
                  <a:lnTo>
                    <a:pt x="372" y="207"/>
                  </a:lnTo>
                  <a:lnTo>
                    <a:pt x="369" y="206"/>
                  </a:lnTo>
                  <a:lnTo>
                    <a:pt x="365" y="202"/>
                  </a:lnTo>
                  <a:lnTo>
                    <a:pt x="363" y="199"/>
                  </a:lnTo>
                  <a:lnTo>
                    <a:pt x="362" y="192"/>
                  </a:lnTo>
                  <a:lnTo>
                    <a:pt x="381" y="190"/>
                  </a:lnTo>
                  <a:lnTo>
                    <a:pt x="400" y="188"/>
                  </a:lnTo>
                  <a:close/>
                  <a:moveTo>
                    <a:pt x="3661" y="172"/>
                  </a:moveTo>
                  <a:lnTo>
                    <a:pt x="3673" y="178"/>
                  </a:lnTo>
                  <a:lnTo>
                    <a:pt x="3673" y="185"/>
                  </a:lnTo>
                  <a:lnTo>
                    <a:pt x="3657" y="185"/>
                  </a:lnTo>
                  <a:lnTo>
                    <a:pt x="3661" y="172"/>
                  </a:lnTo>
                  <a:close/>
                  <a:moveTo>
                    <a:pt x="438" y="172"/>
                  </a:moveTo>
                  <a:lnTo>
                    <a:pt x="451" y="174"/>
                  </a:lnTo>
                  <a:lnTo>
                    <a:pt x="465" y="176"/>
                  </a:lnTo>
                  <a:lnTo>
                    <a:pt x="477" y="178"/>
                  </a:lnTo>
                  <a:lnTo>
                    <a:pt x="486" y="181"/>
                  </a:lnTo>
                  <a:lnTo>
                    <a:pt x="487" y="185"/>
                  </a:lnTo>
                  <a:lnTo>
                    <a:pt x="487" y="190"/>
                  </a:lnTo>
                  <a:lnTo>
                    <a:pt x="489" y="197"/>
                  </a:lnTo>
                  <a:lnTo>
                    <a:pt x="489" y="204"/>
                  </a:lnTo>
                  <a:lnTo>
                    <a:pt x="487" y="207"/>
                  </a:lnTo>
                  <a:lnTo>
                    <a:pt x="486" y="211"/>
                  </a:lnTo>
                  <a:lnTo>
                    <a:pt x="484" y="216"/>
                  </a:lnTo>
                  <a:lnTo>
                    <a:pt x="480" y="219"/>
                  </a:lnTo>
                  <a:lnTo>
                    <a:pt x="477" y="221"/>
                  </a:lnTo>
                  <a:lnTo>
                    <a:pt x="473" y="223"/>
                  </a:lnTo>
                  <a:lnTo>
                    <a:pt x="472" y="225"/>
                  </a:lnTo>
                  <a:lnTo>
                    <a:pt x="468" y="226"/>
                  </a:lnTo>
                  <a:lnTo>
                    <a:pt x="466" y="230"/>
                  </a:lnTo>
                  <a:lnTo>
                    <a:pt x="468" y="239"/>
                  </a:lnTo>
                  <a:lnTo>
                    <a:pt x="466" y="249"/>
                  </a:lnTo>
                  <a:lnTo>
                    <a:pt x="465" y="256"/>
                  </a:lnTo>
                  <a:lnTo>
                    <a:pt x="461" y="261"/>
                  </a:lnTo>
                  <a:lnTo>
                    <a:pt x="458" y="263"/>
                  </a:lnTo>
                  <a:lnTo>
                    <a:pt x="454" y="265"/>
                  </a:lnTo>
                  <a:lnTo>
                    <a:pt x="449" y="265"/>
                  </a:lnTo>
                  <a:lnTo>
                    <a:pt x="442" y="265"/>
                  </a:lnTo>
                  <a:lnTo>
                    <a:pt x="438" y="254"/>
                  </a:lnTo>
                  <a:lnTo>
                    <a:pt x="442" y="244"/>
                  </a:lnTo>
                  <a:lnTo>
                    <a:pt x="442" y="232"/>
                  </a:lnTo>
                  <a:lnTo>
                    <a:pt x="438" y="218"/>
                  </a:lnTo>
                  <a:lnTo>
                    <a:pt x="437" y="202"/>
                  </a:lnTo>
                  <a:lnTo>
                    <a:pt x="435" y="188"/>
                  </a:lnTo>
                  <a:lnTo>
                    <a:pt x="438" y="172"/>
                  </a:lnTo>
                  <a:close/>
                  <a:moveTo>
                    <a:pt x="60" y="171"/>
                  </a:moveTo>
                  <a:lnTo>
                    <a:pt x="74" y="172"/>
                  </a:lnTo>
                  <a:lnTo>
                    <a:pt x="74" y="185"/>
                  </a:lnTo>
                  <a:lnTo>
                    <a:pt x="91" y="185"/>
                  </a:lnTo>
                  <a:lnTo>
                    <a:pt x="105" y="185"/>
                  </a:lnTo>
                  <a:lnTo>
                    <a:pt x="121" y="185"/>
                  </a:lnTo>
                  <a:lnTo>
                    <a:pt x="124" y="192"/>
                  </a:lnTo>
                  <a:lnTo>
                    <a:pt x="128" y="200"/>
                  </a:lnTo>
                  <a:lnTo>
                    <a:pt x="131" y="209"/>
                  </a:lnTo>
                  <a:lnTo>
                    <a:pt x="135" y="216"/>
                  </a:lnTo>
                  <a:lnTo>
                    <a:pt x="135" y="219"/>
                  </a:lnTo>
                  <a:lnTo>
                    <a:pt x="124" y="232"/>
                  </a:lnTo>
                  <a:lnTo>
                    <a:pt x="110" y="237"/>
                  </a:lnTo>
                  <a:lnTo>
                    <a:pt x="96" y="242"/>
                  </a:lnTo>
                  <a:lnTo>
                    <a:pt x="88" y="258"/>
                  </a:lnTo>
                  <a:lnTo>
                    <a:pt x="81" y="272"/>
                  </a:lnTo>
                  <a:lnTo>
                    <a:pt x="79" y="288"/>
                  </a:lnTo>
                  <a:lnTo>
                    <a:pt x="82" y="303"/>
                  </a:lnTo>
                  <a:lnTo>
                    <a:pt x="67" y="305"/>
                  </a:lnTo>
                  <a:lnTo>
                    <a:pt x="53" y="310"/>
                  </a:lnTo>
                  <a:lnTo>
                    <a:pt x="35" y="315"/>
                  </a:lnTo>
                  <a:lnTo>
                    <a:pt x="34" y="312"/>
                  </a:lnTo>
                  <a:lnTo>
                    <a:pt x="32" y="309"/>
                  </a:lnTo>
                  <a:lnTo>
                    <a:pt x="30" y="307"/>
                  </a:lnTo>
                  <a:lnTo>
                    <a:pt x="30" y="303"/>
                  </a:lnTo>
                  <a:lnTo>
                    <a:pt x="28" y="300"/>
                  </a:lnTo>
                  <a:lnTo>
                    <a:pt x="30" y="298"/>
                  </a:lnTo>
                  <a:lnTo>
                    <a:pt x="30" y="296"/>
                  </a:lnTo>
                  <a:lnTo>
                    <a:pt x="30" y="295"/>
                  </a:lnTo>
                  <a:lnTo>
                    <a:pt x="32" y="291"/>
                  </a:lnTo>
                  <a:lnTo>
                    <a:pt x="32" y="288"/>
                  </a:lnTo>
                  <a:lnTo>
                    <a:pt x="20" y="288"/>
                  </a:lnTo>
                  <a:lnTo>
                    <a:pt x="20" y="282"/>
                  </a:lnTo>
                  <a:lnTo>
                    <a:pt x="20" y="281"/>
                  </a:lnTo>
                  <a:lnTo>
                    <a:pt x="18" y="279"/>
                  </a:lnTo>
                  <a:lnTo>
                    <a:pt x="18" y="277"/>
                  </a:lnTo>
                  <a:lnTo>
                    <a:pt x="16" y="275"/>
                  </a:lnTo>
                  <a:lnTo>
                    <a:pt x="13" y="272"/>
                  </a:lnTo>
                  <a:lnTo>
                    <a:pt x="11" y="272"/>
                  </a:lnTo>
                  <a:lnTo>
                    <a:pt x="9" y="272"/>
                  </a:lnTo>
                  <a:lnTo>
                    <a:pt x="9" y="272"/>
                  </a:lnTo>
                  <a:lnTo>
                    <a:pt x="7" y="272"/>
                  </a:lnTo>
                  <a:lnTo>
                    <a:pt x="6" y="272"/>
                  </a:lnTo>
                  <a:lnTo>
                    <a:pt x="0" y="272"/>
                  </a:lnTo>
                  <a:lnTo>
                    <a:pt x="0" y="261"/>
                  </a:lnTo>
                  <a:lnTo>
                    <a:pt x="13" y="247"/>
                  </a:lnTo>
                  <a:lnTo>
                    <a:pt x="21" y="228"/>
                  </a:lnTo>
                  <a:lnTo>
                    <a:pt x="28" y="207"/>
                  </a:lnTo>
                  <a:lnTo>
                    <a:pt x="23" y="204"/>
                  </a:lnTo>
                  <a:lnTo>
                    <a:pt x="21" y="199"/>
                  </a:lnTo>
                  <a:lnTo>
                    <a:pt x="20" y="195"/>
                  </a:lnTo>
                  <a:lnTo>
                    <a:pt x="18" y="188"/>
                  </a:lnTo>
                  <a:lnTo>
                    <a:pt x="16" y="181"/>
                  </a:lnTo>
                  <a:lnTo>
                    <a:pt x="30" y="178"/>
                  </a:lnTo>
                  <a:lnTo>
                    <a:pt x="41" y="176"/>
                  </a:lnTo>
                  <a:lnTo>
                    <a:pt x="49" y="172"/>
                  </a:lnTo>
                  <a:lnTo>
                    <a:pt x="60" y="171"/>
                  </a:lnTo>
                  <a:close/>
                  <a:moveTo>
                    <a:pt x="1556" y="130"/>
                  </a:moveTo>
                  <a:lnTo>
                    <a:pt x="1571" y="130"/>
                  </a:lnTo>
                  <a:lnTo>
                    <a:pt x="1571" y="134"/>
                  </a:lnTo>
                  <a:lnTo>
                    <a:pt x="1568" y="134"/>
                  </a:lnTo>
                  <a:lnTo>
                    <a:pt x="1564" y="136"/>
                  </a:lnTo>
                  <a:lnTo>
                    <a:pt x="1563" y="136"/>
                  </a:lnTo>
                  <a:lnTo>
                    <a:pt x="1563" y="136"/>
                  </a:lnTo>
                  <a:lnTo>
                    <a:pt x="1561" y="136"/>
                  </a:lnTo>
                  <a:lnTo>
                    <a:pt x="1561" y="136"/>
                  </a:lnTo>
                  <a:lnTo>
                    <a:pt x="1559" y="134"/>
                  </a:lnTo>
                  <a:lnTo>
                    <a:pt x="1556" y="130"/>
                  </a:lnTo>
                  <a:close/>
                  <a:moveTo>
                    <a:pt x="454" y="130"/>
                  </a:moveTo>
                  <a:lnTo>
                    <a:pt x="458" y="153"/>
                  </a:lnTo>
                  <a:lnTo>
                    <a:pt x="452" y="157"/>
                  </a:lnTo>
                  <a:lnTo>
                    <a:pt x="449" y="158"/>
                  </a:lnTo>
                  <a:lnTo>
                    <a:pt x="445" y="160"/>
                  </a:lnTo>
                  <a:lnTo>
                    <a:pt x="440" y="164"/>
                  </a:lnTo>
                  <a:lnTo>
                    <a:pt x="435" y="165"/>
                  </a:lnTo>
                  <a:lnTo>
                    <a:pt x="433" y="164"/>
                  </a:lnTo>
                  <a:lnTo>
                    <a:pt x="432" y="164"/>
                  </a:lnTo>
                  <a:lnTo>
                    <a:pt x="430" y="162"/>
                  </a:lnTo>
                  <a:lnTo>
                    <a:pt x="428" y="162"/>
                  </a:lnTo>
                  <a:lnTo>
                    <a:pt x="423" y="162"/>
                  </a:lnTo>
                  <a:lnTo>
                    <a:pt x="423" y="158"/>
                  </a:lnTo>
                  <a:lnTo>
                    <a:pt x="423" y="157"/>
                  </a:lnTo>
                  <a:lnTo>
                    <a:pt x="421" y="157"/>
                  </a:lnTo>
                  <a:lnTo>
                    <a:pt x="421" y="155"/>
                  </a:lnTo>
                  <a:lnTo>
                    <a:pt x="419" y="153"/>
                  </a:lnTo>
                  <a:lnTo>
                    <a:pt x="419" y="146"/>
                  </a:lnTo>
                  <a:lnTo>
                    <a:pt x="428" y="141"/>
                  </a:lnTo>
                  <a:lnTo>
                    <a:pt x="435" y="136"/>
                  </a:lnTo>
                  <a:lnTo>
                    <a:pt x="442" y="132"/>
                  </a:lnTo>
                  <a:lnTo>
                    <a:pt x="454" y="130"/>
                  </a:lnTo>
                  <a:close/>
                  <a:moveTo>
                    <a:pt x="109" y="127"/>
                  </a:moveTo>
                  <a:lnTo>
                    <a:pt x="112" y="127"/>
                  </a:lnTo>
                  <a:lnTo>
                    <a:pt x="116" y="129"/>
                  </a:lnTo>
                  <a:lnTo>
                    <a:pt x="117" y="129"/>
                  </a:lnTo>
                  <a:lnTo>
                    <a:pt x="117" y="129"/>
                  </a:lnTo>
                  <a:lnTo>
                    <a:pt x="117" y="129"/>
                  </a:lnTo>
                  <a:lnTo>
                    <a:pt x="119" y="130"/>
                  </a:lnTo>
                  <a:lnTo>
                    <a:pt x="121" y="134"/>
                  </a:lnTo>
                  <a:lnTo>
                    <a:pt x="109" y="134"/>
                  </a:lnTo>
                  <a:lnTo>
                    <a:pt x="109" y="127"/>
                  </a:lnTo>
                  <a:close/>
                  <a:moveTo>
                    <a:pt x="3744" y="115"/>
                  </a:moveTo>
                  <a:lnTo>
                    <a:pt x="3760" y="117"/>
                  </a:lnTo>
                  <a:lnTo>
                    <a:pt x="3776" y="120"/>
                  </a:lnTo>
                  <a:lnTo>
                    <a:pt x="3790" y="125"/>
                  </a:lnTo>
                  <a:lnTo>
                    <a:pt x="3800" y="134"/>
                  </a:lnTo>
                  <a:lnTo>
                    <a:pt x="3807" y="146"/>
                  </a:lnTo>
                  <a:lnTo>
                    <a:pt x="3811" y="162"/>
                  </a:lnTo>
                  <a:lnTo>
                    <a:pt x="3788" y="158"/>
                  </a:lnTo>
                  <a:lnTo>
                    <a:pt x="3767" y="151"/>
                  </a:lnTo>
                  <a:lnTo>
                    <a:pt x="3751" y="141"/>
                  </a:lnTo>
                  <a:lnTo>
                    <a:pt x="3741" y="127"/>
                  </a:lnTo>
                  <a:lnTo>
                    <a:pt x="3743" y="125"/>
                  </a:lnTo>
                  <a:lnTo>
                    <a:pt x="3743" y="123"/>
                  </a:lnTo>
                  <a:lnTo>
                    <a:pt x="3744" y="122"/>
                  </a:lnTo>
                  <a:lnTo>
                    <a:pt x="3744" y="118"/>
                  </a:lnTo>
                  <a:lnTo>
                    <a:pt x="3744" y="115"/>
                  </a:lnTo>
                  <a:close/>
                  <a:moveTo>
                    <a:pt x="384" y="104"/>
                  </a:moveTo>
                  <a:lnTo>
                    <a:pt x="390" y="104"/>
                  </a:lnTo>
                  <a:lnTo>
                    <a:pt x="391" y="104"/>
                  </a:lnTo>
                  <a:lnTo>
                    <a:pt x="393" y="106"/>
                  </a:lnTo>
                  <a:lnTo>
                    <a:pt x="395" y="106"/>
                  </a:lnTo>
                  <a:lnTo>
                    <a:pt x="397" y="108"/>
                  </a:lnTo>
                  <a:lnTo>
                    <a:pt x="398" y="111"/>
                  </a:lnTo>
                  <a:lnTo>
                    <a:pt x="400" y="113"/>
                  </a:lnTo>
                  <a:lnTo>
                    <a:pt x="400" y="118"/>
                  </a:lnTo>
                  <a:lnTo>
                    <a:pt x="400" y="123"/>
                  </a:lnTo>
                  <a:lnTo>
                    <a:pt x="397" y="134"/>
                  </a:lnTo>
                  <a:lnTo>
                    <a:pt x="395" y="150"/>
                  </a:lnTo>
                  <a:lnTo>
                    <a:pt x="393" y="162"/>
                  </a:lnTo>
                  <a:lnTo>
                    <a:pt x="388" y="164"/>
                  </a:lnTo>
                  <a:lnTo>
                    <a:pt x="384" y="165"/>
                  </a:lnTo>
                  <a:lnTo>
                    <a:pt x="381" y="169"/>
                  </a:lnTo>
                  <a:lnTo>
                    <a:pt x="377" y="169"/>
                  </a:lnTo>
                  <a:lnTo>
                    <a:pt x="377" y="167"/>
                  </a:lnTo>
                  <a:lnTo>
                    <a:pt x="376" y="167"/>
                  </a:lnTo>
                  <a:lnTo>
                    <a:pt x="376" y="167"/>
                  </a:lnTo>
                  <a:lnTo>
                    <a:pt x="374" y="165"/>
                  </a:lnTo>
                  <a:lnTo>
                    <a:pt x="370" y="162"/>
                  </a:lnTo>
                  <a:lnTo>
                    <a:pt x="369" y="158"/>
                  </a:lnTo>
                  <a:lnTo>
                    <a:pt x="369" y="153"/>
                  </a:lnTo>
                  <a:lnTo>
                    <a:pt x="369" y="150"/>
                  </a:lnTo>
                  <a:lnTo>
                    <a:pt x="365" y="146"/>
                  </a:lnTo>
                  <a:lnTo>
                    <a:pt x="358" y="141"/>
                  </a:lnTo>
                  <a:lnTo>
                    <a:pt x="349" y="139"/>
                  </a:lnTo>
                  <a:lnTo>
                    <a:pt x="341" y="141"/>
                  </a:lnTo>
                  <a:lnTo>
                    <a:pt x="332" y="139"/>
                  </a:lnTo>
                  <a:lnTo>
                    <a:pt x="323" y="134"/>
                  </a:lnTo>
                  <a:lnTo>
                    <a:pt x="316" y="123"/>
                  </a:lnTo>
                  <a:lnTo>
                    <a:pt x="320" y="123"/>
                  </a:lnTo>
                  <a:lnTo>
                    <a:pt x="322" y="120"/>
                  </a:lnTo>
                  <a:lnTo>
                    <a:pt x="323" y="118"/>
                  </a:lnTo>
                  <a:lnTo>
                    <a:pt x="323" y="117"/>
                  </a:lnTo>
                  <a:lnTo>
                    <a:pt x="325" y="117"/>
                  </a:lnTo>
                  <a:lnTo>
                    <a:pt x="327" y="117"/>
                  </a:lnTo>
                  <a:lnTo>
                    <a:pt x="330" y="117"/>
                  </a:lnTo>
                  <a:lnTo>
                    <a:pt x="336" y="115"/>
                  </a:lnTo>
                  <a:lnTo>
                    <a:pt x="346" y="118"/>
                  </a:lnTo>
                  <a:lnTo>
                    <a:pt x="358" y="117"/>
                  </a:lnTo>
                  <a:lnTo>
                    <a:pt x="372" y="115"/>
                  </a:lnTo>
                  <a:lnTo>
                    <a:pt x="384" y="115"/>
                  </a:lnTo>
                  <a:lnTo>
                    <a:pt x="384" y="104"/>
                  </a:lnTo>
                  <a:close/>
                  <a:moveTo>
                    <a:pt x="255" y="101"/>
                  </a:moveTo>
                  <a:lnTo>
                    <a:pt x="257" y="104"/>
                  </a:lnTo>
                  <a:lnTo>
                    <a:pt x="259" y="106"/>
                  </a:lnTo>
                  <a:lnTo>
                    <a:pt x="260" y="110"/>
                  </a:lnTo>
                  <a:lnTo>
                    <a:pt x="260" y="113"/>
                  </a:lnTo>
                  <a:lnTo>
                    <a:pt x="262" y="117"/>
                  </a:lnTo>
                  <a:lnTo>
                    <a:pt x="262" y="123"/>
                  </a:lnTo>
                  <a:lnTo>
                    <a:pt x="259" y="123"/>
                  </a:lnTo>
                  <a:lnTo>
                    <a:pt x="259" y="127"/>
                  </a:lnTo>
                  <a:lnTo>
                    <a:pt x="262" y="127"/>
                  </a:lnTo>
                  <a:lnTo>
                    <a:pt x="267" y="129"/>
                  </a:lnTo>
                  <a:lnTo>
                    <a:pt x="273" y="130"/>
                  </a:lnTo>
                  <a:lnTo>
                    <a:pt x="278" y="130"/>
                  </a:lnTo>
                  <a:lnTo>
                    <a:pt x="285" y="130"/>
                  </a:lnTo>
                  <a:lnTo>
                    <a:pt x="288" y="127"/>
                  </a:lnTo>
                  <a:lnTo>
                    <a:pt x="290" y="125"/>
                  </a:lnTo>
                  <a:lnTo>
                    <a:pt x="290" y="125"/>
                  </a:lnTo>
                  <a:lnTo>
                    <a:pt x="292" y="125"/>
                  </a:lnTo>
                  <a:lnTo>
                    <a:pt x="294" y="125"/>
                  </a:lnTo>
                  <a:lnTo>
                    <a:pt x="297" y="127"/>
                  </a:lnTo>
                  <a:lnTo>
                    <a:pt x="299" y="129"/>
                  </a:lnTo>
                  <a:lnTo>
                    <a:pt x="299" y="130"/>
                  </a:lnTo>
                  <a:lnTo>
                    <a:pt x="299" y="132"/>
                  </a:lnTo>
                  <a:lnTo>
                    <a:pt x="301" y="134"/>
                  </a:lnTo>
                  <a:lnTo>
                    <a:pt x="301" y="137"/>
                  </a:lnTo>
                  <a:lnTo>
                    <a:pt x="299" y="141"/>
                  </a:lnTo>
                  <a:lnTo>
                    <a:pt x="299" y="143"/>
                  </a:lnTo>
                  <a:lnTo>
                    <a:pt x="299" y="143"/>
                  </a:lnTo>
                  <a:lnTo>
                    <a:pt x="299" y="144"/>
                  </a:lnTo>
                  <a:lnTo>
                    <a:pt x="299" y="146"/>
                  </a:lnTo>
                  <a:lnTo>
                    <a:pt x="297" y="150"/>
                  </a:lnTo>
                  <a:lnTo>
                    <a:pt x="287" y="155"/>
                  </a:lnTo>
                  <a:lnTo>
                    <a:pt x="274" y="155"/>
                  </a:lnTo>
                  <a:lnTo>
                    <a:pt x="260" y="155"/>
                  </a:lnTo>
                  <a:lnTo>
                    <a:pt x="246" y="158"/>
                  </a:lnTo>
                  <a:lnTo>
                    <a:pt x="236" y="165"/>
                  </a:lnTo>
                  <a:lnTo>
                    <a:pt x="224" y="174"/>
                  </a:lnTo>
                  <a:lnTo>
                    <a:pt x="213" y="183"/>
                  </a:lnTo>
                  <a:lnTo>
                    <a:pt x="198" y="188"/>
                  </a:lnTo>
                  <a:lnTo>
                    <a:pt x="196" y="185"/>
                  </a:lnTo>
                  <a:lnTo>
                    <a:pt x="194" y="181"/>
                  </a:lnTo>
                  <a:lnTo>
                    <a:pt x="194" y="178"/>
                  </a:lnTo>
                  <a:lnTo>
                    <a:pt x="192" y="172"/>
                  </a:lnTo>
                  <a:lnTo>
                    <a:pt x="198" y="169"/>
                  </a:lnTo>
                  <a:lnTo>
                    <a:pt x="203" y="165"/>
                  </a:lnTo>
                  <a:lnTo>
                    <a:pt x="206" y="160"/>
                  </a:lnTo>
                  <a:lnTo>
                    <a:pt x="210" y="155"/>
                  </a:lnTo>
                  <a:lnTo>
                    <a:pt x="212" y="150"/>
                  </a:lnTo>
                  <a:lnTo>
                    <a:pt x="192" y="150"/>
                  </a:lnTo>
                  <a:lnTo>
                    <a:pt x="180" y="155"/>
                  </a:lnTo>
                  <a:lnTo>
                    <a:pt x="166" y="157"/>
                  </a:lnTo>
                  <a:lnTo>
                    <a:pt x="150" y="155"/>
                  </a:lnTo>
                  <a:lnTo>
                    <a:pt x="140" y="150"/>
                  </a:lnTo>
                  <a:lnTo>
                    <a:pt x="135" y="150"/>
                  </a:lnTo>
                  <a:lnTo>
                    <a:pt x="135" y="146"/>
                  </a:lnTo>
                  <a:lnTo>
                    <a:pt x="140" y="144"/>
                  </a:lnTo>
                  <a:lnTo>
                    <a:pt x="144" y="143"/>
                  </a:lnTo>
                  <a:lnTo>
                    <a:pt x="145" y="141"/>
                  </a:lnTo>
                  <a:lnTo>
                    <a:pt x="149" y="139"/>
                  </a:lnTo>
                  <a:lnTo>
                    <a:pt x="150" y="134"/>
                  </a:lnTo>
                  <a:lnTo>
                    <a:pt x="147" y="134"/>
                  </a:lnTo>
                  <a:lnTo>
                    <a:pt x="147" y="130"/>
                  </a:lnTo>
                  <a:lnTo>
                    <a:pt x="152" y="130"/>
                  </a:lnTo>
                  <a:lnTo>
                    <a:pt x="156" y="129"/>
                  </a:lnTo>
                  <a:lnTo>
                    <a:pt x="159" y="129"/>
                  </a:lnTo>
                  <a:lnTo>
                    <a:pt x="163" y="127"/>
                  </a:lnTo>
                  <a:lnTo>
                    <a:pt x="161" y="125"/>
                  </a:lnTo>
                  <a:lnTo>
                    <a:pt x="159" y="123"/>
                  </a:lnTo>
                  <a:lnTo>
                    <a:pt x="157" y="122"/>
                  </a:lnTo>
                  <a:lnTo>
                    <a:pt x="157" y="120"/>
                  </a:lnTo>
                  <a:lnTo>
                    <a:pt x="156" y="118"/>
                  </a:lnTo>
                  <a:lnTo>
                    <a:pt x="154" y="115"/>
                  </a:lnTo>
                  <a:lnTo>
                    <a:pt x="157" y="115"/>
                  </a:lnTo>
                  <a:lnTo>
                    <a:pt x="159" y="113"/>
                  </a:lnTo>
                  <a:lnTo>
                    <a:pt x="159" y="113"/>
                  </a:lnTo>
                  <a:lnTo>
                    <a:pt x="161" y="113"/>
                  </a:lnTo>
                  <a:lnTo>
                    <a:pt x="163" y="111"/>
                  </a:lnTo>
                  <a:lnTo>
                    <a:pt x="182" y="117"/>
                  </a:lnTo>
                  <a:lnTo>
                    <a:pt x="198" y="123"/>
                  </a:lnTo>
                  <a:lnTo>
                    <a:pt x="212" y="130"/>
                  </a:lnTo>
                  <a:lnTo>
                    <a:pt x="227" y="136"/>
                  </a:lnTo>
                  <a:lnTo>
                    <a:pt x="246" y="137"/>
                  </a:lnTo>
                  <a:lnTo>
                    <a:pt x="243" y="129"/>
                  </a:lnTo>
                  <a:lnTo>
                    <a:pt x="240" y="122"/>
                  </a:lnTo>
                  <a:lnTo>
                    <a:pt x="238" y="117"/>
                  </a:lnTo>
                  <a:lnTo>
                    <a:pt x="236" y="104"/>
                  </a:lnTo>
                  <a:lnTo>
                    <a:pt x="240" y="103"/>
                  </a:lnTo>
                  <a:lnTo>
                    <a:pt x="243" y="101"/>
                  </a:lnTo>
                  <a:lnTo>
                    <a:pt x="248" y="101"/>
                  </a:lnTo>
                  <a:lnTo>
                    <a:pt x="255" y="101"/>
                  </a:lnTo>
                  <a:close/>
                  <a:moveTo>
                    <a:pt x="742" y="80"/>
                  </a:moveTo>
                  <a:lnTo>
                    <a:pt x="754" y="85"/>
                  </a:lnTo>
                  <a:lnTo>
                    <a:pt x="754" y="89"/>
                  </a:lnTo>
                  <a:lnTo>
                    <a:pt x="749" y="89"/>
                  </a:lnTo>
                  <a:lnTo>
                    <a:pt x="746" y="89"/>
                  </a:lnTo>
                  <a:lnTo>
                    <a:pt x="744" y="89"/>
                  </a:lnTo>
                  <a:lnTo>
                    <a:pt x="742" y="87"/>
                  </a:lnTo>
                  <a:lnTo>
                    <a:pt x="742" y="87"/>
                  </a:lnTo>
                  <a:lnTo>
                    <a:pt x="742" y="85"/>
                  </a:lnTo>
                  <a:lnTo>
                    <a:pt x="742" y="80"/>
                  </a:lnTo>
                  <a:close/>
                  <a:moveTo>
                    <a:pt x="140" y="80"/>
                  </a:moveTo>
                  <a:lnTo>
                    <a:pt x="140" y="87"/>
                  </a:lnTo>
                  <a:lnTo>
                    <a:pt x="140" y="92"/>
                  </a:lnTo>
                  <a:lnTo>
                    <a:pt x="142" y="97"/>
                  </a:lnTo>
                  <a:lnTo>
                    <a:pt x="140" y="101"/>
                  </a:lnTo>
                  <a:lnTo>
                    <a:pt x="140" y="104"/>
                  </a:lnTo>
                  <a:lnTo>
                    <a:pt x="135" y="108"/>
                  </a:lnTo>
                  <a:lnTo>
                    <a:pt x="130" y="111"/>
                  </a:lnTo>
                  <a:lnTo>
                    <a:pt x="124" y="115"/>
                  </a:lnTo>
                  <a:lnTo>
                    <a:pt x="121" y="120"/>
                  </a:lnTo>
                  <a:lnTo>
                    <a:pt x="114" y="117"/>
                  </a:lnTo>
                  <a:lnTo>
                    <a:pt x="110" y="115"/>
                  </a:lnTo>
                  <a:lnTo>
                    <a:pt x="107" y="113"/>
                  </a:lnTo>
                  <a:lnTo>
                    <a:pt x="105" y="111"/>
                  </a:lnTo>
                  <a:lnTo>
                    <a:pt x="102" y="108"/>
                  </a:lnTo>
                  <a:lnTo>
                    <a:pt x="100" y="125"/>
                  </a:lnTo>
                  <a:lnTo>
                    <a:pt x="95" y="134"/>
                  </a:lnTo>
                  <a:lnTo>
                    <a:pt x="82" y="137"/>
                  </a:lnTo>
                  <a:lnTo>
                    <a:pt x="72" y="137"/>
                  </a:lnTo>
                  <a:lnTo>
                    <a:pt x="61" y="137"/>
                  </a:lnTo>
                  <a:lnTo>
                    <a:pt x="48" y="137"/>
                  </a:lnTo>
                  <a:lnTo>
                    <a:pt x="48" y="123"/>
                  </a:lnTo>
                  <a:lnTo>
                    <a:pt x="67" y="110"/>
                  </a:lnTo>
                  <a:lnTo>
                    <a:pt x="88" y="97"/>
                  </a:lnTo>
                  <a:lnTo>
                    <a:pt x="112" y="87"/>
                  </a:lnTo>
                  <a:lnTo>
                    <a:pt x="140" y="80"/>
                  </a:lnTo>
                  <a:close/>
                  <a:moveTo>
                    <a:pt x="3671" y="80"/>
                  </a:moveTo>
                  <a:lnTo>
                    <a:pt x="3680" y="80"/>
                  </a:lnTo>
                  <a:lnTo>
                    <a:pt x="3683" y="89"/>
                  </a:lnTo>
                  <a:lnTo>
                    <a:pt x="3683" y="99"/>
                  </a:lnTo>
                  <a:lnTo>
                    <a:pt x="3683" y="111"/>
                  </a:lnTo>
                  <a:lnTo>
                    <a:pt x="3699" y="106"/>
                  </a:lnTo>
                  <a:lnTo>
                    <a:pt x="3711" y="99"/>
                  </a:lnTo>
                  <a:lnTo>
                    <a:pt x="3725" y="92"/>
                  </a:lnTo>
                  <a:lnTo>
                    <a:pt x="3725" y="146"/>
                  </a:lnTo>
                  <a:lnTo>
                    <a:pt x="3725" y="148"/>
                  </a:lnTo>
                  <a:lnTo>
                    <a:pt x="3723" y="148"/>
                  </a:lnTo>
                  <a:lnTo>
                    <a:pt x="3723" y="148"/>
                  </a:lnTo>
                  <a:lnTo>
                    <a:pt x="3723" y="148"/>
                  </a:lnTo>
                  <a:lnTo>
                    <a:pt x="3723" y="148"/>
                  </a:lnTo>
                  <a:lnTo>
                    <a:pt x="3722" y="150"/>
                  </a:lnTo>
                  <a:lnTo>
                    <a:pt x="3709" y="150"/>
                  </a:lnTo>
                  <a:lnTo>
                    <a:pt x="3692" y="151"/>
                  </a:lnTo>
                  <a:lnTo>
                    <a:pt x="3675" y="153"/>
                  </a:lnTo>
                  <a:lnTo>
                    <a:pt x="3661" y="155"/>
                  </a:lnTo>
                  <a:lnTo>
                    <a:pt x="3650" y="157"/>
                  </a:lnTo>
                  <a:lnTo>
                    <a:pt x="3645" y="158"/>
                  </a:lnTo>
                  <a:lnTo>
                    <a:pt x="3633" y="148"/>
                  </a:lnTo>
                  <a:lnTo>
                    <a:pt x="3624" y="134"/>
                  </a:lnTo>
                  <a:lnTo>
                    <a:pt x="3619" y="115"/>
                  </a:lnTo>
                  <a:lnTo>
                    <a:pt x="3620" y="110"/>
                  </a:lnTo>
                  <a:lnTo>
                    <a:pt x="3622" y="106"/>
                  </a:lnTo>
                  <a:lnTo>
                    <a:pt x="3624" y="103"/>
                  </a:lnTo>
                  <a:lnTo>
                    <a:pt x="3626" y="99"/>
                  </a:lnTo>
                  <a:lnTo>
                    <a:pt x="3627" y="96"/>
                  </a:lnTo>
                  <a:lnTo>
                    <a:pt x="3634" y="92"/>
                  </a:lnTo>
                  <a:lnTo>
                    <a:pt x="3643" y="87"/>
                  </a:lnTo>
                  <a:lnTo>
                    <a:pt x="3657" y="82"/>
                  </a:lnTo>
                  <a:lnTo>
                    <a:pt x="3671" y="80"/>
                  </a:lnTo>
                  <a:close/>
                  <a:moveTo>
                    <a:pt x="458" y="73"/>
                  </a:moveTo>
                  <a:lnTo>
                    <a:pt x="461" y="83"/>
                  </a:lnTo>
                  <a:lnTo>
                    <a:pt x="468" y="87"/>
                  </a:lnTo>
                  <a:lnTo>
                    <a:pt x="479" y="87"/>
                  </a:lnTo>
                  <a:lnTo>
                    <a:pt x="496" y="85"/>
                  </a:lnTo>
                  <a:lnTo>
                    <a:pt x="496" y="89"/>
                  </a:lnTo>
                  <a:lnTo>
                    <a:pt x="498" y="94"/>
                  </a:lnTo>
                  <a:lnTo>
                    <a:pt x="500" y="99"/>
                  </a:lnTo>
                  <a:lnTo>
                    <a:pt x="500" y="103"/>
                  </a:lnTo>
                  <a:lnTo>
                    <a:pt x="500" y="108"/>
                  </a:lnTo>
                  <a:lnTo>
                    <a:pt x="500" y="111"/>
                  </a:lnTo>
                  <a:lnTo>
                    <a:pt x="519" y="122"/>
                  </a:lnTo>
                  <a:lnTo>
                    <a:pt x="541" y="127"/>
                  </a:lnTo>
                  <a:lnTo>
                    <a:pt x="566" y="127"/>
                  </a:lnTo>
                  <a:lnTo>
                    <a:pt x="590" y="127"/>
                  </a:lnTo>
                  <a:lnTo>
                    <a:pt x="617" y="125"/>
                  </a:lnTo>
                  <a:lnTo>
                    <a:pt x="639" y="127"/>
                  </a:lnTo>
                  <a:lnTo>
                    <a:pt x="639" y="132"/>
                  </a:lnTo>
                  <a:lnTo>
                    <a:pt x="641" y="137"/>
                  </a:lnTo>
                  <a:lnTo>
                    <a:pt x="643" y="141"/>
                  </a:lnTo>
                  <a:lnTo>
                    <a:pt x="643" y="143"/>
                  </a:lnTo>
                  <a:lnTo>
                    <a:pt x="643" y="146"/>
                  </a:lnTo>
                  <a:lnTo>
                    <a:pt x="643" y="150"/>
                  </a:lnTo>
                  <a:lnTo>
                    <a:pt x="639" y="162"/>
                  </a:lnTo>
                  <a:lnTo>
                    <a:pt x="629" y="162"/>
                  </a:lnTo>
                  <a:lnTo>
                    <a:pt x="617" y="160"/>
                  </a:lnTo>
                  <a:lnTo>
                    <a:pt x="608" y="158"/>
                  </a:lnTo>
                  <a:lnTo>
                    <a:pt x="604" y="158"/>
                  </a:lnTo>
                  <a:lnTo>
                    <a:pt x="601" y="160"/>
                  </a:lnTo>
                  <a:lnTo>
                    <a:pt x="599" y="164"/>
                  </a:lnTo>
                  <a:lnTo>
                    <a:pt x="597" y="165"/>
                  </a:lnTo>
                  <a:lnTo>
                    <a:pt x="594" y="165"/>
                  </a:lnTo>
                  <a:lnTo>
                    <a:pt x="592" y="167"/>
                  </a:lnTo>
                  <a:lnTo>
                    <a:pt x="587" y="169"/>
                  </a:lnTo>
                  <a:lnTo>
                    <a:pt x="582" y="169"/>
                  </a:lnTo>
                  <a:lnTo>
                    <a:pt x="576" y="171"/>
                  </a:lnTo>
                  <a:lnTo>
                    <a:pt x="573" y="172"/>
                  </a:lnTo>
                  <a:lnTo>
                    <a:pt x="568" y="172"/>
                  </a:lnTo>
                  <a:lnTo>
                    <a:pt x="562" y="172"/>
                  </a:lnTo>
                  <a:lnTo>
                    <a:pt x="559" y="167"/>
                  </a:lnTo>
                  <a:lnTo>
                    <a:pt x="557" y="162"/>
                  </a:lnTo>
                  <a:lnTo>
                    <a:pt x="554" y="158"/>
                  </a:lnTo>
                  <a:lnTo>
                    <a:pt x="554" y="162"/>
                  </a:lnTo>
                  <a:lnTo>
                    <a:pt x="550" y="165"/>
                  </a:lnTo>
                  <a:lnTo>
                    <a:pt x="548" y="169"/>
                  </a:lnTo>
                  <a:lnTo>
                    <a:pt x="547" y="172"/>
                  </a:lnTo>
                  <a:lnTo>
                    <a:pt x="538" y="172"/>
                  </a:lnTo>
                  <a:lnTo>
                    <a:pt x="534" y="167"/>
                  </a:lnTo>
                  <a:lnTo>
                    <a:pt x="531" y="160"/>
                  </a:lnTo>
                  <a:lnTo>
                    <a:pt x="528" y="153"/>
                  </a:lnTo>
                  <a:lnTo>
                    <a:pt x="526" y="158"/>
                  </a:lnTo>
                  <a:lnTo>
                    <a:pt x="524" y="162"/>
                  </a:lnTo>
                  <a:lnTo>
                    <a:pt x="522" y="164"/>
                  </a:lnTo>
                  <a:lnTo>
                    <a:pt x="522" y="164"/>
                  </a:lnTo>
                  <a:lnTo>
                    <a:pt x="519" y="164"/>
                  </a:lnTo>
                  <a:lnTo>
                    <a:pt x="515" y="162"/>
                  </a:lnTo>
                  <a:lnTo>
                    <a:pt x="512" y="160"/>
                  </a:lnTo>
                  <a:lnTo>
                    <a:pt x="510" y="158"/>
                  </a:lnTo>
                  <a:lnTo>
                    <a:pt x="510" y="157"/>
                  </a:lnTo>
                  <a:lnTo>
                    <a:pt x="510" y="155"/>
                  </a:lnTo>
                  <a:lnTo>
                    <a:pt x="510" y="153"/>
                  </a:lnTo>
                  <a:lnTo>
                    <a:pt x="510" y="151"/>
                  </a:lnTo>
                  <a:lnTo>
                    <a:pt x="508" y="150"/>
                  </a:lnTo>
                  <a:lnTo>
                    <a:pt x="507" y="150"/>
                  </a:lnTo>
                  <a:lnTo>
                    <a:pt x="505" y="151"/>
                  </a:lnTo>
                  <a:lnTo>
                    <a:pt x="501" y="151"/>
                  </a:lnTo>
                  <a:lnTo>
                    <a:pt x="496" y="153"/>
                  </a:lnTo>
                  <a:lnTo>
                    <a:pt x="493" y="153"/>
                  </a:lnTo>
                  <a:lnTo>
                    <a:pt x="487" y="155"/>
                  </a:lnTo>
                  <a:lnTo>
                    <a:pt x="486" y="153"/>
                  </a:lnTo>
                  <a:lnTo>
                    <a:pt x="484" y="153"/>
                  </a:lnTo>
                  <a:lnTo>
                    <a:pt x="480" y="151"/>
                  </a:lnTo>
                  <a:lnTo>
                    <a:pt x="479" y="150"/>
                  </a:lnTo>
                  <a:lnTo>
                    <a:pt x="475" y="148"/>
                  </a:lnTo>
                  <a:lnTo>
                    <a:pt x="473" y="146"/>
                  </a:lnTo>
                  <a:lnTo>
                    <a:pt x="475" y="136"/>
                  </a:lnTo>
                  <a:lnTo>
                    <a:pt x="473" y="129"/>
                  </a:lnTo>
                  <a:lnTo>
                    <a:pt x="470" y="123"/>
                  </a:lnTo>
                  <a:lnTo>
                    <a:pt x="466" y="115"/>
                  </a:lnTo>
                  <a:lnTo>
                    <a:pt x="466" y="104"/>
                  </a:lnTo>
                  <a:lnTo>
                    <a:pt x="449" y="103"/>
                  </a:lnTo>
                  <a:lnTo>
                    <a:pt x="433" y="97"/>
                  </a:lnTo>
                  <a:lnTo>
                    <a:pt x="419" y="92"/>
                  </a:lnTo>
                  <a:lnTo>
                    <a:pt x="418" y="90"/>
                  </a:lnTo>
                  <a:lnTo>
                    <a:pt x="418" y="89"/>
                  </a:lnTo>
                  <a:lnTo>
                    <a:pt x="418" y="87"/>
                  </a:lnTo>
                  <a:lnTo>
                    <a:pt x="416" y="85"/>
                  </a:lnTo>
                  <a:lnTo>
                    <a:pt x="416" y="80"/>
                  </a:lnTo>
                  <a:lnTo>
                    <a:pt x="423" y="78"/>
                  </a:lnTo>
                  <a:lnTo>
                    <a:pt x="432" y="78"/>
                  </a:lnTo>
                  <a:lnTo>
                    <a:pt x="442" y="76"/>
                  </a:lnTo>
                  <a:lnTo>
                    <a:pt x="445" y="75"/>
                  </a:lnTo>
                  <a:lnTo>
                    <a:pt x="449" y="75"/>
                  </a:lnTo>
                  <a:lnTo>
                    <a:pt x="452" y="73"/>
                  </a:lnTo>
                  <a:lnTo>
                    <a:pt x="458" y="73"/>
                  </a:lnTo>
                  <a:close/>
                  <a:moveTo>
                    <a:pt x="377" y="73"/>
                  </a:moveTo>
                  <a:lnTo>
                    <a:pt x="409" y="73"/>
                  </a:lnTo>
                  <a:lnTo>
                    <a:pt x="409" y="76"/>
                  </a:lnTo>
                  <a:lnTo>
                    <a:pt x="411" y="80"/>
                  </a:lnTo>
                  <a:lnTo>
                    <a:pt x="411" y="83"/>
                  </a:lnTo>
                  <a:lnTo>
                    <a:pt x="412" y="89"/>
                  </a:lnTo>
                  <a:lnTo>
                    <a:pt x="404" y="89"/>
                  </a:lnTo>
                  <a:lnTo>
                    <a:pt x="400" y="89"/>
                  </a:lnTo>
                  <a:lnTo>
                    <a:pt x="397" y="89"/>
                  </a:lnTo>
                  <a:lnTo>
                    <a:pt x="390" y="87"/>
                  </a:lnTo>
                  <a:lnTo>
                    <a:pt x="384" y="87"/>
                  </a:lnTo>
                  <a:lnTo>
                    <a:pt x="377" y="85"/>
                  </a:lnTo>
                  <a:lnTo>
                    <a:pt x="377" y="73"/>
                  </a:lnTo>
                  <a:close/>
                  <a:moveTo>
                    <a:pt x="301" y="69"/>
                  </a:moveTo>
                  <a:lnTo>
                    <a:pt x="308" y="73"/>
                  </a:lnTo>
                  <a:lnTo>
                    <a:pt x="315" y="76"/>
                  </a:lnTo>
                  <a:lnTo>
                    <a:pt x="318" y="82"/>
                  </a:lnTo>
                  <a:lnTo>
                    <a:pt x="322" y="89"/>
                  </a:lnTo>
                  <a:lnTo>
                    <a:pt x="323" y="96"/>
                  </a:lnTo>
                  <a:lnTo>
                    <a:pt x="313" y="96"/>
                  </a:lnTo>
                  <a:lnTo>
                    <a:pt x="313" y="92"/>
                  </a:lnTo>
                  <a:lnTo>
                    <a:pt x="308" y="89"/>
                  </a:lnTo>
                  <a:lnTo>
                    <a:pt x="306" y="85"/>
                  </a:lnTo>
                  <a:lnTo>
                    <a:pt x="304" y="82"/>
                  </a:lnTo>
                  <a:lnTo>
                    <a:pt x="302" y="76"/>
                  </a:lnTo>
                  <a:lnTo>
                    <a:pt x="301" y="69"/>
                  </a:lnTo>
                  <a:close/>
                  <a:moveTo>
                    <a:pt x="489" y="61"/>
                  </a:moveTo>
                  <a:lnTo>
                    <a:pt x="505" y="61"/>
                  </a:lnTo>
                  <a:lnTo>
                    <a:pt x="505" y="69"/>
                  </a:lnTo>
                  <a:lnTo>
                    <a:pt x="489" y="69"/>
                  </a:lnTo>
                  <a:lnTo>
                    <a:pt x="489" y="61"/>
                  </a:lnTo>
                  <a:close/>
                  <a:moveTo>
                    <a:pt x="192" y="61"/>
                  </a:moveTo>
                  <a:lnTo>
                    <a:pt x="201" y="62"/>
                  </a:lnTo>
                  <a:lnTo>
                    <a:pt x="208" y="62"/>
                  </a:lnTo>
                  <a:lnTo>
                    <a:pt x="215" y="64"/>
                  </a:lnTo>
                  <a:lnTo>
                    <a:pt x="220" y="66"/>
                  </a:lnTo>
                  <a:lnTo>
                    <a:pt x="217" y="71"/>
                  </a:lnTo>
                  <a:lnTo>
                    <a:pt x="213" y="76"/>
                  </a:lnTo>
                  <a:lnTo>
                    <a:pt x="210" y="80"/>
                  </a:lnTo>
                  <a:lnTo>
                    <a:pt x="205" y="85"/>
                  </a:lnTo>
                  <a:lnTo>
                    <a:pt x="199" y="89"/>
                  </a:lnTo>
                  <a:lnTo>
                    <a:pt x="194" y="90"/>
                  </a:lnTo>
                  <a:lnTo>
                    <a:pt x="191" y="90"/>
                  </a:lnTo>
                  <a:lnTo>
                    <a:pt x="185" y="89"/>
                  </a:lnTo>
                  <a:lnTo>
                    <a:pt x="182" y="85"/>
                  </a:lnTo>
                  <a:lnTo>
                    <a:pt x="180" y="82"/>
                  </a:lnTo>
                  <a:lnTo>
                    <a:pt x="178" y="78"/>
                  </a:lnTo>
                  <a:lnTo>
                    <a:pt x="178" y="73"/>
                  </a:lnTo>
                  <a:lnTo>
                    <a:pt x="185" y="68"/>
                  </a:lnTo>
                  <a:lnTo>
                    <a:pt x="192" y="61"/>
                  </a:lnTo>
                  <a:close/>
                  <a:moveTo>
                    <a:pt x="435" y="54"/>
                  </a:moveTo>
                  <a:lnTo>
                    <a:pt x="440" y="54"/>
                  </a:lnTo>
                  <a:lnTo>
                    <a:pt x="444" y="54"/>
                  </a:lnTo>
                  <a:lnTo>
                    <a:pt x="447" y="54"/>
                  </a:lnTo>
                  <a:lnTo>
                    <a:pt x="449" y="54"/>
                  </a:lnTo>
                  <a:lnTo>
                    <a:pt x="452" y="54"/>
                  </a:lnTo>
                  <a:lnTo>
                    <a:pt x="456" y="54"/>
                  </a:lnTo>
                  <a:lnTo>
                    <a:pt x="461" y="54"/>
                  </a:lnTo>
                  <a:lnTo>
                    <a:pt x="461" y="61"/>
                  </a:lnTo>
                  <a:lnTo>
                    <a:pt x="438" y="66"/>
                  </a:lnTo>
                  <a:lnTo>
                    <a:pt x="435" y="54"/>
                  </a:lnTo>
                  <a:close/>
                  <a:moveTo>
                    <a:pt x="220" y="43"/>
                  </a:moveTo>
                  <a:lnTo>
                    <a:pt x="227" y="45"/>
                  </a:lnTo>
                  <a:lnTo>
                    <a:pt x="234" y="47"/>
                  </a:lnTo>
                  <a:lnTo>
                    <a:pt x="240" y="50"/>
                  </a:lnTo>
                  <a:lnTo>
                    <a:pt x="236" y="50"/>
                  </a:lnTo>
                  <a:lnTo>
                    <a:pt x="227" y="54"/>
                  </a:lnTo>
                  <a:lnTo>
                    <a:pt x="217" y="54"/>
                  </a:lnTo>
                  <a:lnTo>
                    <a:pt x="205" y="54"/>
                  </a:lnTo>
                  <a:lnTo>
                    <a:pt x="205" y="50"/>
                  </a:lnTo>
                  <a:lnTo>
                    <a:pt x="208" y="50"/>
                  </a:lnTo>
                  <a:lnTo>
                    <a:pt x="212" y="47"/>
                  </a:lnTo>
                  <a:lnTo>
                    <a:pt x="217" y="45"/>
                  </a:lnTo>
                  <a:lnTo>
                    <a:pt x="220" y="43"/>
                  </a:lnTo>
                  <a:close/>
                  <a:moveTo>
                    <a:pt x="2671" y="41"/>
                  </a:moveTo>
                  <a:lnTo>
                    <a:pt x="2688" y="43"/>
                  </a:lnTo>
                  <a:lnTo>
                    <a:pt x="2692" y="47"/>
                  </a:lnTo>
                  <a:lnTo>
                    <a:pt x="2694" y="50"/>
                  </a:lnTo>
                  <a:lnTo>
                    <a:pt x="2697" y="54"/>
                  </a:lnTo>
                  <a:lnTo>
                    <a:pt x="2695" y="57"/>
                  </a:lnTo>
                  <a:lnTo>
                    <a:pt x="2695" y="59"/>
                  </a:lnTo>
                  <a:lnTo>
                    <a:pt x="2695" y="59"/>
                  </a:lnTo>
                  <a:lnTo>
                    <a:pt x="2694" y="61"/>
                  </a:lnTo>
                  <a:lnTo>
                    <a:pt x="2694" y="61"/>
                  </a:lnTo>
                  <a:lnTo>
                    <a:pt x="2683" y="75"/>
                  </a:lnTo>
                  <a:lnTo>
                    <a:pt x="2669" y="85"/>
                  </a:lnTo>
                  <a:lnTo>
                    <a:pt x="2653" y="94"/>
                  </a:lnTo>
                  <a:lnTo>
                    <a:pt x="2634" y="101"/>
                  </a:lnTo>
                  <a:lnTo>
                    <a:pt x="2617" y="108"/>
                  </a:lnTo>
                  <a:lnTo>
                    <a:pt x="2601" y="115"/>
                  </a:lnTo>
                  <a:lnTo>
                    <a:pt x="2584" y="129"/>
                  </a:lnTo>
                  <a:lnTo>
                    <a:pt x="2564" y="150"/>
                  </a:lnTo>
                  <a:lnTo>
                    <a:pt x="2544" y="174"/>
                  </a:lnTo>
                  <a:lnTo>
                    <a:pt x="2524" y="202"/>
                  </a:lnTo>
                  <a:lnTo>
                    <a:pt x="2509" y="230"/>
                  </a:lnTo>
                  <a:lnTo>
                    <a:pt x="2498" y="258"/>
                  </a:lnTo>
                  <a:lnTo>
                    <a:pt x="2493" y="284"/>
                  </a:lnTo>
                  <a:lnTo>
                    <a:pt x="2495" y="293"/>
                  </a:lnTo>
                  <a:lnTo>
                    <a:pt x="2502" y="303"/>
                  </a:lnTo>
                  <a:lnTo>
                    <a:pt x="2510" y="314"/>
                  </a:lnTo>
                  <a:lnTo>
                    <a:pt x="2521" y="322"/>
                  </a:lnTo>
                  <a:lnTo>
                    <a:pt x="2521" y="326"/>
                  </a:lnTo>
                  <a:lnTo>
                    <a:pt x="2516" y="326"/>
                  </a:lnTo>
                  <a:lnTo>
                    <a:pt x="2512" y="335"/>
                  </a:lnTo>
                  <a:lnTo>
                    <a:pt x="2498" y="329"/>
                  </a:lnTo>
                  <a:lnTo>
                    <a:pt x="2482" y="326"/>
                  </a:lnTo>
                  <a:lnTo>
                    <a:pt x="2477" y="312"/>
                  </a:lnTo>
                  <a:lnTo>
                    <a:pt x="2468" y="300"/>
                  </a:lnTo>
                  <a:lnTo>
                    <a:pt x="2460" y="291"/>
                  </a:lnTo>
                  <a:lnTo>
                    <a:pt x="2451" y="282"/>
                  </a:lnTo>
                  <a:lnTo>
                    <a:pt x="2444" y="268"/>
                  </a:lnTo>
                  <a:lnTo>
                    <a:pt x="2454" y="261"/>
                  </a:lnTo>
                  <a:lnTo>
                    <a:pt x="2460" y="258"/>
                  </a:lnTo>
                  <a:lnTo>
                    <a:pt x="2460" y="253"/>
                  </a:lnTo>
                  <a:lnTo>
                    <a:pt x="2458" y="249"/>
                  </a:lnTo>
                  <a:lnTo>
                    <a:pt x="2456" y="242"/>
                  </a:lnTo>
                  <a:lnTo>
                    <a:pt x="2458" y="235"/>
                  </a:lnTo>
                  <a:lnTo>
                    <a:pt x="2463" y="226"/>
                  </a:lnTo>
                  <a:lnTo>
                    <a:pt x="2470" y="221"/>
                  </a:lnTo>
                  <a:lnTo>
                    <a:pt x="2477" y="214"/>
                  </a:lnTo>
                  <a:lnTo>
                    <a:pt x="2482" y="204"/>
                  </a:lnTo>
                  <a:lnTo>
                    <a:pt x="2479" y="202"/>
                  </a:lnTo>
                  <a:lnTo>
                    <a:pt x="2475" y="200"/>
                  </a:lnTo>
                  <a:lnTo>
                    <a:pt x="2475" y="199"/>
                  </a:lnTo>
                  <a:lnTo>
                    <a:pt x="2474" y="199"/>
                  </a:lnTo>
                  <a:lnTo>
                    <a:pt x="2474" y="197"/>
                  </a:lnTo>
                  <a:lnTo>
                    <a:pt x="2474" y="195"/>
                  </a:lnTo>
                  <a:lnTo>
                    <a:pt x="2482" y="186"/>
                  </a:lnTo>
                  <a:lnTo>
                    <a:pt x="2491" y="178"/>
                  </a:lnTo>
                  <a:lnTo>
                    <a:pt x="2496" y="165"/>
                  </a:lnTo>
                  <a:lnTo>
                    <a:pt x="2498" y="162"/>
                  </a:lnTo>
                  <a:lnTo>
                    <a:pt x="2496" y="157"/>
                  </a:lnTo>
                  <a:lnTo>
                    <a:pt x="2496" y="153"/>
                  </a:lnTo>
                  <a:lnTo>
                    <a:pt x="2495" y="151"/>
                  </a:lnTo>
                  <a:lnTo>
                    <a:pt x="2495" y="146"/>
                  </a:lnTo>
                  <a:lnTo>
                    <a:pt x="2495" y="143"/>
                  </a:lnTo>
                  <a:lnTo>
                    <a:pt x="2496" y="137"/>
                  </a:lnTo>
                  <a:lnTo>
                    <a:pt x="2510" y="122"/>
                  </a:lnTo>
                  <a:lnTo>
                    <a:pt x="2528" y="106"/>
                  </a:lnTo>
                  <a:lnTo>
                    <a:pt x="2550" y="90"/>
                  </a:lnTo>
                  <a:lnTo>
                    <a:pt x="2573" y="78"/>
                  </a:lnTo>
                  <a:lnTo>
                    <a:pt x="2592" y="69"/>
                  </a:lnTo>
                  <a:lnTo>
                    <a:pt x="2624" y="69"/>
                  </a:lnTo>
                  <a:lnTo>
                    <a:pt x="2634" y="64"/>
                  </a:lnTo>
                  <a:lnTo>
                    <a:pt x="2641" y="59"/>
                  </a:lnTo>
                  <a:lnTo>
                    <a:pt x="2646" y="52"/>
                  </a:lnTo>
                  <a:lnTo>
                    <a:pt x="2652" y="48"/>
                  </a:lnTo>
                  <a:lnTo>
                    <a:pt x="2659" y="45"/>
                  </a:lnTo>
                  <a:lnTo>
                    <a:pt x="2671" y="41"/>
                  </a:lnTo>
                  <a:close/>
                  <a:moveTo>
                    <a:pt x="400" y="15"/>
                  </a:moveTo>
                  <a:lnTo>
                    <a:pt x="416" y="15"/>
                  </a:lnTo>
                  <a:lnTo>
                    <a:pt x="421" y="22"/>
                  </a:lnTo>
                  <a:lnTo>
                    <a:pt x="428" y="29"/>
                  </a:lnTo>
                  <a:lnTo>
                    <a:pt x="435" y="34"/>
                  </a:lnTo>
                  <a:lnTo>
                    <a:pt x="432" y="38"/>
                  </a:lnTo>
                  <a:lnTo>
                    <a:pt x="430" y="40"/>
                  </a:lnTo>
                  <a:lnTo>
                    <a:pt x="428" y="41"/>
                  </a:lnTo>
                  <a:lnTo>
                    <a:pt x="426" y="45"/>
                  </a:lnTo>
                  <a:lnTo>
                    <a:pt x="425" y="48"/>
                  </a:lnTo>
                  <a:lnTo>
                    <a:pt x="423" y="54"/>
                  </a:lnTo>
                  <a:lnTo>
                    <a:pt x="418" y="54"/>
                  </a:lnTo>
                  <a:lnTo>
                    <a:pt x="411" y="54"/>
                  </a:lnTo>
                  <a:lnTo>
                    <a:pt x="407" y="52"/>
                  </a:lnTo>
                  <a:lnTo>
                    <a:pt x="402" y="52"/>
                  </a:lnTo>
                  <a:lnTo>
                    <a:pt x="397" y="50"/>
                  </a:lnTo>
                  <a:lnTo>
                    <a:pt x="397" y="43"/>
                  </a:lnTo>
                  <a:lnTo>
                    <a:pt x="398" y="38"/>
                  </a:lnTo>
                  <a:lnTo>
                    <a:pt x="400" y="31"/>
                  </a:lnTo>
                  <a:lnTo>
                    <a:pt x="400" y="24"/>
                  </a:lnTo>
                  <a:lnTo>
                    <a:pt x="400" y="15"/>
                  </a:lnTo>
                  <a:close/>
                  <a:moveTo>
                    <a:pt x="3165" y="0"/>
                  </a:moveTo>
                  <a:lnTo>
                    <a:pt x="3184" y="0"/>
                  </a:lnTo>
                  <a:lnTo>
                    <a:pt x="3188" y="5"/>
                  </a:lnTo>
                  <a:lnTo>
                    <a:pt x="3189" y="7"/>
                  </a:lnTo>
                  <a:lnTo>
                    <a:pt x="3191" y="10"/>
                  </a:lnTo>
                  <a:lnTo>
                    <a:pt x="3195" y="14"/>
                  </a:lnTo>
                  <a:lnTo>
                    <a:pt x="3196" y="19"/>
                  </a:lnTo>
                  <a:lnTo>
                    <a:pt x="3191" y="21"/>
                  </a:lnTo>
                  <a:lnTo>
                    <a:pt x="3189" y="22"/>
                  </a:lnTo>
                  <a:lnTo>
                    <a:pt x="3186" y="24"/>
                  </a:lnTo>
                  <a:lnTo>
                    <a:pt x="3184" y="27"/>
                  </a:lnTo>
                  <a:lnTo>
                    <a:pt x="3182" y="29"/>
                  </a:lnTo>
                  <a:lnTo>
                    <a:pt x="3181" y="34"/>
                  </a:lnTo>
                  <a:lnTo>
                    <a:pt x="3195" y="38"/>
                  </a:lnTo>
                  <a:lnTo>
                    <a:pt x="3202" y="41"/>
                  </a:lnTo>
                  <a:lnTo>
                    <a:pt x="3209" y="48"/>
                  </a:lnTo>
                  <a:lnTo>
                    <a:pt x="3216" y="57"/>
                  </a:lnTo>
                  <a:lnTo>
                    <a:pt x="3228" y="52"/>
                  </a:lnTo>
                  <a:lnTo>
                    <a:pt x="3240" y="50"/>
                  </a:lnTo>
                  <a:lnTo>
                    <a:pt x="3254" y="48"/>
                  </a:lnTo>
                  <a:lnTo>
                    <a:pt x="3270" y="43"/>
                  </a:lnTo>
                  <a:lnTo>
                    <a:pt x="3271" y="41"/>
                  </a:lnTo>
                  <a:lnTo>
                    <a:pt x="3271" y="41"/>
                  </a:lnTo>
                  <a:lnTo>
                    <a:pt x="3273" y="43"/>
                  </a:lnTo>
                  <a:lnTo>
                    <a:pt x="3273" y="45"/>
                  </a:lnTo>
                  <a:lnTo>
                    <a:pt x="3273" y="47"/>
                  </a:lnTo>
                  <a:lnTo>
                    <a:pt x="3287" y="54"/>
                  </a:lnTo>
                  <a:lnTo>
                    <a:pt x="3298" y="62"/>
                  </a:lnTo>
                  <a:lnTo>
                    <a:pt x="3306" y="73"/>
                  </a:lnTo>
                  <a:lnTo>
                    <a:pt x="3315" y="85"/>
                  </a:lnTo>
                  <a:lnTo>
                    <a:pt x="3315" y="108"/>
                  </a:lnTo>
                  <a:lnTo>
                    <a:pt x="3303" y="117"/>
                  </a:lnTo>
                  <a:lnTo>
                    <a:pt x="3298" y="125"/>
                  </a:lnTo>
                  <a:lnTo>
                    <a:pt x="3294" y="134"/>
                  </a:lnTo>
                  <a:lnTo>
                    <a:pt x="3289" y="143"/>
                  </a:lnTo>
                  <a:lnTo>
                    <a:pt x="3275" y="151"/>
                  </a:lnTo>
                  <a:lnTo>
                    <a:pt x="3259" y="160"/>
                  </a:lnTo>
                  <a:lnTo>
                    <a:pt x="3243" y="171"/>
                  </a:lnTo>
                  <a:lnTo>
                    <a:pt x="3231" y="185"/>
                  </a:lnTo>
                  <a:lnTo>
                    <a:pt x="3235" y="185"/>
                  </a:lnTo>
                  <a:lnTo>
                    <a:pt x="3247" y="178"/>
                  </a:lnTo>
                  <a:lnTo>
                    <a:pt x="3261" y="176"/>
                  </a:lnTo>
                  <a:lnTo>
                    <a:pt x="3277" y="178"/>
                  </a:lnTo>
                  <a:lnTo>
                    <a:pt x="3277" y="181"/>
                  </a:lnTo>
                  <a:lnTo>
                    <a:pt x="3275" y="185"/>
                  </a:lnTo>
                  <a:lnTo>
                    <a:pt x="3275" y="186"/>
                  </a:lnTo>
                  <a:lnTo>
                    <a:pt x="3275" y="188"/>
                  </a:lnTo>
                  <a:lnTo>
                    <a:pt x="3275" y="188"/>
                  </a:lnTo>
                  <a:lnTo>
                    <a:pt x="3275" y="190"/>
                  </a:lnTo>
                  <a:lnTo>
                    <a:pt x="3277" y="190"/>
                  </a:lnTo>
                  <a:lnTo>
                    <a:pt x="3280" y="192"/>
                  </a:lnTo>
                  <a:lnTo>
                    <a:pt x="3285" y="186"/>
                  </a:lnTo>
                  <a:lnTo>
                    <a:pt x="3292" y="181"/>
                  </a:lnTo>
                  <a:lnTo>
                    <a:pt x="3299" y="176"/>
                  </a:lnTo>
                  <a:lnTo>
                    <a:pt x="3308" y="172"/>
                  </a:lnTo>
                  <a:lnTo>
                    <a:pt x="3308" y="178"/>
                  </a:lnTo>
                  <a:lnTo>
                    <a:pt x="3305" y="183"/>
                  </a:lnTo>
                  <a:lnTo>
                    <a:pt x="3303" y="188"/>
                  </a:lnTo>
                  <a:lnTo>
                    <a:pt x="3301" y="195"/>
                  </a:lnTo>
                  <a:lnTo>
                    <a:pt x="3299" y="204"/>
                  </a:lnTo>
                  <a:lnTo>
                    <a:pt x="3301" y="206"/>
                  </a:lnTo>
                  <a:lnTo>
                    <a:pt x="3301" y="206"/>
                  </a:lnTo>
                  <a:lnTo>
                    <a:pt x="3301" y="206"/>
                  </a:lnTo>
                  <a:lnTo>
                    <a:pt x="3301" y="206"/>
                  </a:lnTo>
                  <a:lnTo>
                    <a:pt x="3303" y="206"/>
                  </a:lnTo>
                  <a:lnTo>
                    <a:pt x="3303" y="207"/>
                  </a:lnTo>
                  <a:lnTo>
                    <a:pt x="3312" y="207"/>
                  </a:lnTo>
                  <a:lnTo>
                    <a:pt x="3312" y="195"/>
                  </a:lnTo>
                  <a:lnTo>
                    <a:pt x="3329" y="193"/>
                  </a:lnTo>
                  <a:lnTo>
                    <a:pt x="3345" y="193"/>
                  </a:lnTo>
                  <a:lnTo>
                    <a:pt x="3357" y="195"/>
                  </a:lnTo>
                  <a:lnTo>
                    <a:pt x="3369" y="204"/>
                  </a:lnTo>
                  <a:lnTo>
                    <a:pt x="3369" y="206"/>
                  </a:lnTo>
                  <a:lnTo>
                    <a:pt x="3369" y="211"/>
                  </a:lnTo>
                  <a:lnTo>
                    <a:pt x="3371" y="216"/>
                  </a:lnTo>
                  <a:lnTo>
                    <a:pt x="3371" y="221"/>
                  </a:lnTo>
                  <a:lnTo>
                    <a:pt x="3373" y="226"/>
                  </a:lnTo>
                  <a:lnTo>
                    <a:pt x="3423" y="230"/>
                  </a:lnTo>
                  <a:lnTo>
                    <a:pt x="3427" y="219"/>
                  </a:lnTo>
                  <a:lnTo>
                    <a:pt x="3427" y="216"/>
                  </a:lnTo>
                  <a:lnTo>
                    <a:pt x="3427" y="214"/>
                  </a:lnTo>
                  <a:lnTo>
                    <a:pt x="3427" y="211"/>
                  </a:lnTo>
                  <a:lnTo>
                    <a:pt x="3427" y="206"/>
                  </a:lnTo>
                  <a:lnTo>
                    <a:pt x="3427" y="200"/>
                  </a:lnTo>
                  <a:lnTo>
                    <a:pt x="3430" y="199"/>
                  </a:lnTo>
                  <a:lnTo>
                    <a:pt x="3430" y="199"/>
                  </a:lnTo>
                  <a:lnTo>
                    <a:pt x="3432" y="199"/>
                  </a:lnTo>
                  <a:lnTo>
                    <a:pt x="3432" y="197"/>
                  </a:lnTo>
                  <a:lnTo>
                    <a:pt x="3434" y="195"/>
                  </a:lnTo>
                  <a:lnTo>
                    <a:pt x="3444" y="200"/>
                  </a:lnTo>
                  <a:lnTo>
                    <a:pt x="3455" y="206"/>
                  </a:lnTo>
                  <a:lnTo>
                    <a:pt x="3465" y="211"/>
                  </a:lnTo>
                  <a:lnTo>
                    <a:pt x="3476" y="202"/>
                  </a:lnTo>
                  <a:lnTo>
                    <a:pt x="3488" y="197"/>
                  </a:lnTo>
                  <a:lnTo>
                    <a:pt x="3507" y="195"/>
                  </a:lnTo>
                  <a:lnTo>
                    <a:pt x="3507" y="200"/>
                  </a:lnTo>
                  <a:lnTo>
                    <a:pt x="3510" y="200"/>
                  </a:lnTo>
                  <a:lnTo>
                    <a:pt x="3519" y="235"/>
                  </a:lnTo>
                  <a:lnTo>
                    <a:pt x="3507" y="247"/>
                  </a:lnTo>
                  <a:lnTo>
                    <a:pt x="3500" y="265"/>
                  </a:lnTo>
                  <a:lnTo>
                    <a:pt x="3502" y="268"/>
                  </a:lnTo>
                  <a:lnTo>
                    <a:pt x="3504" y="272"/>
                  </a:lnTo>
                  <a:lnTo>
                    <a:pt x="3504" y="275"/>
                  </a:lnTo>
                  <a:lnTo>
                    <a:pt x="3505" y="279"/>
                  </a:lnTo>
                  <a:lnTo>
                    <a:pt x="3507" y="284"/>
                  </a:lnTo>
                  <a:lnTo>
                    <a:pt x="3516" y="293"/>
                  </a:lnTo>
                  <a:lnTo>
                    <a:pt x="3528" y="300"/>
                  </a:lnTo>
                  <a:lnTo>
                    <a:pt x="3538" y="307"/>
                  </a:lnTo>
                  <a:lnTo>
                    <a:pt x="3538" y="307"/>
                  </a:lnTo>
                  <a:lnTo>
                    <a:pt x="3540" y="305"/>
                  </a:lnTo>
                  <a:lnTo>
                    <a:pt x="3540" y="305"/>
                  </a:lnTo>
                  <a:lnTo>
                    <a:pt x="3540" y="305"/>
                  </a:lnTo>
                  <a:lnTo>
                    <a:pt x="3540" y="305"/>
                  </a:lnTo>
                  <a:lnTo>
                    <a:pt x="3542" y="303"/>
                  </a:lnTo>
                  <a:lnTo>
                    <a:pt x="3547" y="295"/>
                  </a:lnTo>
                  <a:lnTo>
                    <a:pt x="3551" y="284"/>
                  </a:lnTo>
                  <a:lnTo>
                    <a:pt x="3554" y="274"/>
                  </a:lnTo>
                  <a:lnTo>
                    <a:pt x="3561" y="265"/>
                  </a:lnTo>
                  <a:lnTo>
                    <a:pt x="3561" y="274"/>
                  </a:lnTo>
                  <a:lnTo>
                    <a:pt x="3563" y="281"/>
                  </a:lnTo>
                  <a:lnTo>
                    <a:pt x="3566" y="286"/>
                  </a:lnTo>
                  <a:lnTo>
                    <a:pt x="3572" y="289"/>
                  </a:lnTo>
                  <a:lnTo>
                    <a:pt x="3579" y="291"/>
                  </a:lnTo>
                  <a:lnTo>
                    <a:pt x="3587" y="293"/>
                  </a:lnTo>
                  <a:lnTo>
                    <a:pt x="3600" y="272"/>
                  </a:lnTo>
                  <a:lnTo>
                    <a:pt x="3605" y="277"/>
                  </a:lnTo>
                  <a:lnTo>
                    <a:pt x="3610" y="281"/>
                  </a:lnTo>
                  <a:lnTo>
                    <a:pt x="3613" y="286"/>
                  </a:lnTo>
                  <a:lnTo>
                    <a:pt x="3619" y="289"/>
                  </a:lnTo>
                  <a:lnTo>
                    <a:pt x="3626" y="293"/>
                  </a:lnTo>
                  <a:lnTo>
                    <a:pt x="3629" y="289"/>
                  </a:lnTo>
                  <a:lnTo>
                    <a:pt x="3633" y="286"/>
                  </a:lnTo>
                  <a:lnTo>
                    <a:pt x="3636" y="286"/>
                  </a:lnTo>
                  <a:lnTo>
                    <a:pt x="3638" y="286"/>
                  </a:lnTo>
                  <a:lnTo>
                    <a:pt x="3643" y="286"/>
                  </a:lnTo>
                  <a:lnTo>
                    <a:pt x="3647" y="288"/>
                  </a:lnTo>
                  <a:lnTo>
                    <a:pt x="3654" y="288"/>
                  </a:lnTo>
                  <a:lnTo>
                    <a:pt x="3652" y="270"/>
                  </a:lnTo>
                  <a:lnTo>
                    <a:pt x="3648" y="258"/>
                  </a:lnTo>
                  <a:lnTo>
                    <a:pt x="3645" y="242"/>
                  </a:lnTo>
                  <a:lnTo>
                    <a:pt x="3657" y="239"/>
                  </a:lnTo>
                  <a:lnTo>
                    <a:pt x="3668" y="235"/>
                  </a:lnTo>
                  <a:lnTo>
                    <a:pt x="3685" y="235"/>
                  </a:lnTo>
                  <a:lnTo>
                    <a:pt x="3704" y="237"/>
                  </a:lnTo>
                  <a:lnTo>
                    <a:pt x="3723" y="242"/>
                  </a:lnTo>
                  <a:lnTo>
                    <a:pt x="3741" y="247"/>
                  </a:lnTo>
                  <a:lnTo>
                    <a:pt x="3757" y="253"/>
                  </a:lnTo>
                  <a:lnTo>
                    <a:pt x="3764" y="258"/>
                  </a:lnTo>
                  <a:lnTo>
                    <a:pt x="3767" y="261"/>
                  </a:lnTo>
                  <a:lnTo>
                    <a:pt x="3769" y="267"/>
                  </a:lnTo>
                  <a:lnTo>
                    <a:pt x="3769" y="270"/>
                  </a:lnTo>
                  <a:lnTo>
                    <a:pt x="3771" y="272"/>
                  </a:lnTo>
                  <a:lnTo>
                    <a:pt x="3771" y="275"/>
                  </a:lnTo>
                  <a:lnTo>
                    <a:pt x="3774" y="277"/>
                  </a:lnTo>
                  <a:lnTo>
                    <a:pt x="3778" y="279"/>
                  </a:lnTo>
                  <a:lnTo>
                    <a:pt x="3783" y="281"/>
                  </a:lnTo>
                  <a:lnTo>
                    <a:pt x="3793" y="277"/>
                  </a:lnTo>
                  <a:lnTo>
                    <a:pt x="3805" y="277"/>
                  </a:lnTo>
                  <a:lnTo>
                    <a:pt x="3818" y="277"/>
                  </a:lnTo>
                  <a:lnTo>
                    <a:pt x="3823" y="288"/>
                  </a:lnTo>
                  <a:lnTo>
                    <a:pt x="3830" y="298"/>
                  </a:lnTo>
                  <a:lnTo>
                    <a:pt x="3840" y="307"/>
                  </a:lnTo>
                  <a:lnTo>
                    <a:pt x="3853" y="312"/>
                  </a:lnTo>
                  <a:lnTo>
                    <a:pt x="3865" y="307"/>
                  </a:lnTo>
                  <a:lnTo>
                    <a:pt x="3882" y="307"/>
                  </a:lnTo>
                  <a:lnTo>
                    <a:pt x="3898" y="309"/>
                  </a:lnTo>
                  <a:lnTo>
                    <a:pt x="3914" y="312"/>
                  </a:lnTo>
                  <a:lnTo>
                    <a:pt x="3926" y="315"/>
                  </a:lnTo>
                  <a:lnTo>
                    <a:pt x="3931" y="331"/>
                  </a:lnTo>
                  <a:lnTo>
                    <a:pt x="3933" y="345"/>
                  </a:lnTo>
                  <a:lnTo>
                    <a:pt x="3936" y="357"/>
                  </a:lnTo>
                  <a:lnTo>
                    <a:pt x="3940" y="359"/>
                  </a:lnTo>
                  <a:lnTo>
                    <a:pt x="3942" y="363"/>
                  </a:lnTo>
                  <a:lnTo>
                    <a:pt x="3945" y="364"/>
                  </a:lnTo>
                  <a:lnTo>
                    <a:pt x="3978" y="361"/>
                  </a:lnTo>
                  <a:lnTo>
                    <a:pt x="4011" y="361"/>
                  </a:lnTo>
                  <a:lnTo>
                    <a:pt x="4045" y="361"/>
                  </a:lnTo>
                  <a:lnTo>
                    <a:pt x="4048" y="368"/>
                  </a:lnTo>
                  <a:lnTo>
                    <a:pt x="4053" y="373"/>
                  </a:lnTo>
                  <a:lnTo>
                    <a:pt x="4059" y="380"/>
                  </a:lnTo>
                  <a:lnTo>
                    <a:pt x="4064" y="384"/>
                  </a:lnTo>
                  <a:lnTo>
                    <a:pt x="4071" y="389"/>
                  </a:lnTo>
                  <a:lnTo>
                    <a:pt x="4071" y="384"/>
                  </a:lnTo>
                  <a:lnTo>
                    <a:pt x="4073" y="382"/>
                  </a:lnTo>
                  <a:lnTo>
                    <a:pt x="4074" y="378"/>
                  </a:lnTo>
                  <a:lnTo>
                    <a:pt x="4074" y="375"/>
                  </a:lnTo>
                  <a:lnTo>
                    <a:pt x="4076" y="370"/>
                  </a:lnTo>
                  <a:lnTo>
                    <a:pt x="4073" y="364"/>
                  </a:lnTo>
                  <a:lnTo>
                    <a:pt x="4071" y="361"/>
                  </a:lnTo>
                  <a:lnTo>
                    <a:pt x="4069" y="359"/>
                  </a:lnTo>
                  <a:lnTo>
                    <a:pt x="4069" y="356"/>
                  </a:lnTo>
                  <a:lnTo>
                    <a:pt x="4071" y="352"/>
                  </a:lnTo>
                  <a:lnTo>
                    <a:pt x="4071" y="347"/>
                  </a:lnTo>
                  <a:lnTo>
                    <a:pt x="4071" y="342"/>
                  </a:lnTo>
                  <a:lnTo>
                    <a:pt x="4088" y="345"/>
                  </a:lnTo>
                  <a:lnTo>
                    <a:pt x="4100" y="352"/>
                  </a:lnTo>
                  <a:lnTo>
                    <a:pt x="4114" y="357"/>
                  </a:lnTo>
                  <a:lnTo>
                    <a:pt x="4120" y="357"/>
                  </a:lnTo>
                  <a:lnTo>
                    <a:pt x="4125" y="357"/>
                  </a:lnTo>
                  <a:lnTo>
                    <a:pt x="4130" y="356"/>
                  </a:lnTo>
                  <a:lnTo>
                    <a:pt x="4134" y="352"/>
                  </a:lnTo>
                  <a:lnTo>
                    <a:pt x="4137" y="350"/>
                  </a:lnTo>
                  <a:lnTo>
                    <a:pt x="4141" y="349"/>
                  </a:lnTo>
                  <a:lnTo>
                    <a:pt x="4198" y="373"/>
                  </a:lnTo>
                  <a:lnTo>
                    <a:pt x="4230" y="406"/>
                  </a:lnTo>
                  <a:lnTo>
                    <a:pt x="4235" y="410"/>
                  </a:lnTo>
                  <a:lnTo>
                    <a:pt x="4240" y="410"/>
                  </a:lnTo>
                  <a:lnTo>
                    <a:pt x="4245" y="411"/>
                  </a:lnTo>
                  <a:lnTo>
                    <a:pt x="4251" y="411"/>
                  </a:lnTo>
                  <a:lnTo>
                    <a:pt x="4256" y="415"/>
                  </a:lnTo>
                  <a:lnTo>
                    <a:pt x="4266" y="424"/>
                  </a:lnTo>
                  <a:lnTo>
                    <a:pt x="4273" y="434"/>
                  </a:lnTo>
                  <a:lnTo>
                    <a:pt x="4280" y="443"/>
                  </a:lnTo>
                  <a:lnTo>
                    <a:pt x="4289" y="450"/>
                  </a:lnTo>
                  <a:lnTo>
                    <a:pt x="4306" y="453"/>
                  </a:lnTo>
                  <a:lnTo>
                    <a:pt x="4308" y="452"/>
                  </a:lnTo>
                  <a:lnTo>
                    <a:pt x="4310" y="452"/>
                  </a:lnTo>
                  <a:lnTo>
                    <a:pt x="4312" y="450"/>
                  </a:lnTo>
                  <a:lnTo>
                    <a:pt x="4313" y="450"/>
                  </a:lnTo>
                  <a:lnTo>
                    <a:pt x="4317" y="450"/>
                  </a:lnTo>
                  <a:lnTo>
                    <a:pt x="4327" y="462"/>
                  </a:lnTo>
                  <a:lnTo>
                    <a:pt x="4338" y="474"/>
                  </a:lnTo>
                  <a:lnTo>
                    <a:pt x="4347" y="487"/>
                  </a:lnTo>
                  <a:lnTo>
                    <a:pt x="4352" y="504"/>
                  </a:lnTo>
                  <a:lnTo>
                    <a:pt x="4317" y="504"/>
                  </a:lnTo>
                  <a:lnTo>
                    <a:pt x="4315" y="507"/>
                  </a:lnTo>
                  <a:lnTo>
                    <a:pt x="4312" y="511"/>
                  </a:lnTo>
                  <a:lnTo>
                    <a:pt x="4310" y="513"/>
                  </a:lnTo>
                  <a:lnTo>
                    <a:pt x="4308" y="518"/>
                  </a:lnTo>
                  <a:lnTo>
                    <a:pt x="4306" y="523"/>
                  </a:lnTo>
                  <a:lnTo>
                    <a:pt x="4310" y="525"/>
                  </a:lnTo>
                  <a:lnTo>
                    <a:pt x="4312" y="527"/>
                  </a:lnTo>
                  <a:lnTo>
                    <a:pt x="4313" y="528"/>
                  </a:lnTo>
                  <a:lnTo>
                    <a:pt x="4315" y="532"/>
                  </a:lnTo>
                  <a:lnTo>
                    <a:pt x="4315" y="534"/>
                  </a:lnTo>
                  <a:lnTo>
                    <a:pt x="4313" y="537"/>
                  </a:lnTo>
                  <a:lnTo>
                    <a:pt x="4310" y="542"/>
                  </a:lnTo>
                  <a:lnTo>
                    <a:pt x="4308" y="544"/>
                  </a:lnTo>
                  <a:lnTo>
                    <a:pt x="4305" y="546"/>
                  </a:lnTo>
                  <a:lnTo>
                    <a:pt x="4301" y="546"/>
                  </a:lnTo>
                  <a:lnTo>
                    <a:pt x="4298" y="546"/>
                  </a:lnTo>
                  <a:lnTo>
                    <a:pt x="4291" y="546"/>
                  </a:lnTo>
                  <a:lnTo>
                    <a:pt x="4284" y="535"/>
                  </a:lnTo>
                  <a:lnTo>
                    <a:pt x="4273" y="530"/>
                  </a:lnTo>
                  <a:lnTo>
                    <a:pt x="4259" y="527"/>
                  </a:lnTo>
                  <a:lnTo>
                    <a:pt x="4259" y="514"/>
                  </a:lnTo>
                  <a:lnTo>
                    <a:pt x="4256" y="513"/>
                  </a:lnTo>
                  <a:lnTo>
                    <a:pt x="4252" y="511"/>
                  </a:lnTo>
                  <a:lnTo>
                    <a:pt x="4251" y="509"/>
                  </a:lnTo>
                  <a:lnTo>
                    <a:pt x="4247" y="507"/>
                  </a:lnTo>
                  <a:lnTo>
                    <a:pt x="4240" y="507"/>
                  </a:lnTo>
                  <a:lnTo>
                    <a:pt x="4238" y="507"/>
                  </a:lnTo>
                  <a:lnTo>
                    <a:pt x="4237" y="509"/>
                  </a:lnTo>
                  <a:lnTo>
                    <a:pt x="4235" y="509"/>
                  </a:lnTo>
                  <a:lnTo>
                    <a:pt x="4233" y="509"/>
                  </a:lnTo>
                  <a:lnTo>
                    <a:pt x="4230" y="511"/>
                  </a:lnTo>
                  <a:lnTo>
                    <a:pt x="4226" y="504"/>
                  </a:lnTo>
                  <a:lnTo>
                    <a:pt x="4221" y="497"/>
                  </a:lnTo>
                  <a:lnTo>
                    <a:pt x="4217" y="492"/>
                  </a:lnTo>
                  <a:lnTo>
                    <a:pt x="4217" y="504"/>
                  </a:lnTo>
                  <a:lnTo>
                    <a:pt x="4214" y="518"/>
                  </a:lnTo>
                  <a:lnTo>
                    <a:pt x="4210" y="530"/>
                  </a:lnTo>
                  <a:lnTo>
                    <a:pt x="4202" y="537"/>
                  </a:lnTo>
                  <a:lnTo>
                    <a:pt x="4198" y="539"/>
                  </a:lnTo>
                  <a:lnTo>
                    <a:pt x="4195" y="539"/>
                  </a:lnTo>
                  <a:lnTo>
                    <a:pt x="4193" y="539"/>
                  </a:lnTo>
                  <a:lnTo>
                    <a:pt x="4191" y="539"/>
                  </a:lnTo>
                  <a:lnTo>
                    <a:pt x="4189" y="537"/>
                  </a:lnTo>
                  <a:lnTo>
                    <a:pt x="4188" y="537"/>
                  </a:lnTo>
                  <a:lnTo>
                    <a:pt x="4186" y="537"/>
                  </a:lnTo>
                  <a:lnTo>
                    <a:pt x="4184" y="539"/>
                  </a:lnTo>
                  <a:lnTo>
                    <a:pt x="4182" y="541"/>
                  </a:lnTo>
                  <a:lnTo>
                    <a:pt x="4179" y="546"/>
                  </a:lnTo>
                  <a:lnTo>
                    <a:pt x="4189" y="558"/>
                  </a:lnTo>
                  <a:lnTo>
                    <a:pt x="4200" y="579"/>
                  </a:lnTo>
                  <a:lnTo>
                    <a:pt x="4205" y="603"/>
                  </a:lnTo>
                  <a:lnTo>
                    <a:pt x="4202" y="603"/>
                  </a:lnTo>
                  <a:lnTo>
                    <a:pt x="4200" y="605"/>
                  </a:lnTo>
                  <a:lnTo>
                    <a:pt x="4196" y="605"/>
                  </a:lnTo>
                  <a:lnTo>
                    <a:pt x="4191" y="607"/>
                  </a:lnTo>
                  <a:lnTo>
                    <a:pt x="4184" y="602"/>
                  </a:lnTo>
                  <a:lnTo>
                    <a:pt x="4179" y="598"/>
                  </a:lnTo>
                  <a:lnTo>
                    <a:pt x="4172" y="597"/>
                  </a:lnTo>
                  <a:lnTo>
                    <a:pt x="4163" y="595"/>
                  </a:lnTo>
                  <a:lnTo>
                    <a:pt x="4158" y="609"/>
                  </a:lnTo>
                  <a:lnTo>
                    <a:pt x="4148" y="616"/>
                  </a:lnTo>
                  <a:lnTo>
                    <a:pt x="4135" y="621"/>
                  </a:lnTo>
                  <a:lnTo>
                    <a:pt x="4121" y="626"/>
                  </a:lnTo>
                  <a:lnTo>
                    <a:pt x="4120" y="640"/>
                  </a:lnTo>
                  <a:lnTo>
                    <a:pt x="4116" y="651"/>
                  </a:lnTo>
                  <a:lnTo>
                    <a:pt x="4109" y="661"/>
                  </a:lnTo>
                  <a:lnTo>
                    <a:pt x="4095" y="663"/>
                  </a:lnTo>
                  <a:lnTo>
                    <a:pt x="4085" y="666"/>
                  </a:lnTo>
                  <a:lnTo>
                    <a:pt x="4078" y="670"/>
                  </a:lnTo>
                  <a:lnTo>
                    <a:pt x="4071" y="672"/>
                  </a:lnTo>
                  <a:lnTo>
                    <a:pt x="4066" y="668"/>
                  </a:lnTo>
                  <a:lnTo>
                    <a:pt x="4060" y="663"/>
                  </a:lnTo>
                  <a:lnTo>
                    <a:pt x="4057" y="658"/>
                  </a:lnTo>
                  <a:lnTo>
                    <a:pt x="4050" y="659"/>
                  </a:lnTo>
                  <a:lnTo>
                    <a:pt x="4041" y="661"/>
                  </a:lnTo>
                  <a:lnTo>
                    <a:pt x="4034" y="665"/>
                  </a:lnTo>
                  <a:lnTo>
                    <a:pt x="4029" y="668"/>
                  </a:lnTo>
                  <a:lnTo>
                    <a:pt x="4029" y="675"/>
                  </a:lnTo>
                  <a:lnTo>
                    <a:pt x="4024" y="677"/>
                  </a:lnTo>
                  <a:lnTo>
                    <a:pt x="4015" y="677"/>
                  </a:lnTo>
                  <a:lnTo>
                    <a:pt x="4003" y="677"/>
                  </a:lnTo>
                  <a:lnTo>
                    <a:pt x="3992" y="679"/>
                  </a:lnTo>
                  <a:lnTo>
                    <a:pt x="3987" y="680"/>
                  </a:lnTo>
                  <a:lnTo>
                    <a:pt x="3978" y="701"/>
                  </a:lnTo>
                  <a:lnTo>
                    <a:pt x="3977" y="724"/>
                  </a:lnTo>
                  <a:lnTo>
                    <a:pt x="3977" y="750"/>
                  </a:lnTo>
                  <a:lnTo>
                    <a:pt x="3980" y="773"/>
                  </a:lnTo>
                  <a:lnTo>
                    <a:pt x="3975" y="773"/>
                  </a:lnTo>
                  <a:lnTo>
                    <a:pt x="3973" y="773"/>
                  </a:lnTo>
                  <a:lnTo>
                    <a:pt x="3971" y="773"/>
                  </a:lnTo>
                  <a:lnTo>
                    <a:pt x="3970" y="775"/>
                  </a:lnTo>
                  <a:lnTo>
                    <a:pt x="3968" y="776"/>
                  </a:lnTo>
                  <a:lnTo>
                    <a:pt x="3966" y="782"/>
                  </a:lnTo>
                  <a:lnTo>
                    <a:pt x="3964" y="787"/>
                  </a:lnTo>
                  <a:lnTo>
                    <a:pt x="3964" y="794"/>
                  </a:lnTo>
                  <a:lnTo>
                    <a:pt x="3964" y="802"/>
                  </a:lnTo>
                  <a:lnTo>
                    <a:pt x="3952" y="802"/>
                  </a:lnTo>
                  <a:lnTo>
                    <a:pt x="3945" y="813"/>
                  </a:lnTo>
                  <a:lnTo>
                    <a:pt x="3940" y="820"/>
                  </a:lnTo>
                  <a:lnTo>
                    <a:pt x="3938" y="827"/>
                  </a:lnTo>
                  <a:lnTo>
                    <a:pt x="3936" y="841"/>
                  </a:lnTo>
                  <a:lnTo>
                    <a:pt x="3933" y="841"/>
                  </a:lnTo>
                  <a:lnTo>
                    <a:pt x="3929" y="841"/>
                  </a:lnTo>
                  <a:lnTo>
                    <a:pt x="3928" y="841"/>
                  </a:lnTo>
                  <a:lnTo>
                    <a:pt x="3928" y="841"/>
                  </a:lnTo>
                  <a:lnTo>
                    <a:pt x="3926" y="841"/>
                  </a:lnTo>
                  <a:lnTo>
                    <a:pt x="3922" y="841"/>
                  </a:lnTo>
                  <a:lnTo>
                    <a:pt x="3915" y="855"/>
                  </a:lnTo>
                  <a:lnTo>
                    <a:pt x="3910" y="872"/>
                  </a:lnTo>
                  <a:lnTo>
                    <a:pt x="3898" y="872"/>
                  </a:lnTo>
                  <a:lnTo>
                    <a:pt x="3894" y="891"/>
                  </a:lnTo>
                  <a:lnTo>
                    <a:pt x="3888" y="891"/>
                  </a:lnTo>
                  <a:lnTo>
                    <a:pt x="3888" y="886"/>
                  </a:lnTo>
                  <a:lnTo>
                    <a:pt x="3874" y="867"/>
                  </a:lnTo>
                  <a:lnTo>
                    <a:pt x="3865" y="844"/>
                  </a:lnTo>
                  <a:lnTo>
                    <a:pt x="3863" y="818"/>
                  </a:lnTo>
                  <a:lnTo>
                    <a:pt x="3865" y="787"/>
                  </a:lnTo>
                  <a:lnTo>
                    <a:pt x="3870" y="783"/>
                  </a:lnTo>
                  <a:lnTo>
                    <a:pt x="3874" y="780"/>
                  </a:lnTo>
                  <a:lnTo>
                    <a:pt x="3879" y="776"/>
                  </a:lnTo>
                  <a:lnTo>
                    <a:pt x="3881" y="771"/>
                  </a:lnTo>
                  <a:lnTo>
                    <a:pt x="3884" y="764"/>
                  </a:lnTo>
                  <a:lnTo>
                    <a:pt x="3879" y="755"/>
                  </a:lnTo>
                  <a:lnTo>
                    <a:pt x="3877" y="743"/>
                  </a:lnTo>
                  <a:lnTo>
                    <a:pt x="3884" y="729"/>
                  </a:lnTo>
                  <a:lnTo>
                    <a:pt x="3891" y="724"/>
                  </a:lnTo>
                  <a:lnTo>
                    <a:pt x="3900" y="720"/>
                  </a:lnTo>
                  <a:lnTo>
                    <a:pt x="3910" y="717"/>
                  </a:lnTo>
                  <a:lnTo>
                    <a:pt x="3917" y="710"/>
                  </a:lnTo>
                  <a:lnTo>
                    <a:pt x="3931" y="689"/>
                  </a:lnTo>
                  <a:lnTo>
                    <a:pt x="3945" y="668"/>
                  </a:lnTo>
                  <a:lnTo>
                    <a:pt x="3956" y="659"/>
                  </a:lnTo>
                  <a:lnTo>
                    <a:pt x="3968" y="651"/>
                  </a:lnTo>
                  <a:lnTo>
                    <a:pt x="3980" y="642"/>
                  </a:lnTo>
                  <a:lnTo>
                    <a:pt x="3985" y="630"/>
                  </a:lnTo>
                  <a:lnTo>
                    <a:pt x="3989" y="616"/>
                  </a:lnTo>
                  <a:lnTo>
                    <a:pt x="3994" y="603"/>
                  </a:lnTo>
                  <a:lnTo>
                    <a:pt x="3994" y="602"/>
                  </a:lnTo>
                  <a:lnTo>
                    <a:pt x="3992" y="602"/>
                  </a:lnTo>
                  <a:lnTo>
                    <a:pt x="3992" y="602"/>
                  </a:lnTo>
                  <a:lnTo>
                    <a:pt x="3992" y="602"/>
                  </a:lnTo>
                  <a:lnTo>
                    <a:pt x="3992" y="600"/>
                  </a:lnTo>
                  <a:lnTo>
                    <a:pt x="3990" y="598"/>
                  </a:lnTo>
                  <a:lnTo>
                    <a:pt x="3987" y="600"/>
                  </a:lnTo>
                  <a:lnTo>
                    <a:pt x="3987" y="600"/>
                  </a:lnTo>
                  <a:lnTo>
                    <a:pt x="3985" y="602"/>
                  </a:lnTo>
                  <a:lnTo>
                    <a:pt x="3985" y="602"/>
                  </a:lnTo>
                  <a:lnTo>
                    <a:pt x="3984" y="603"/>
                  </a:lnTo>
                  <a:lnTo>
                    <a:pt x="3975" y="616"/>
                  </a:lnTo>
                  <a:lnTo>
                    <a:pt x="3966" y="630"/>
                  </a:lnTo>
                  <a:lnTo>
                    <a:pt x="3957" y="642"/>
                  </a:lnTo>
                  <a:lnTo>
                    <a:pt x="3945" y="651"/>
                  </a:lnTo>
                  <a:lnTo>
                    <a:pt x="3929" y="658"/>
                  </a:lnTo>
                  <a:lnTo>
                    <a:pt x="3928" y="652"/>
                  </a:lnTo>
                  <a:lnTo>
                    <a:pt x="3928" y="651"/>
                  </a:lnTo>
                  <a:lnTo>
                    <a:pt x="3926" y="647"/>
                  </a:lnTo>
                  <a:lnTo>
                    <a:pt x="3926" y="642"/>
                  </a:lnTo>
                  <a:lnTo>
                    <a:pt x="3928" y="640"/>
                  </a:lnTo>
                  <a:lnTo>
                    <a:pt x="3928" y="638"/>
                  </a:lnTo>
                  <a:lnTo>
                    <a:pt x="3928" y="637"/>
                  </a:lnTo>
                  <a:lnTo>
                    <a:pt x="3929" y="633"/>
                  </a:lnTo>
                  <a:lnTo>
                    <a:pt x="3929" y="630"/>
                  </a:lnTo>
                  <a:lnTo>
                    <a:pt x="3924" y="626"/>
                  </a:lnTo>
                  <a:lnTo>
                    <a:pt x="3919" y="624"/>
                  </a:lnTo>
                  <a:lnTo>
                    <a:pt x="3915" y="623"/>
                  </a:lnTo>
                  <a:lnTo>
                    <a:pt x="3910" y="621"/>
                  </a:lnTo>
                  <a:lnTo>
                    <a:pt x="3907" y="623"/>
                  </a:lnTo>
                  <a:lnTo>
                    <a:pt x="3898" y="628"/>
                  </a:lnTo>
                  <a:lnTo>
                    <a:pt x="3886" y="638"/>
                  </a:lnTo>
                  <a:lnTo>
                    <a:pt x="3875" y="651"/>
                  </a:lnTo>
                  <a:lnTo>
                    <a:pt x="3865" y="663"/>
                  </a:lnTo>
                  <a:lnTo>
                    <a:pt x="3860" y="672"/>
                  </a:lnTo>
                  <a:lnTo>
                    <a:pt x="3860" y="675"/>
                  </a:lnTo>
                  <a:lnTo>
                    <a:pt x="3860" y="679"/>
                  </a:lnTo>
                  <a:lnTo>
                    <a:pt x="3861" y="682"/>
                  </a:lnTo>
                  <a:lnTo>
                    <a:pt x="3863" y="687"/>
                  </a:lnTo>
                  <a:lnTo>
                    <a:pt x="3865" y="691"/>
                  </a:lnTo>
                  <a:lnTo>
                    <a:pt x="3865" y="694"/>
                  </a:lnTo>
                  <a:lnTo>
                    <a:pt x="3854" y="699"/>
                  </a:lnTo>
                  <a:lnTo>
                    <a:pt x="3842" y="701"/>
                  </a:lnTo>
                  <a:lnTo>
                    <a:pt x="3826" y="703"/>
                  </a:lnTo>
                  <a:lnTo>
                    <a:pt x="3811" y="703"/>
                  </a:lnTo>
                  <a:lnTo>
                    <a:pt x="3811" y="684"/>
                  </a:lnTo>
                  <a:lnTo>
                    <a:pt x="3795" y="687"/>
                  </a:lnTo>
                  <a:lnTo>
                    <a:pt x="3781" y="693"/>
                  </a:lnTo>
                  <a:lnTo>
                    <a:pt x="3769" y="691"/>
                  </a:lnTo>
                  <a:lnTo>
                    <a:pt x="3760" y="680"/>
                  </a:lnTo>
                  <a:lnTo>
                    <a:pt x="3725" y="675"/>
                  </a:lnTo>
                  <a:lnTo>
                    <a:pt x="3713" y="687"/>
                  </a:lnTo>
                  <a:lnTo>
                    <a:pt x="3699" y="696"/>
                  </a:lnTo>
                  <a:lnTo>
                    <a:pt x="3687" y="706"/>
                  </a:lnTo>
                  <a:lnTo>
                    <a:pt x="3680" y="719"/>
                  </a:lnTo>
                  <a:lnTo>
                    <a:pt x="3673" y="731"/>
                  </a:lnTo>
                  <a:lnTo>
                    <a:pt x="3666" y="743"/>
                  </a:lnTo>
                  <a:lnTo>
                    <a:pt x="3657" y="752"/>
                  </a:lnTo>
                  <a:lnTo>
                    <a:pt x="3629" y="761"/>
                  </a:lnTo>
                  <a:lnTo>
                    <a:pt x="3622" y="768"/>
                  </a:lnTo>
                  <a:lnTo>
                    <a:pt x="3617" y="776"/>
                  </a:lnTo>
                  <a:lnTo>
                    <a:pt x="3612" y="783"/>
                  </a:lnTo>
                  <a:lnTo>
                    <a:pt x="3600" y="792"/>
                  </a:lnTo>
                  <a:lnTo>
                    <a:pt x="3600" y="802"/>
                  </a:lnTo>
                  <a:lnTo>
                    <a:pt x="3615" y="802"/>
                  </a:lnTo>
                  <a:lnTo>
                    <a:pt x="3617" y="808"/>
                  </a:lnTo>
                  <a:lnTo>
                    <a:pt x="3619" y="811"/>
                  </a:lnTo>
                  <a:lnTo>
                    <a:pt x="3620" y="815"/>
                  </a:lnTo>
                  <a:lnTo>
                    <a:pt x="3624" y="818"/>
                  </a:lnTo>
                  <a:lnTo>
                    <a:pt x="3627" y="820"/>
                  </a:lnTo>
                  <a:lnTo>
                    <a:pt x="3634" y="822"/>
                  </a:lnTo>
                  <a:lnTo>
                    <a:pt x="3638" y="818"/>
                  </a:lnTo>
                  <a:lnTo>
                    <a:pt x="3641" y="816"/>
                  </a:lnTo>
                  <a:lnTo>
                    <a:pt x="3647" y="815"/>
                  </a:lnTo>
                  <a:lnTo>
                    <a:pt x="3652" y="815"/>
                  </a:lnTo>
                  <a:lnTo>
                    <a:pt x="3661" y="815"/>
                  </a:lnTo>
                  <a:lnTo>
                    <a:pt x="3668" y="823"/>
                  </a:lnTo>
                  <a:lnTo>
                    <a:pt x="3673" y="830"/>
                  </a:lnTo>
                  <a:lnTo>
                    <a:pt x="3676" y="839"/>
                  </a:lnTo>
                  <a:lnTo>
                    <a:pt x="3680" y="853"/>
                  </a:lnTo>
                  <a:lnTo>
                    <a:pt x="3682" y="862"/>
                  </a:lnTo>
                  <a:lnTo>
                    <a:pt x="3680" y="867"/>
                  </a:lnTo>
                  <a:lnTo>
                    <a:pt x="3675" y="872"/>
                  </a:lnTo>
                  <a:lnTo>
                    <a:pt x="3673" y="881"/>
                  </a:lnTo>
                  <a:lnTo>
                    <a:pt x="3673" y="891"/>
                  </a:lnTo>
                  <a:lnTo>
                    <a:pt x="3676" y="900"/>
                  </a:lnTo>
                  <a:lnTo>
                    <a:pt x="3680" y="909"/>
                  </a:lnTo>
                  <a:lnTo>
                    <a:pt x="3683" y="921"/>
                  </a:lnTo>
                  <a:lnTo>
                    <a:pt x="3673" y="932"/>
                  </a:lnTo>
                  <a:lnTo>
                    <a:pt x="3666" y="944"/>
                  </a:lnTo>
                  <a:lnTo>
                    <a:pt x="3661" y="956"/>
                  </a:lnTo>
                  <a:lnTo>
                    <a:pt x="3654" y="972"/>
                  </a:lnTo>
                  <a:lnTo>
                    <a:pt x="3650" y="975"/>
                  </a:lnTo>
                  <a:lnTo>
                    <a:pt x="3641" y="986"/>
                  </a:lnTo>
                  <a:lnTo>
                    <a:pt x="3631" y="998"/>
                  </a:lnTo>
                  <a:lnTo>
                    <a:pt x="3620" y="1012"/>
                  </a:lnTo>
                  <a:lnTo>
                    <a:pt x="3608" y="1024"/>
                  </a:lnTo>
                  <a:lnTo>
                    <a:pt x="3598" y="1036"/>
                  </a:lnTo>
                  <a:lnTo>
                    <a:pt x="3591" y="1045"/>
                  </a:lnTo>
                  <a:lnTo>
                    <a:pt x="3587" y="1049"/>
                  </a:lnTo>
                  <a:lnTo>
                    <a:pt x="3575" y="1052"/>
                  </a:lnTo>
                  <a:lnTo>
                    <a:pt x="3563" y="1050"/>
                  </a:lnTo>
                  <a:lnTo>
                    <a:pt x="3552" y="1050"/>
                  </a:lnTo>
                  <a:lnTo>
                    <a:pt x="3542" y="1052"/>
                  </a:lnTo>
                  <a:lnTo>
                    <a:pt x="3533" y="1061"/>
                  </a:lnTo>
                  <a:lnTo>
                    <a:pt x="3526" y="1071"/>
                  </a:lnTo>
                  <a:lnTo>
                    <a:pt x="3521" y="1082"/>
                  </a:lnTo>
                  <a:lnTo>
                    <a:pt x="3514" y="1092"/>
                  </a:lnTo>
                  <a:lnTo>
                    <a:pt x="3504" y="1099"/>
                  </a:lnTo>
                  <a:lnTo>
                    <a:pt x="3502" y="1099"/>
                  </a:lnTo>
                  <a:lnTo>
                    <a:pt x="3500" y="1101"/>
                  </a:lnTo>
                  <a:lnTo>
                    <a:pt x="3498" y="1101"/>
                  </a:lnTo>
                  <a:lnTo>
                    <a:pt x="3495" y="1101"/>
                  </a:lnTo>
                  <a:lnTo>
                    <a:pt x="3491" y="1103"/>
                  </a:lnTo>
                  <a:lnTo>
                    <a:pt x="3495" y="1113"/>
                  </a:lnTo>
                  <a:lnTo>
                    <a:pt x="3502" y="1124"/>
                  </a:lnTo>
                  <a:lnTo>
                    <a:pt x="3507" y="1136"/>
                  </a:lnTo>
                  <a:lnTo>
                    <a:pt x="3514" y="1148"/>
                  </a:lnTo>
                  <a:lnTo>
                    <a:pt x="3517" y="1159"/>
                  </a:lnTo>
                  <a:lnTo>
                    <a:pt x="3519" y="1171"/>
                  </a:lnTo>
                  <a:lnTo>
                    <a:pt x="3516" y="1179"/>
                  </a:lnTo>
                  <a:lnTo>
                    <a:pt x="3509" y="1186"/>
                  </a:lnTo>
                  <a:lnTo>
                    <a:pt x="3495" y="1192"/>
                  </a:lnTo>
                  <a:lnTo>
                    <a:pt x="3472" y="1195"/>
                  </a:lnTo>
                  <a:lnTo>
                    <a:pt x="3472" y="1186"/>
                  </a:lnTo>
                  <a:lnTo>
                    <a:pt x="3470" y="1178"/>
                  </a:lnTo>
                  <a:lnTo>
                    <a:pt x="3470" y="1166"/>
                  </a:lnTo>
                  <a:lnTo>
                    <a:pt x="3472" y="1152"/>
                  </a:lnTo>
                  <a:lnTo>
                    <a:pt x="3472" y="1141"/>
                  </a:lnTo>
                  <a:lnTo>
                    <a:pt x="3467" y="1141"/>
                  </a:lnTo>
                  <a:lnTo>
                    <a:pt x="3463" y="1141"/>
                  </a:lnTo>
                  <a:lnTo>
                    <a:pt x="3460" y="1141"/>
                  </a:lnTo>
                  <a:lnTo>
                    <a:pt x="3458" y="1141"/>
                  </a:lnTo>
                  <a:lnTo>
                    <a:pt x="3456" y="1139"/>
                  </a:lnTo>
                  <a:lnTo>
                    <a:pt x="3453" y="1138"/>
                  </a:lnTo>
                  <a:lnTo>
                    <a:pt x="3449" y="1132"/>
                  </a:lnTo>
                  <a:lnTo>
                    <a:pt x="3453" y="1127"/>
                  </a:lnTo>
                  <a:lnTo>
                    <a:pt x="3456" y="1122"/>
                  </a:lnTo>
                  <a:lnTo>
                    <a:pt x="3458" y="1117"/>
                  </a:lnTo>
                  <a:lnTo>
                    <a:pt x="3462" y="1110"/>
                  </a:lnTo>
                  <a:lnTo>
                    <a:pt x="3453" y="1110"/>
                  </a:lnTo>
                  <a:lnTo>
                    <a:pt x="3442" y="1108"/>
                  </a:lnTo>
                  <a:lnTo>
                    <a:pt x="3430" y="1111"/>
                  </a:lnTo>
                  <a:lnTo>
                    <a:pt x="3416" y="1117"/>
                  </a:lnTo>
                  <a:lnTo>
                    <a:pt x="3404" y="1122"/>
                  </a:lnTo>
                  <a:lnTo>
                    <a:pt x="3404" y="1118"/>
                  </a:lnTo>
                  <a:lnTo>
                    <a:pt x="3406" y="1113"/>
                  </a:lnTo>
                  <a:lnTo>
                    <a:pt x="3408" y="1110"/>
                  </a:lnTo>
                  <a:lnTo>
                    <a:pt x="3409" y="1104"/>
                  </a:lnTo>
                  <a:lnTo>
                    <a:pt x="3411" y="1101"/>
                  </a:lnTo>
                  <a:lnTo>
                    <a:pt x="3414" y="1094"/>
                  </a:lnTo>
                  <a:lnTo>
                    <a:pt x="3411" y="1094"/>
                  </a:lnTo>
                  <a:lnTo>
                    <a:pt x="3408" y="1092"/>
                  </a:lnTo>
                  <a:lnTo>
                    <a:pt x="3404" y="1092"/>
                  </a:lnTo>
                  <a:lnTo>
                    <a:pt x="3399" y="1090"/>
                  </a:lnTo>
                  <a:lnTo>
                    <a:pt x="3388" y="1101"/>
                  </a:lnTo>
                  <a:lnTo>
                    <a:pt x="3376" y="1110"/>
                  </a:lnTo>
                  <a:lnTo>
                    <a:pt x="3364" y="1120"/>
                  </a:lnTo>
                  <a:lnTo>
                    <a:pt x="3357" y="1132"/>
                  </a:lnTo>
                  <a:lnTo>
                    <a:pt x="3364" y="1136"/>
                  </a:lnTo>
                  <a:lnTo>
                    <a:pt x="3369" y="1139"/>
                  </a:lnTo>
                  <a:lnTo>
                    <a:pt x="3373" y="1143"/>
                  </a:lnTo>
                  <a:lnTo>
                    <a:pt x="3376" y="1146"/>
                  </a:lnTo>
                  <a:lnTo>
                    <a:pt x="3380" y="1152"/>
                  </a:lnTo>
                  <a:lnTo>
                    <a:pt x="3390" y="1146"/>
                  </a:lnTo>
                  <a:lnTo>
                    <a:pt x="3399" y="1143"/>
                  </a:lnTo>
                  <a:lnTo>
                    <a:pt x="3408" y="1143"/>
                  </a:lnTo>
                  <a:lnTo>
                    <a:pt x="3418" y="1148"/>
                  </a:lnTo>
                  <a:lnTo>
                    <a:pt x="3423" y="1148"/>
                  </a:lnTo>
                  <a:lnTo>
                    <a:pt x="3423" y="1160"/>
                  </a:lnTo>
                  <a:lnTo>
                    <a:pt x="3404" y="1160"/>
                  </a:lnTo>
                  <a:lnTo>
                    <a:pt x="3397" y="1169"/>
                  </a:lnTo>
                  <a:lnTo>
                    <a:pt x="3390" y="1176"/>
                  </a:lnTo>
                  <a:lnTo>
                    <a:pt x="3385" y="1183"/>
                  </a:lnTo>
                  <a:lnTo>
                    <a:pt x="3380" y="1195"/>
                  </a:lnTo>
                  <a:lnTo>
                    <a:pt x="3394" y="1204"/>
                  </a:lnTo>
                  <a:lnTo>
                    <a:pt x="3402" y="1218"/>
                  </a:lnTo>
                  <a:lnTo>
                    <a:pt x="3409" y="1237"/>
                  </a:lnTo>
                  <a:lnTo>
                    <a:pt x="3413" y="1256"/>
                  </a:lnTo>
                  <a:lnTo>
                    <a:pt x="3414" y="1277"/>
                  </a:lnTo>
                  <a:lnTo>
                    <a:pt x="3414" y="1295"/>
                  </a:lnTo>
                  <a:lnTo>
                    <a:pt x="3402" y="1303"/>
                  </a:lnTo>
                  <a:lnTo>
                    <a:pt x="3395" y="1317"/>
                  </a:lnTo>
                  <a:lnTo>
                    <a:pt x="3388" y="1330"/>
                  </a:lnTo>
                  <a:lnTo>
                    <a:pt x="3380" y="1344"/>
                  </a:lnTo>
                  <a:lnTo>
                    <a:pt x="3362" y="1363"/>
                  </a:lnTo>
                  <a:lnTo>
                    <a:pt x="3339" y="1377"/>
                  </a:lnTo>
                  <a:lnTo>
                    <a:pt x="3315" y="1387"/>
                  </a:lnTo>
                  <a:lnTo>
                    <a:pt x="3287" y="1396"/>
                  </a:lnTo>
                  <a:lnTo>
                    <a:pt x="3261" y="1401"/>
                  </a:lnTo>
                  <a:lnTo>
                    <a:pt x="3261" y="1408"/>
                  </a:lnTo>
                  <a:lnTo>
                    <a:pt x="3261" y="1412"/>
                  </a:lnTo>
                  <a:lnTo>
                    <a:pt x="3261" y="1415"/>
                  </a:lnTo>
                  <a:lnTo>
                    <a:pt x="3261" y="1417"/>
                  </a:lnTo>
                  <a:lnTo>
                    <a:pt x="3263" y="1419"/>
                  </a:lnTo>
                  <a:lnTo>
                    <a:pt x="3263" y="1424"/>
                  </a:lnTo>
                  <a:lnTo>
                    <a:pt x="3264" y="1429"/>
                  </a:lnTo>
                  <a:lnTo>
                    <a:pt x="3261" y="1433"/>
                  </a:lnTo>
                  <a:lnTo>
                    <a:pt x="3257" y="1436"/>
                  </a:lnTo>
                  <a:lnTo>
                    <a:pt x="3256" y="1438"/>
                  </a:lnTo>
                  <a:lnTo>
                    <a:pt x="3252" y="1441"/>
                  </a:lnTo>
                  <a:lnTo>
                    <a:pt x="3245" y="1445"/>
                  </a:lnTo>
                  <a:lnTo>
                    <a:pt x="3243" y="1445"/>
                  </a:lnTo>
                  <a:lnTo>
                    <a:pt x="3242" y="1447"/>
                  </a:lnTo>
                  <a:lnTo>
                    <a:pt x="3240" y="1447"/>
                  </a:lnTo>
                  <a:lnTo>
                    <a:pt x="3238" y="1447"/>
                  </a:lnTo>
                  <a:lnTo>
                    <a:pt x="3235" y="1448"/>
                  </a:lnTo>
                  <a:lnTo>
                    <a:pt x="3233" y="1443"/>
                  </a:lnTo>
                  <a:lnTo>
                    <a:pt x="3231" y="1438"/>
                  </a:lnTo>
                  <a:lnTo>
                    <a:pt x="3231" y="1433"/>
                  </a:lnTo>
                  <a:lnTo>
                    <a:pt x="3231" y="1424"/>
                  </a:lnTo>
                  <a:lnTo>
                    <a:pt x="3235" y="1422"/>
                  </a:lnTo>
                  <a:lnTo>
                    <a:pt x="3238" y="1422"/>
                  </a:lnTo>
                  <a:lnTo>
                    <a:pt x="3242" y="1420"/>
                  </a:lnTo>
                  <a:lnTo>
                    <a:pt x="3243" y="1417"/>
                  </a:lnTo>
                  <a:lnTo>
                    <a:pt x="3245" y="1413"/>
                  </a:lnTo>
                  <a:lnTo>
                    <a:pt x="3243" y="1410"/>
                  </a:lnTo>
                  <a:lnTo>
                    <a:pt x="3240" y="1405"/>
                  </a:lnTo>
                  <a:lnTo>
                    <a:pt x="3238" y="1401"/>
                  </a:lnTo>
                  <a:lnTo>
                    <a:pt x="3235" y="1399"/>
                  </a:lnTo>
                  <a:lnTo>
                    <a:pt x="3233" y="1399"/>
                  </a:lnTo>
                  <a:lnTo>
                    <a:pt x="3228" y="1398"/>
                  </a:lnTo>
                  <a:lnTo>
                    <a:pt x="3222" y="1398"/>
                  </a:lnTo>
                  <a:lnTo>
                    <a:pt x="3216" y="1406"/>
                  </a:lnTo>
                  <a:lnTo>
                    <a:pt x="3209" y="1412"/>
                  </a:lnTo>
                  <a:lnTo>
                    <a:pt x="3203" y="1417"/>
                  </a:lnTo>
                  <a:lnTo>
                    <a:pt x="3198" y="1426"/>
                  </a:lnTo>
                  <a:lnTo>
                    <a:pt x="3196" y="1440"/>
                  </a:lnTo>
                  <a:lnTo>
                    <a:pt x="3212" y="1455"/>
                  </a:lnTo>
                  <a:lnTo>
                    <a:pt x="3224" y="1471"/>
                  </a:lnTo>
                  <a:lnTo>
                    <a:pt x="3235" y="1488"/>
                  </a:lnTo>
                  <a:lnTo>
                    <a:pt x="3240" y="1511"/>
                  </a:lnTo>
                  <a:lnTo>
                    <a:pt x="3242" y="1539"/>
                  </a:lnTo>
                  <a:lnTo>
                    <a:pt x="3184" y="1586"/>
                  </a:lnTo>
                  <a:lnTo>
                    <a:pt x="3177" y="1586"/>
                  </a:lnTo>
                  <a:lnTo>
                    <a:pt x="3172" y="1567"/>
                  </a:lnTo>
                  <a:lnTo>
                    <a:pt x="3161" y="1553"/>
                  </a:lnTo>
                  <a:lnTo>
                    <a:pt x="3147" y="1541"/>
                  </a:lnTo>
                  <a:lnTo>
                    <a:pt x="3132" y="1529"/>
                  </a:lnTo>
                  <a:lnTo>
                    <a:pt x="3116" y="1516"/>
                  </a:lnTo>
                  <a:lnTo>
                    <a:pt x="3109" y="1544"/>
                  </a:lnTo>
                  <a:lnTo>
                    <a:pt x="3100" y="1567"/>
                  </a:lnTo>
                  <a:lnTo>
                    <a:pt x="3109" y="1572"/>
                  </a:lnTo>
                  <a:lnTo>
                    <a:pt x="3113" y="1579"/>
                  </a:lnTo>
                  <a:lnTo>
                    <a:pt x="3114" y="1588"/>
                  </a:lnTo>
                  <a:lnTo>
                    <a:pt x="3120" y="1598"/>
                  </a:lnTo>
                  <a:lnTo>
                    <a:pt x="3121" y="1600"/>
                  </a:lnTo>
                  <a:lnTo>
                    <a:pt x="3125" y="1600"/>
                  </a:lnTo>
                  <a:lnTo>
                    <a:pt x="3128" y="1600"/>
                  </a:lnTo>
                  <a:lnTo>
                    <a:pt x="3132" y="1600"/>
                  </a:lnTo>
                  <a:lnTo>
                    <a:pt x="3135" y="1602"/>
                  </a:lnTo>
                  <a:lnTo>
                    <a:pt x="3149" y="1616"/>
                  </a:lnTo>
                  <a:lnTo>
                    <a:pt x="3160" y="1637"/>
                  </a:lnTo>
                  <a:lnTo>
                    <a:pt x="3167" y="1661"/>
                  </a:lnTo>
                  <a:lnTo>
                    <a:pt x="3168" y="1686"/>
                  </a:lnTo>
                  <a:lnTo>
                    <a:pt x="3158" y="1686"/>
                  </a:lnTo>
                  <a:lnTo>
                    <a:pt x="3147" y="1677"/>
                  </a:lnTo>
                  <a:lnTo>
                    <a:pt x="3137" y="1672"/>
                  </a:lnTo>
                  <a:lnTo>
                    <a:pt x="3135" y="1670"/>
                  </a:lnTo>
                  <a:lnTo>
                    <a:pt x="3126" y="1663"/>
                  </a:lnTo>
                  <a:lnTo>
                    <a:pt x="3120" y="1649"/>
                  </a:lnTo>
                  <a:lnTo>
                    <a:pt x="3116" y="1633"/>
                  </a:lnTo>
                  <a:lnTo>
                    <a:pt x="3111" y="1619"/>
                  </a:lnTo>
                  <a:lnTo>
                    <a:pt x="3106" y="1605"/>
                  </a:lnTo>
                  <a:lnTo>
                    <a:pt x="3097" y="1593"/>
                  </a:lnTo>
                  <a:lnTo>
                    <a:pt x="3097" y="1590"/>
                  </a:lnTo>
                  <a:lnTo>
                    <a:pt x="3088" y="1593"/>
                  </a:lnTo>
                  <a:lnTo>
                    <a:pt x="3088" y="1590"/>
                  </a:lnTo>
                  <a:lnTo>
                    <a:pt x="3085" y="1576"/>
                  </a:lnTo>
                  <a:lnTo>
                    <a:pt x="3085" y="1558"/>
                  </a:lnTo>
                  <a:lnTo>
                    <a:pt x="3085" y="1539"/>
                  </a:lnTo>
                  <a:lnTo>
                    <a:pt x="3085" y="1518"/>
                  </a:lnTo>
                  <a:lnTo>
                    <a:pt x="3083" y="1499"/>
                  </a:lnTo>
                  <a:lnTo>
                    <a:pt x="3076" y="1483"/>
                  </a:lnTo>
                  <a:lnTo>
                    <a:pt x="3065" y="1471"/>
                  </a:lnTo>
                  <a:lnTo>
                    <a:pt x="3062" y="1474"/>
                  </a:lnTo>
                  <a:lnTo>
                    <a:pt x="3057" y="1478"/>
                  </a:lnTo>
                  <a:lnTo>
                    <a:pt x="3053" y="1480"/>
                  </a:lnTo>
                  <a:lnTo>
                    <a:pt x="3046" y="1481"/>
                  </a:lnTo>
                  <a:lnTo>
                    <a:pt x="3039" y="1481"/>
                  </a:lnTo>
                  <a:lnTo>
                    <a:pt x="3037" y="1481"/>
                  </a:lnTo>
                  <a:lnTo>
                    <a:pt x="3037" y="1480"/>
                  </a:lnTo>
                  <a:lnTo>
                    <a:pt x="3037" y="1480"/>
                  </a:lnTo>
                  <a:lnTo>
                    <a:pt x="3037" y="1480"/>
                  </a:lnTo>
                  <a:lnTo>
                    <a:pt x="3036" y="1480"/>
                  </a:lnTo>
                  <a:lnTo>
                    <a:pt x="3034" y="1478"/>
                  </a:lnTo>
                  <a:lnTo>
                    <a:pt x="3034" y="1457"/>
                  </a:lnTo>
                  <a:lnTo>
                    <a:pt x="3029" y="1440"/>
                  </a:lnTo>
                  <a:lnTo>
                    <a:pt x="3022" y="1426"/>
                  </a:lnTo>
                  <a:lnTo>
                    <a:pt x="3011" y="1413"/>
                  </a:lnTo>
                  <a:lnTo>
                    <a:pt x="3003" y="1399"/>
                  </a:lnTo>
                  <a:lnTo>
                    <a:pt x="2992" y="1382"/>
                  </a:lnTo>
                  <a:lnTo>
                    <a:pt x="2989" y="1385"/>
                  </a:lnTo>
                  <a:lnTo>
                    <a:pt x="2987" y="1387"/>
                  </a:lnTo>
                  <a:lnTo>
                    <a:pt x="2985" y="1391"/>
                  </a:lnTo>
                  <a:lnTo>
                    <a:pt x="2983" y="1392"/>
                  </a:lnTo>
                  <a:lnTo>
                    <a:pt x="2982" y="1394"/>
                  </a:lnTo>
                  <a:lnTo>
                    <a:pt x="2966" y="1396"/>
                  </a:lnTo>
                  <a:lnTo>
                    <a:pt x="2952" y="1394"/>
                  </a:lnTo>
                  <a:lnTo>
                    <a:pt x="2938" y="1394"/>
                  </a:lnTo>
                  <a:lnTo>
                    <a:pt x="2934" y="1408"/>
                  </a:lnTo>
                  <a:lnTo>
                    <a:pt x="2929" y="1415"/>
                  </a:lnTo>
                  <a:lnTo>
                    <a:pt x="2926" y="1417"/>
                  </a:lnTo>
                  <a:lnTo>
                    <a:pt x="2919" y="1417"/>
                  </a:lnTo>
                  <a:lnTo>
                    <a:pt x="2912" y="1419"/>
                  </a:lnTo>
                  <a:lnTo>
                    <a:pt x="2905" y="1424"/>
                  </a:lnTo>
                  <a:lnTo>
                    <a:pt x="2893" y="1455"/>
                  </a:lnTo>
                  <a:lnTo>
                    <a:pt x="2877" y="1455"/>
                  </a:lnTo>
                  <a:lnTo>
                    <a:pt x="2868" y="1462"/>
                  </a:lnTo>
                  <a:lnTo>
                    <a:pt x="2859" y="1471"/>
                  </a:lnTo>
                  <a:lnTo>
                    <a:pt x="2847" y="1478"/>
                  </a:lnTo>
                  <a:lnTo>
                    <a:pt x="2844" y="1513"/>
                  </a:lnTo>
                  <a:lnTo>
                    <a:pt x="2835" y="1543"/>
                  </a:lnTo>
                  <a:lnTo>
                    <a:pt x="2823" y="1567"/>
                  </a:lnTo>
                  <a:lnTo>
                    <a:pt x="2804" y="1590"/>
                  </a:lnTo>
                  <a:lnTo>
                    <a:pt x="2802" y="1590"/>
                  </a:lnTo>
                  <a:lnTo>
                    <a:pt x="2800" y="1588"/>
                  </a:lnTo>
                  <a:lnTo>
                    <a:pt x="2798" y="1588"/>
                  </a:lnTo>
                  <a:lnTo>
                    <a:pt x="2798" y="1588"/>
                  </a:lnTo>
                  <a:lnTo>
                    <a:pt x="2797" y="1586"/>
                  </a:lnTo>
                  <a:lnTo>
                    <a:pt x="2786" y="1574"/>
                  </a:lnTo>
                  <a:lnTo>
                    <a:pt x="2776" y="1555"/>
                  </a:lnTo>
                  <a:lnTo>
                    <a:pt x="2770" y="1539"/>
                  </a:lnTo>
                  <a:lnTo>
                    <a:pt x="2769" y="1536"/>
                  </a:lnTo>
                  <a:lnTo>
                    <a:pt x="2770" y="1532"/>
                  </a:lnTo>
                  <a:lnTo>
                    <a:pt x="2772" y="1529"/>
                  </a:lnTo>
                  <a:lnTo>
                    <a:pt x="2774" y="1527"/>
                  </a:lnTo>
                  <a:lnTo>
                    <a:pt x="2774" y="1525"/>
                  </a:lnTo>
                  <a:lnTo>
                    <a:pt x="2756" y="1499"/>
                  </a:lnTo>
                  <a:lnTo>
                    <a:pt x="2744" y="1471"/>
                  </a:lnTo>
                  <a:lnTo>
                    <a:pt x="2736" y="1441"/>
                  </a:lnTo>
                  <a:lnTo>
                    <a:pt x="2732" y="1405"/>
                  </a:lnTo>
                  <a:lnTo>
                    <a:pt x="2720" y="1406"/>
                  </a:lnTo>
                  <a:lnTo>
                    <a:pt x="2711" y="1406"/>
                  </a:lnTo>
                  <a:lnTo>
                    <a:pt x="2701" y="1405"/>
                  </a:lnTo>
                  <a:lnTo>
                    <a:pt x="2697" y="1401"/>
                  </a:lnTo>
                  <a:lnTo>
                    <a:pt x="2692" y="1398"/>
                  </a:lnTo>
                  <a:lnTo>
                    <a:pt x="2688" y="1394"/>
                  </a:lnTo>
                  <a:lnTo>
                    <a:pt x="2685" y="1391"/>
                  </a:lnTo>
                  <a:lnTo>
                    <a:pt x="2688" y="1378"/>
                  </a:lnTo>
                  <a:lnTo>
                    <a:pt x="2681" y="1368"/>
                  </a:lnTo>
                  <a:lnTo>
                    <a:pt x="2669" y="1359"/>
                  </a:lnTo>
                  <a:lnTo>
                    <a:pt x="2657" y="1351"/>
                  </a:lnTo>
                  <a:lnTo>
                    <a:pt x="2646" y="1340"/>
                  </a:lnTo>
                  <a:lnTo>
                    <a:pt x="2617" y="1344"/>
                  </a:lnTo>
                  <a:lnTo>
                    <a:pt x="2587" y="1344"/>
                  </a:lnTo>
                  <a:lnTo>
                    <a:pt x="2557" y="1342"/>
                  </a:lnTo>
                  <a:lnTo>
                    <a:pt x="2528" y="1340"/>
                  </a:lnTo>
                  <a:lnTo>
                    <a:pt x="2523" y="1330"/>
                  </a:lnTo>
                  <a:lnTo>
                    <a:pt x="2516" y="1317"/>
                  </a:lnTo>
                  <a:lnTo>
                    <a:pt x="2505" y="1321"/>
                  </a:lnTo>
                  <a:lnTo>
                    <a:pt x="2498" y="1323"/>
                  </a:lnTo>
                  <a:lnTo>
                    <a:pt x="2489" y="1324"/>
                  </a:lnTo>
                  <a:lnTo>
                    <a:pt x="2477" y="1324"/>
                  </a:lnTo>
                  <a:lnTo>
                    <a:pt x="2467" y="1317"/>
                  </a:lnTo>
                  <a:lnTo>
                    <a:pt x="2456" y="1312"/>
                  </a:lnTo>
                  <a:lnTo>
                    <a:pt x="2444" y="1305"/>
                  </a:lnTo>
                  <a:lnTo>
                    <a:pt x="2435" y="1298"/>
                  </a:lnTo>
                  <a:lnTo>
                    <a:pt x="2432" y="1288"/>
                  </a:lnTo>
                  <a:lnTo>
                    <a:pt x="2427" y="1279"/>
                  </a:lnTo>
                  <a:lnTo>
                    <a:pt x="2416" y="1270"/>
                  </a:lnTo>
                  <a:lnTo>
                    <a:pt x="2414" y="1270"/>
                  </a:lnTo>
                  <a:lnTo>
                    <a:pt x="2413" y="1270"/>
                  </a:lnTo>
                  <a:lnTo>
                    <a:pt x="2411" y="1270"/>
                  </a:lnTo>
                  <a:lnTo>
                    <a:pt x="2407" y="1270"/>
                  </a:lnTo>
                  <a:lnTo>
                    <a:pt x="2400" y="1270"/>
                  </a:lnTo>
                  <a:lnTo>
                    <a:pt x="2404" y="1284"/>
                  </a:lnTo>
                  <a:lnTo>
                    <a:pt x="2409" y="1300"/>
                  </a:lnTo>
                  <a:lnTo>
                    <a:pt x="2418" y="1316"/>
                  </a:lnTo>
                  <a:lnTo>
                    <a:pt x="2425" y="1330"/>
                  </a:lnTo>
                  <a:lnTo>
                    <a:pt x="2432" y="1340"/>
                  </a:lnTo>
                  <a:lnTo>
                    <a:pt x="2434" y="1335"/>
                  </a:lnTo>
                  <a:lnTo>
                    <a:pt x="2435" y="1333"/>
                  </a:lnTo>
                  <a:lnTo>
                    <a:pt x="2435" y="1331"/>
                  </a:lnTo>
                  <a:lnTo>
                    <a:pt x="2437" y="1331"/>
                  </a:lnTo>
                  <a:lnTo>
                    <a:pt x="2439" y="1331"/>
                  </a:lnTo>
                  <a:lnTo>
                    <a:pt x="2444" y="1333"/>
                  </a:lnTo>
                  <a:lnTo>
                    <a:pt x="2446" y="1338"/>
                  </a:lnTo>
                  <a:lnTo>
                    <a:pt x="2448" y="1344"/>
                  </a:lnTo>
                  <a:lnTo>
                    <a:pt x="2448" y="1349"/>
                  </a:lnTo>
                  <a:lnTo>
                    <a:pt x="2449" y="1354"/>
                  </a:lnTo>
                  <a:lnTo>
                    <a:pt x="2451" y="1359"/>
                  </a:lnTo>
                  <a:lnTo>
                    <a:pt x="2458" y="1358"/>
                  </a:lnTo>
                  <a:lnTo>
                    <a:pt x="2467" y="1356"/>
                  </a:lnTo>
                  <a:lnTo>
                    <a:pt x="2477" y="1356"/>
                  </a:lnTo>
                  <a:lnTo>
                    <a:pt x="2493" y="1338"/>
                  </a:lnTo>
                  <a:lnTo>
                    <a:pt x="2512" y="1324"/>
                  </a:lnTo>
                  <a:lnTo>
                    <a:pt x="2514" y="1342"/>
                  </a:lnTo>
                  <a:lnTo>
                    <a:pt x="2516" y="1356"/>
                  </a:lnTo>
                  <a:lnTo>
                    <a:pt x="2542" y="1370"/>
                  </a:lnTo>
                  <a:lnTo>
                    <a:pt x="2563" y="1387"/>
                  </a:lnTo>
                  <a:lnTo>
                    <a:pt x="2556" y="1396"/>
                  </a:lnTo>
                  <a:lnTo>
                    <a:pt x="2550" y="1405"/>
                  </a:lnTo>
                  <a:lnTo>
                    <a:pt x="2544" y="1412"/>
                  </a:lnTo>
                  <a:lnTo>
                    <a:pt x="2531" y="1417"/>
                  </a:lnTo>
                  <a:lnTo>
                    <a:pt x="2531" y="1436"/>
                  </a:lnTo>
                  <a:lnTo>
                    <a:pt x="2514" y="1447"/>
                  </a:lnTo>
                  <a:lnTo>
                    <a:pt x="2496" y="1459"/>
                  </a:lnTo>
                  <a:lnTo>
                    <a:pt x="2496" y="1467"/>
                  </a:lnTo>
                  <a:lnTo>
                    <a:pt x="2474" y="1467"/>
                  </a:lnTo>
                  <a:lnTo>
                    <a:pt x="2461" y="1474"/>
                  </a:lnTo>
                  <a:lnTo>
                    <a:pt x="2451" y="1485"/>
                  </a:lnTo>
                  <a:lnTo>
                    <a:pt x="2439" y="1494"/>
                  </a:lnTo>
                  <a:lnTo>
                    <a:pt x="2423" y="1501"/>
                  </a:lnTo>
                  <a:lnTo>
                    <a:pt x="2407" y="1504"/>
                  </a:lnTo>
                  <a:lnTo>
                    <a:pt x="2390" y="1509"/>
                  </a:lnTo>
                  <a:lnTo>
                    <a:pt x="2376" y="1515"/>
                  </a:lnTo>
                  <a:lnTo>
                    <a:pt x="2364" y="1522"/>
                  </a:lnTo>
                  <a:lnTo>
                    <a:pt x="2352" y="1525"/>
                  </a:lnTo>
                  <a:lnTo>
                    <a:pt x="2343" y="1525"/>
                  </a:lnTo>
                  <a:lnTo>
                    <a:pt x="2339" y="1523"/>
                  </a:lnTo>
                  <a:lnTo>
                    <a:pt x="2338" y="1523"/>
                  </a:lnTo>
                  <a:lnTo>
                    <a:pt x="2336" y="1522"/>
                  </a:lnTo>
                  <a:lnTo>
                    <a:pt x="2336" y="1522"/>
                  </a:lnTo>
                  <a:lnTo>
                    <a:pt x="2334" y="1520"/>
                  </a:lnTo>
                  <a:lnTo>
                    <a:pt x="2332" y="1516"/>
                  </a:lnTo>
                  <a:lnTo>
                    <a:pt x="2327" y="1506"/>
                  </a:lnTo>
                  <a:lnTo>
                    <a:pt x="2325" y="1495"/>
                  </a:lnTo>
                  <a:lnTo>
                    <a:pt x="2325" y="1485"/>
                  </a:lnTo>
                  <a:lnTo>
                    <a:pt x="2324" y="1474"/>
                  </a:lnTo>
                  <a:lnTo>
                    <a:pt x="2315" y="1457"/>
                  </a:lnTo>
                  <a:lnTo>
                    <a:pt x="2303" y="1441"/>
                  </a:lnTo>
                  <a:lnTo>
                    <a:pt x="2290" y="1427"/>
                  </a:lnTo>
                  <a:lnTo>
                    <a:pt x="2278" y="1413"/>
                  </a:lnTo>
                  <a:lnTo>
                    <a:pt x="2275" y="1403"/>
                  </a:lnTo>
                  <a:lnTo>
                    <a:pt x="2273" y="1391"/>
                  </a:lnTo>
                  <a:lnTo>
                    <a:pt x="2271" y="1378"/>
                  </a:lnTo>
                  <a:lnTo>
                    <a:pt x="2266" y="1368"/>
                  </a:lnTo>
                  <a:lnTo>
                    <a:pt x="2247" y="1356"/>
                  </a:lnTo>
                  <a:lnTo>
                    <a:pt x="2242" y="1344"/>
                  </a:lnTo>
                  <a:lnTo>
                    <a:pt x="2236" y="1331"/>
                  </a:lnTo>
                  <a:lnTo>
                    <a:pt x="2231" y="1319"/>
                  </a:lnTo>
                  <a:lnTo>
                    <a:pt x="2224" y="1309"/>
                  </a:lnTo>
                  <a:lnTo>
                    <a:pt x="2214" y="1302"/>
                  </a:lnTo>
                  <a:lnTo>
                    <a:pt x="2208" y="1300"/>
                  </a:lnTo>
                  <a:lnTo>
                    <a:pt x="2207" y="1296"/>
                  </a:lnTo>
                  <a:lnTo>
                    <a:pt x="2203" y="1295"/>
                  </a:lnTo>
                  <a:lnTo>
                    <a:pt x="2200" y="1293"/>
                  </a:lnTo>
                  <a:lnTo>
                    <a:pt x="2196" y="1291"/>
                  </a:lnTo>
                  <a:lnTo>
                    <a:pt x="2193" y="1288"/>
                  </a:lnTo>
                  <a:lnTo>
                    <a:pt x="2189" y="1282"/>
                  </a:lnTo>
                  <a:lnTo>
                    <a:pt x="2186" y="1275"/>
                  </a:lnTo>
                  <a:lnTo>
                    <a:pt x="2182" y="1275"/>
                  </a:lnTo>
                  <a:lnTo>
                    <a:pt x="2182" y="1282"/>
                  </a:lnTo>
                  <a:lnTo>
                    <a:pt x="2194" y="1298"/>
                  </a:lnTo>
                  <a:lnTo>
                    <a:pt x="2205" y="1316"/>
                  </a:lnTo>
                  <a:lnTo>
                    <a:pt x="2212" y="1337"/>
                  </a:lnTo>
                  <a:lnTo>
                    <a:pt x="2219" y="1356"/>
                  </a:lnTo>
                  <a:lnTo>
                    <a:pt x="2228" y="1375"/>
                  </a:lnTo>
                  <a:lnTo>
                    <a:pt x="2231" y="1378"/>
                  </a:lnTo>
                  <a:lnTo>
                    <a:pt x="2236" y="1382"/>
                  </a:lnTo>
                  <a:lnTo>
                    <a:pt x="2240" y="1385"/>
                  </a:lnTo>
                  <a:lnTo>
                    <a:pt x="2245" y="1389"/>
                  </a:lnTo>
                  <a:lnTo>
                    <a:pt x="2247" y="1394"/>
                  </a:lnTo>
                  <a:lnTo>
                    <a:pt x="2247" y="1429"/>
                  </a:lnTo>
                  <a:lnTo>
                    <a:pt x="2250" y="1433"/>
                  </a:lnTo>
                  <a:lnTo>
                    <a:pt x="2254" y="1438"/>
                  </a:lnTo>
                  <a:lnTo>
                    <a:pt x="2259" y="1441"/>
                  </a:lnTo>
                  <a:lnTo>
                    <a:pt x="2264" y="1445"/>
                  </a:lnTo>
                  <a:lnTo>
                    <a:pt x="2266" y="1448"/>
                  </a:lnTo>
                  <a:lnTo>
                    <a:pt x="2269" y="1459"/>
                  </a:lnTo>
                  <a:lnTo>
                    <a:pt x="2271" y="1467"/>
                  </a:lnTo>
                  <a:lnTo>
                    <a:pt x="2275" y="1478"/>
                  </a:lnTo>
                  <a:lnTo>
                    <a:pt x="2285" y="1490"/>
                  </a:lnTo>
                  <a:lnTo>
                    <a:pt x="2301" y="1501"/>
                  </a:lnTo>
                  <a:lnTo>
                    <a:pt x="2318" y="1511"/>
                  </a:lnTo>
                  <a:lnTo>
                    <a:pt x="2332" y="1522"/>
                  </a:lnTo>
                  <a:lnTo>
                    <a:pt x="2336" y="1527"/>
                  </a:lnTo>
                  <a:lnTo>
                    <a:pt x="2336" y="1534"/>
                  </a:lnTo>
                  <a:lnTo>
                    <a:pt x="2336" y="1539"/>
                  </a:lnTo>
                  <a:lnTo>
                    <a:pt x="2338" y="1544"/>
                  </a:lnTo>
                  <a:lnTo>
                    <a:pt x="2343" y="1550"/>
                  </a:lnTo>
                  <a:lnTo>
                    <a:pt x="2358" y="1551"/>
                  </a:lnTo>
                  <a:lnTo>
                    <a:pt x="2376" y="1543"/>
                  </a:lnTo>
                  <a:lnTo>
                    <a:pt x="2400" y="1537"/>
                  </a:lnTo>
                  <a:lnTo>
                    <a:pt x="2423" y="1532"/>
                  </a:lnTo>
                  <a:lnTo>
                    <a:pt x="2444" y="1529"/>
                  </a:lnTo>
                  <a:lnTo>
                    <a:pt x="2444" y="1532"/>
                  </a:lnTo>
                  <a:lnTo>
                    <a:pt x="2439" y="1541"/>
                  </a:lnTo>
                  <a:lnTo>
                    <a:pt x="2439" y="1551"/>
                  </a:lnTo>
                  <a:lnTo>
                    <a:pt x="2435" y="1563"/>
                  </a:lnTo>
                  <a:lnTo>
                    <a:pt x="2428" y="1581"/>
                  </a:lnTo>
                  <a:lnTo>
                    <a:pt x="2418" y="1602"/>
                  </a:lnTo>
                  <a:lnTo>
                    <a:pt x="2406" y="1623"/>
                  </a:lnTo>
                  <a:lnTo>
                    <a:pt x="2393" y="1640"/>
                  </a:lnTo>
                  <a:lnTo>
                    <a:pt x="2374" y="1659"/>
                  </a:lnTo>
                  <a:lnTo>
                    <a:pt x="2353" y="1677"/>
                  </a:lnTo>
                  <a:lnTo>
                    <a:pt x="2331" y="1694"/>
                  </a:lnTo>
                  <a:lnTo>
                    <a:pt x="2310" y="1714"/>
                  </a:lnTo>
                  <a:lnTo>
                    <a:pt x="2292" y="1735"/>
                  </a:lnTo>
                  <a:lnTo>
                    <a:pt x="2278" y="1759"/>
                  </a:lnTo>
                  <a:lnTo>
                    <a:pt x="2273" y="1782"/>
                  </a:lnTo>
                  <a:lnTo>
                    <a:pt x="2276" y="1803"/>
                  </a:lnTo>
                  <a:lnTo>
                    <a:pt x="2283" y="1824"/>
                  </a:lnTo>
                  <a:lnTo>
                    <a:pt x="2290" y="1843"/>
                  </a:lnTo>
                  <a:lnTo>
                    <a:pt x="2297" y="1864"/>
                  </a:lnTo>
                  <a:lnTo>
                    <a:pt x="2303" y="1885"/>
                  </a:lnTo>
                  <a:lnTo>
                    <a:pt x="2301" y="1906"/>
                  </a:lnTo>
                  <a:lnTo>
                    <a:pt x="2290" y="1928"/>
                  </a:lnTo>
                  <a:lnTo>
                    <a:pt x="2275" y="1939"/>
                  </a:lnTo>
                  <a:lnTo>
                    <a:pt x="2257" y="1947"/>
                  </a:lnTo>
                  <a:lnTo>
                    <a:pt x="2240" y="1956"/>
                  </a:lnTo>
                  <a:lnTo>
                    <a:pt x="2226" y="1968"/>
                  </a:lnTo>
                  <a:lnTo>
                    <a:pt x="2217" y="1986"/>
                  </a:lnTo>
                  <a:lnTo>
                    <a:pt x="2226" y="1996"/>
                  </a:lnTo>
                  <a:lnTo>
                    <a:pt x="2233" y="2012"/>
                  </a:lnTo>
                  <a:lnTo>
                    <a:pt x="2236" y="2031"/>
                  </a:lnTo>
                  <a:lnTo>
                    <a:pt x="2231" y="2035"/>
                  </a:lnTo>
                  <a:lnTo>
                    <a:pt x="2228" y="2038"/>
                  </a:lnTo>
                  <a:lnTo>
                    <a:pt x="2226" y="2040"/>
                  </a:lnTo>
                  <a:lnTo>
                    <a:pt x="2222" y="2043"/>
                  </a:lnTo>
                  <a:lnTo>
                    <a:pt x="2221" y="2047"/>
                  </a:lnTo>
                  <a:lnTo>
                    <a:pt x="2217" y="2050"/>
                  </a:lnTo>
                  <a:lnTo>
                    <a:pt x="2198" y="2054"/>
                  </a:lnTo>
                  <a:lnTo>
                    <a:pt x="2193" y="2066"/>
                  </a:lnTo>
                  <a:lnTo>
                    <a:pt x="2191" y="2080"/>
                  </a:lnTo>
                  <a:lnTo>
                    <a:pt x="2189" y="2094"/>
                  </a:lnTo>
                  <a:lnTo>
                    <a:pt x="2186" y="2108"/>
                  </a:lnTo>
                  <a:lnTo>
                    <a:pt x="2163" y="2127"/>
                  </a:lnTo>
                  <a:lnTo>
                    <a:pt x="2156" y="2143"/>
                  </a:lnTo>
                  <a:lnTo>
                    <a:pt x="2147" y="2159"/>
                  </a:lnTo>
                  <a:lnTo>
                    <a:pt x="2130" y="2174"/>
                  </a:lnTo>
                  <a:lnTo>
                    <a:pt x="2109" y="2187"/>
                  </a:lnTo>
                  <a:lnTo>
                    <a:pt x="2083" y="2194"/>
                  </a:lnTo>
                  <a:lnTo>
                    <a:pt x="2057" y="2201"/>
                  </a:lnTo>
                  <a:lnTo>
                    <a:pt x="2030" y="2206"/>
                  </a:lnTo>
                  <a:lnTo>
                    <a:pt x="2006" y="2211"/>
                  </a:lnTo>
                  <a:lnTo>
                    <a:pt x="2001" y="2208"/>
                  </a:lnTo>
                  <a:lnTo>
                    <a:pt x="1997" y="2204"/>
                  </a:lnTo>
                  <a:lnTo>
                    <a:pt x="1994" y="2202"/>
                  </a:lnTo>
                  <a:lnTo>
                    <a:pt x="1990" y="2197"/>
                  </a:lnTo>
                  <a:lnTo>
                    <a:pt x="1987" y="2194"/>
                  </a:lnTo>
                  <a:lnTo>
                    <a:pt x="1985" y="2185"/>
                  </a:lnTo>
                  <a:lnTo>
                    <a:pt x="1985" y="2174"/>
                  </a:lnTo>
                  <a:lnTo>
                    <a:pt x="1985" y="2162"/>
                  </a:lnTo>
                  <a:lnTo>
                    <a:pt x="1983" y="2150"/>
                  </a:lnTo>
                  <a:lnTo>
                    <a:pt x="1973" y="2133"/>
                  </a:lnTo>
                  <a:lnTo>
                    <a:pt x="1959" y="2117"/>
                  </a:lnTo>
                  <a:lnTo>
                    <a:pt x="1945" y="2099"/>
                  </a:lnTo>
                  <a:lnTo>
                    <a:pt x="1936" y="2082"/>
                  </a:lnTo>
                  <a:lnTo>
                    <a:pt x="1940" y="2070"/>
                  </a:lnTo>
                  <a:lnTo>
                    <a:pt x="1940" y="2068"/>
                  </a:lnTo>
                  <a:lnTo>
                    <a:pt x="1936" y="2064"/>
                  </a:lnTo>
                  <a:lnTo>
                    <a:pt x="1933" y="2063"/>
                  </a:lnTo>
                  <a:lnTo>
                    <a:pt x="1931" y="2059"/>
                  </a:lnTo>
                  <a:lnTo>
                    <a:pt x="1929" y="2059"/>
                  </a:lnTo>
                  <a:lnTo>
                    <a:pt x="1927" y="2054"/>
                  </a:lnTo>
                  <a:lnTo>
                    <a:pt x="1929" y="2049"/>
                  </a:lnTo>
                  <a:lnTo>
                    <a:pt x="1929" y="2045"/>
                  </a:lnTo>
                  <a:lnTo>
                    <a:pt x="1931" y="2042"/>
                  </a:lnTo>
                  <a:lnTo>
                    <a:pt x="1933" y="2038"/>
                  </a:lnTo>
                  <a:lnTo>
                    <a:pt x="1926" y="2035"/>
                  </a:lnTo>
                  <a:lnTo>
                    <a:pt x="1926" y="2031"/>
                  </a:lnTo>
                  <a:lnTo>
                    <a:pt x="1926" y="2028"/>
                  </a:lnTo>
                  <a:lnTo>
                    <a:pt x="1927" y="2023"/>
                  </a:lnTo>
                  <a:lnTo>
                    <a:pt x="1929" y="2019"/>
                  </a:lnTo>
                  <a:lnTo>
                    <a:pt x="1929" y="2014"/>
                  </a:lnTo>
                  <a:lnTo>
                    <a:pt x="1929" y="2009"/>
                  </a:lnTo>
                  <a:lnTo>
                    <a:pt x="1922" y="1995"/>
                  </a:lnTo>
                  <a:lnTo>
                    <a:pt x="1912" y="1979"/>
                  </a:lnTo>
                  <a:lnTo>
                    <a:pt x="1901" y="1965"/>
                  </a:lnTo>
                  <a:lnTo>
                    <a:pt x="1894" y="1951"/>
                  </a:lnTo>
                  <a:lnTo>
                    <a:pt x="1892" y="1934"/>
                  </a:lnTo>
                  <a:lnTo>
                    <a:pt x="1896" y="1914"/>
                  </a:lnTo>
                  <a:lnTo>
                    <a:pt x="1903" y="1897"/>
                  </a:lnTo>
                  <a:lnTo>
                    <a:pt x="1913" y="1878"/>
                  </a:lnTo>
                  <a:lnTo>
                    <a:pt x="1920" y="1862"/>
                  </a:lnTo>
                  <a:lnTo>
                    <a:pt x="1926" y="1848"/>
                  </a:lnTo>
                  <a:lnTo>
                    <a:pt x="1919" y="1834"/>
                  </a:lnTo>
                  <a:lnTo>
                    <a:pt x="1917" y="1822"/>
                  </a:lnTo>
                  <a:lnTo>
                    <a:pt x="1917" y="1810"/>
                  </a:lnTo>
                  <a:lnTo>
                    <a:pt x="1913" y="1794"/>
                  </a:lnTo>
                  <a:lnTo>
                    <a:pt x="1903" y="1773"/>
                  </a:lnTo>
                  <a:lnTo>
                    <a:pt x="1887" y="1752"/>
                  </a:lnTo>
                  <a:lnTo>
                    <a:pt x="1872" y="1733"/>
                  </a:lnTo>
                  <a:lnTo>
                    <a:pt x="1856" y="1717"/>
                  </a:lnTo>
                  <a:lnTo>
                    <a:pt x="1861" y="1696"/>
                  </a:lnTo>
                  <a:lnTo>
                    <a:pt x="1866" y="1677"/>
                  </a:lnTo>
                  <a:lnTo>
                    <a:pt x="1872" y="1656"/>
                  </a:lnTo>
                  <a:lnTo>
                    <a:pt x="1866" y="1653"/>
                  </a:lnTo>
                  <a:lnTo>
                    <a:pt x="1863" y="1651"/>
                  </a:lnTo>
                  <a:lnTo>
                    <a:pt x="1859" y="1647"/>
                  </a:lnTo>
                  <a:lnTo>
                    <a:pt x="1856" y="1646"/>
                  </a:lnTo>
                  <a:lnTo>
                    <a:pt x="1851" y="1646"/>
                  </a:lnTo>
                  <a:lnTo>
                    <a:pt x="1844" y="1644"/>
                  </a:lnTo>
                  <a:lnTo>
                    <a:pt x="1840" y="1647"/>
                  </a:lnTo>
                  <a:lnTo>
                    <a:pt x="1838" y="1649"/>
                  </a:lnTo>
                  <a:lnTo>
                    <a:pt x="1833" y="1651"/>
                  </a:lnTo>
                  <a:lnTo>
                    <a:pt x="1828" y="1651"/>
                  </a:lnTo>
                  <a:lnTo>
                    <a:pt x="1821" y="1651"/>
                  </a:lnTo>
                  <a:lnTo>
                    <a:pt x="1802" y="1621"/>
                  </a:lnTo>
                  <a:lnTo>
                    <a:pt x="1789" y="1619"/>
                  </a:lnTo>
                  <a:lnTo>
                    <a:pt x="1777" y="1618"/>
                  </a:lnTo>
                  <a:lnTo>
                    <a:pt x="1763" y="1616"/>
                  </a:lnTo>
                  <a:lnTo>
                    <a:pt x="1746" y="1623"/>
                  </a:lnTo>
                  <a:lnTo>
                    <a:pt x="1728" y="1630"/>
                  </a:lnTo>
                  <a:lnTo>
                    <a:pt x="1714" y="1635"/>
                  </a:lnTo>
                  <a:lnTo>
                    <a:pt x="1680" y="1628"/>
                  </a:lnTo>
                  <a:lnTo>
                    <a:pt x="1676" y="1640"/>
                  </a:lnTo>
                  <a:lnTo>
                    <a:pt x="1664" y="1640"/>
                  </a:lnTo>
                  <a:lnTo>
                    <a:pt x="1653" y="1637"/>
                  </a:lnTo>
                  <a:lnTo>
                    <a:pt x="1645" y="1635"/>
                  </a:lnTo>
                  <a:lnTo>
                    <a:pt x="1641" y="1637"/>
                  </a:lnTo>
                  <a:lnTo>
                    <a:pt x="1638" y="1640"/>
                  </a:lnTo>
                  <a:lnTo>
                    <a:pt x="1632" y="1642"/>
                  </a:lnTo>
                  <a:lnTo>
                    <a:pt x="1625" y="1644"/>
                  </a:lnTo>
                  <a:lnTo>
                    <a:pt x="1615" y="1632"/>
                  </a:lnTo>
                  <a:lnTo>
                    <a:pt x="1601" y="1625"/>
                  </a:lnTo>
                  <a:lnTo>
                    <a:pt x="1587" y="1618"/>
                  </a:lnTo>
                  <a:lnTo>
                    <a:pt x="1573" y="1611"/>
                  </a:lnTo>
                  <a:lnTo>
                    <a:pt x="1561" y="1602"/>
                  </a:lnTo>
                  <a:lnTo>
                    <a:pt x="1552" y="1579"/>
                  </a:lnTo>
                  <a:lnTo>
                    <a:pt x="1542" y="1567"/>
                  </a:lnTo>
                  <a:lnTo>
                    <a:pt x="1526" y="1555"/>
                  </a:lnTo>
                  <a:lnTo>
                    <a:pt x="1512" y="1543"/>
                  </a:lnTo>
                  <a:lnTo>
                    <a:pt x="1503" y="1532"/>
                  </a:lnTo>
                  <a:lnTo>
                    <a:pt x="1503" y="1509"/>
                  </a:lnTo>
                  <a:lnTo>
                    <a:pt x="1500" y="1499"/>
                  </a:lnTo>
                  <a:lnTo>
                    <a:pt x="1501" y="1483"/>
                  </a:lnTo>
                  <a:lnTo>
                    <a:pt x="1505" y="1469"/>
                  </a:lnTo>
                  <a:lnTo>
                    <a:pt x="1508" y="1457"/>
                  </a:lnTo>
                  <a:lnTo>
                    <a:pt x="1510" y="1448"/>
                  </a:lnTo>
                  <a:lnTo>
                    <a:pt x="1510" y="1434"/>
                  </a:lnTo>
                  <a:lnTo>
                    <a:pt x="1507" y="1426"/>
                  </a:lnTo>
                  <a:lnTo>
                    <a:pt x="1501" y="1417"/>
                  </a:lnTo>
                  <a:lnTo>
                    <a:pt x="1498" y="1410"/>
                  </a:lnTo>
                  <a:lnTo>
                    <a:pt x="1498" y="1399"/>
                  </a:lnTo>
                  <a:lnTo>
                    <a:pt x="1501" y="1385"/>
                  </a:lnTo>
                  <a:lnTo>
                    <a:pt x="1508" y="1370"/>
                  </a:lnTo>
                  <a:lnTo>
                    <a:pt x="1515" y="1352"/>
                  </a:lnTo>
                  <a:lnTo>
                    <a:pt x="1522" y="1337"/>
                  </a:lnTo>
                  <a:lnTo>
                    <a:pt x="1529" y="1324"/>
                  </a:lnTo>
                  <a:lnTo>
                    <a:pt x="1533" y="1317"/>
                  </a:lnTo>
                  <a:lnTo>
                    <a:pt x="1545" y="1307"/>
                  </a:lnTo>
                  <a:lnTo>
                    <a:pt x="1559" y="1298"/>
                  </a:lnTo>
                  <a:lnTo>
                    <a:pt x="1573" y="1291"/>
                  </a:lnTo>
                  <a:lnTo>
                    <a:pt x="1587" y="1282"/>
                  </a:lnTo>
                  <a:lnTo>
                    <a:pt x="1590" y="1274"/>
                  </a:lnTo>
                  <a:lnTo>
                    <a:pt x="1590" y="1263"/>
                  </a:lnTo>
                  <a:lnTo>
                    <a:pt x="1589" y="1251"/>
                  </a:lnTo>
                  <a:lnTo>
                    <a:pt x="1590" y="1241"/>
                  </a:lnTo>
                  <a:lnTo>
                    <a:pt x="1599" y="1227"/>
                  </a:lnTo>
                  <a:lnTo>
                    <a:pt x="1611" y="1216"/>
                  </a:lnTo>
                  <a:lnTo>
                    <a:pt x="1624" y="1206"/>
                  </a:lnTo>
                  <a:lnTo>
                    <a:pt x="1636" y="1195"/>
                  </a:lnTo>
                  <a:lnTo>
                    <a:pt x="1646" y="1183"/>
                  </a:lnTo>
                  <a:lnTo>
                    <a:pt x="1652" y="1167"/>
                  </a:lnTo>
                  <a:lnTo>
                    <a:pt x="1652" y="1166"/>
                  </a:lnTo>
                  <a:lnTo>
                    <a:pt x="1650" y="1166"/>
                  </a:lnTo>
                  <a:lnTo>
                    <a:pt x="1650" y="1164"/>
                  </a:lnTo>
                  <a:lnTo>
                    <a:pt x="1650" y="1162"/>
                  </a:lnTo>
                  <a:lnTo>
                    <a:pt x="1648" y="1160"/>
                  </a:lnTo>
                  <a:lnTo>
                    <a:pt x="1645" y="1159"/>
                  </a:lnTo>
                  <a:lnTo>
                    <a:pt x="1641" y="1157"/>
                  </a:lnTo>
                  <a:lnTo>
                    <a:pt x="1638" y="1157"/>
                  </a:lnTo>
                  <a:lnTo>
                    <a:pt x="1632" y="1155"/>
                  </a:lnTo>
                  <a:lnTo>
                    <a:pt x="1629" y="1159"/>
                  </a:lnTo>
                  <a:lnTo>
                    <a:pt x="1625" y="1159"/>
                  </a:lnTo>
                  <a:lnTo>
                    <a:pt x="1620" y="1160"/>
                  </a:lnTo>
                  <a:lnTo>
                    <a:pt x="1613" y="1160"/>
                  </a:lnTo>
                  <a:lnTo>
                    <a:pt x="1613" y="1155"/>
                  </a:lnTo>
                  <a:lnTo>
                    <a:pt x="1610" y="1155"/>
                  </a:lnTo>
                  <a:lnTo>
                    <a:pt x="1610" y="1141"/>
                  </a:lnTo>
                  <a:lnTo>
                    <a:pt x="1608" y="1122"/>
                  </a:lnTo>
                  <a:lnTo>
                    <a:pt x="1606" y="1099"/>
                  </a:lnTo>
                  <a:lnTo>
                    <a:pt x="1606" y="1077"/>
                  </a:lnTo>
                  <a:lnTo>
                    <a:pt x="1606" y="1057"/>
                  </a:lnTo>
                  <a:lnTo>
                    <a:pt x="1610" y="1045"/>
                  </a:lnTo>
                  <a:lnTo>
                    <a:pt x="1611" y="1040"/>
                  </a:lnTo>
                  <a:lnTo>
                    <a:pt x="1613" y="1036"/>
                  </a:lnTo>
                  <a:lnTo>
                    <a:pt x="1615" y="1035"/>
                  </a:lnTo>
                  <a:lnTo>
                    <a:pt x="1617" y="1035"/>
                  </a:lnTo>
                  <a:lnTo>
                    <a:pt x="1620" y="1035"/>
                  </a:lnTo>
                  <a:lnTo>
                    <a:pt x="1624" y="1033"/>
                  </a:lnTo>
                  <a:lnTo>
                    <a:pt x="1629" y="1033"/>
                  </a:lnTo>
                  <a:lnTo>
                    <a:pt x="1643" y="1038"/>
                  </a:lnTo>
                  <a:lnTo>
                    <a:pt x="1659" y="1042"/>
                  </a:lnTo>
                  <a:lnTo>
                    <a:pt x="1676" y="1042"/>
                  </a:lnTo>
                  <a:lnTo>
                    <a:pt x="1693" y="1038"/>
                  </a:lnTo>
                  <a:lnTo>
                    <a:pt x="1706" y="1033"/>
                  </a:lnTo>
                  <a:lnTo>
                    <a:pt x="1707" y="1031"/>
                  </a:lnTo>
                  <a:lnTo>
                    <a:pt x="1707" y="1029"/>
                  </a:lnTo>
                  <a:lnTo>
                    <a:pt x="1709" y="1029"/>
                  </a:lnTo>
                  <a:lnTo>
                    <a:pt x="1709" y="1028"/>
                  </a:lnTo>
                  <a:lnTo>
                    <a:pt x="1709" y="1026"/>
                  </a:lnTo>
                  <a:lnTo>
                    <a:pt x="1713" y="1012"/>
                  </a:lnTo>
                  <a:lnTo>
                    <a:pt x="1713" y="996"/>
                  </a:lnTo>
                  <a:lnTo>
                    <a:pt x="1711" y="981"/>
                  </a:lnTo>
                  <a:lnTo>
                    <a:pt x="1709" y="963"/>
                  </a:lnTo>
                  <a:lnTo>
                    <a:pt x="1697" y="960"/>
                  </a:lnTo>
                  <a:lnTo>
                    <a:pt x="1685" y="956"/>
                  </a:lnTo>
                  <a:lnTo>
                    <a:pt x="1673" y="949"/>
                  </a:lnTo>
                  <a:lnTo>
                    <a:pt x="1664" y="940"/>
                  </a:lnTo>
                  <a:lnTo>
                    <a:pt x="1667" y="939"/>
                  </a:lnTo>
                  <a:lnTo>
                    <a:pt x="1671" y="937"/>
                  </a:lnTo>
                  <a:lnTo>
                    <a:pt x="1673" y="935"/>
                  </a:lnTo>
                  <a:lnTo>
                    <a:pt x="1676" y="935"/>
                  </a:lnTo>
                  <a:lnTo>
                    <a:pt x="1680" y="933"/>
                  </a:lnTo>
                  <a:lnTo>
                    <a:pt x="1686" y="933"/>
                  </a:lnTo>
                  <a:lnTo>
                    <a:pt x="1690" y="932"/>
                  </a:lnTo>
                  <a:lnTo>
                    <a:pt x="1695" y="930"/>
                  </a:lnTo>
                  <a:lnTo>
                    <a:pt x="1700" y="930"/>
                  </a:lnTo>
                  <a:lnTo>
                    <a:pt x="1706" y="930"/>
                  </a:lnTo>
                  <a:lnTo>
                    <a:pt x="1706" y="911"/>
                  </a:lnTo>
                  <a:lnTo>
                    <a:pt x="1711" y="911"/>
                  </a:lnTo>
                  <a:lnTo>
                    <a:pt x="1716" y="912"/>
                  </a:lnTo>
                  <a:lnTo>
                    <a:pt x="1718" y="914"/>
                  </a:lnTo>
                  <a:lnTo>
                    <a:pt x="1721" y="914"/>
                  </a:lnTo>
                  <a:lnTo>
                    <a:pt x="1725" y="916"/>
                  </a:lnTo>
                  <a:lnTo>
                    <a:pt x="1728" y="918"/>
                  </a:lnTo>
                  <a:lnTo>
                    <a:pt x="1732" y="914"/>
                  </a:lnTo>
                  <a:lnTo>
                    <a:pt x="1737" y="912"/>
                  </a:lnTo>
                  <a:lnTo>
                    <a:pt x="1741" y="911"/>
                  </a:lnTo>
                  <a:lnTo>
                    <a:pt x="1746" y="909"/>
                  </a:lnTo>
                  <a:lnTo>
                    <a:pt x="1748" y="907"/>
                  </a:lnTo>
                  <a:lnTo>
                    <a:pt x="1749" y="904"/>
                  </a:lnTo>
                  <a:lnTo>
                    <a:pt x="1749" y="900"/>
                  </a:lnTo>
                  <a:lnTo>
                    <a:pt x="1749" y="897"/>
                  </a:lnTo>
                  <a:lnTo>
                    <a:pt x="1749" y="893"/>
                  </a:lnTo>
                  <a:lnTo>
                    <a:pt x="1751" y="890"/>
                  </a:lnTo>
                  <a:lnTo>
                    <a:pt x="1753" y="886"/>
                  </a:lnTo>
                  <a:lnTo>
                    <a:pt x="1786" y="876"/>
                  </a:lnTo>
                  <a:lnTo>
                    <a:pt x="1793" y="865"/>
                  </a:lnTo>
                  <a:lnTo>
                    <a:pt x="1795" y="855"/>
                  </a:lnTo>
                  <a:lnTo>
                    <a:pt x="1800" y="844"/>
                  </a:lnTo>
                  <a:lnTo>
                    <a:pt x="1810" y="837"/>
                  </a:lnTo>
                  <a:lnTo>
                    <a:pt x="1823" y="832"/>
                  </a:lnTo>
                  <a:lnTo>
                    <a:pt x="1838" y="827"/>
                  </a:lnTo>
                  <a:lnTo>
                    <a:pt x="1852" y="822"/>
                  </a:lnTo>
                  <a:lnTo>
                    <a:pt x="1854" y="820"/>
                  </a:lnTo>
                  <a:lnTo>
                    <a:pt x="1854" y="820"/>
                  </a:lnTo>
                  <a:lnTo>
                    <a:pt x="1854" y="818"/>
                  </a:lnTo>
                  <a:lnTo>
                    <a:pt x="1854" y="816"/>
                  </a:lnTo>
                  <a:lnTo>
                    <a:pt x="1856" y="815"/>
                  </a:lnTo>
                  <a:lnTo>
                    <a:pt x="1849" y="797"/>
                  </a:lnTo>
                  <a:lnTo>
                    <a:pt x="1845" y="776"/>
                  </a:lnTo>
                  <a:lnTo>
                    <a:pt x="1845" y="757"/>
                  </a:lnTo>
                  <a:lnTo>
                    <a:pt x="1844" y="741"/>
                  </a:lnTo>
                  <a:lnTo>
                    <a:pt x="1859" y="740"/>
                  </a:lnTo>
                  <a:lnTo>
                    <a:pt x="1870" y="736"/>
                  </a:lnTo>
                  <a:lnTo>
                    <a:pt x="1882" y="733"/>
                  </a:lnTo>
                  <a:lnTo>
                    <a:pt x="1882" y="741"/>
                  </a:lnTo>
                  <a:lnTo>
                    <a:pt x="1880" y="748"/>
                  </a:lnTo>
                  <a:lnTo>
                    <a:pt x="1878" y="761"/>
                  </a:lnTo>
                  <a:lnTo>
                    <a:pt x="1877" y="778"/>
                  </a:lnTo>
                  <a:lnTo>
                    <a:pt x="1875" y="794"/>
                  </a:lnTo>
                  <a:lnTo>
                    <a:pt x="1875" y="806"/>
                  </a:lnTo>
                  <a:lnTo>
                    <a:pt x="1880" y="809"/>
                  </a:lnTo>
                  <a:lnTo>
                    <a:pt x="1884" y="811"/>
                  </a:lnTo>
                  <a:lnTo>
                    <a:pt x="1885" y="813"/>
                  </a:lnTo>
                  <a:lnTo>
                    <a:pt x="1889" y="815"/>
                  </a:lnTo>
                  <a:lnTo>
                    <a:pt x="1894" y="818"/>
                  </a:lnTo>
                  <a:lnTo>
                    <a:pt x="1905" y="813"/>
                  </a:lnTo>
                  <a:lnTo>
                    <a:pt x="1912" y="813"/>
                  </a:lnTo>
                  <a:lnTo>
                    <a:pt x="1917" y="816"/>
                  </a:lnTo>
                  <a:lnTo>
                    <a:pt x="1924" y="822"/>
                  </a:lnTo>
                  <a:lnTo>
                    <a:pt x="1933" y="822"/>
                  </a:lnTo>
                  <a:lnTo>
                    <a:pt x="1943" y="818"/>
                  </a:lnTo>
                  <a:lnTo>
                    <a:pt x="1952" y="813"/>
                  </a:lnTo>
                  <a:lnTo>
                    <a:pt x="1957" y="808"/>
                  </a:lnTo>
                  <a:lnTo>
                    <a:pt x="1964" y="804"/>
                  </a:lnTo>
                  <a:lnTo>
                    <a:pt x="1973" y="801"/>
                  </a:lnTo>
                  <a:lnTo>
                    <a:pt x="1987" y="802"/>
                  </a:lnTo>
                  <a:lnTo>
                    <a:pt x="2006" y="806"/>
                  </a:lnTo>
                  <a:lnTo>
                    <a:pt x="2008" y="801"/>
                  </a:lnTo>
                  <a:lnTo>
                    <a:pt x="2009" y="799"/>
                  </a:lnTo>
                  <a:lnTo>
                    <a:pt x="2013" y="795"/>
                  </a:lnTo>
                  <a:lnTo>
                    <a:pt x="2016" y="794"/>
                  </a:lnTo>
                  <a:lnTo>
                    <a:pt x="2020" y="794"/>
                  </a:lnTo>
                  <a:lnTo>
                    <a:pt x="2025" y="792"/>
                  </a:lnTo>
                  <a:lnTo>
                    <a:pt x="2025" y="762"/>
                  </a:lnTo>
                  <a:lnTo>
                    <a:pt x="2029" y="738"/>
                  </a:lnTo>
                  <a:lnTo>
                    <a:pt x="2032" y="734"/>
                  </a:lnTo>
                  <a:lnTo>
                    <a:pt x="2036" y="733"/>
                  </a:lnTo>
                  <a:lnTo>
                    <a:pt x="2039" y="729"/>
                  </a:lnTo>
                  <a:lnTo>
                    <a:pt x="2043" y="727"/>
                  </a:lnTo>
                  <a:lnTo>
                    <a:pt x="2048" y="726"/>
                  </a:lnTo>
                  <a:lnTo>
                    <a:pt x="2048" y="729"/>
                  </a:lnTo>
                  <a:lnTo>
                    <a:pt x="2051" y="733"/>
                  </a:lnTo>
                  <a:lnTo>
                    <a:pt x="2053" y="736"/>
                  </a:lnTo>
                  <a:lnTo>
                    <a:pt x="2055" y="740"/>
                  </a:lnTo>
                  <a:lnTo>
                    <a:pt x="2057" y="741"/>
                  </a:lnTo>
                  <a:lnTo>
                    <a:pt x="2062" y="743"/>
                  </a:lnTo>
                  <a:lnTo>
                    <a:pt x="2067" y="745"/>
                  </a:lnTo>
                  <a:lnTo>
                    <a:pt x="2065" y="729"/>
                  </a:lnTo>
                  <a:lnTo>
                    <a:pt x="2064" y="719"/>
                  </a:lnTo>
                  <a:lnTo>
                    <a:pt x="2060" y="712"/>
                  </a:lnTo>
                  <a:lnTo>
                    <a:pt x="2058" y="703"/>
                  </a:lnTo>
                  <a:lnTo>
                    <a:pt x="2055" y="687"/>
                  </a:lnTo>
                  <a:lnTo>
                    <a:pt x="2064" y="686"/>
                  </a:lnTo>
                  <a:lnTo>
                    <a:pt x="2070" y="682"/>
                  </a:lnTo>
                  <a:lnTo>
                    <a:pt x="2076" y="679"/>
                  </a:lnTo>
                  <a:lnTo>
                    <a:pt x="2083" y="675"/>
                  </a:lnTo>
                  <a:lnTo>
                    <a:pt x="2095" y="675"/>
                  </a:lnTo>
                  <a:lnTo>
                    <a:pt x="2107" y="677"/>
                  </a:lnTo>
                  <a:lnTo>
                    <a:pt x="2116" y="679"/>
                  </a:lnTo>
                  <a:lnTo>
                    <a:pt x="2125" y="675"/>
                  </a:lnTo>
                  <a:lnTo>
                    <a:pt x="2132" y="665"/>
                  </a:lnTo>
                  <a:lnTo>
                    <a:pt x="2126" y="663"/>
                  </a:lnTo>
                  <a:lnTo>
                    <a:pt x="2121" y="661"/>
                  </a:lnTo>
                  <a:lnTo>
                    <a:pt x="2118" y="659"/>
                  </a:lnTo>
                  <a:lnTo>
                    <a:pt x="2112" y="658"/>
                  </a:lnTo>
                  <a:lnTo>
                    <a:pt x="2105" y="658"/>
                  </a:lnTo>
                  <a:lnTo>
                    <a:pt x="2088" y="666"/>
                  </a:lnTo>
                  <a:lnTo>
                    <a:pt x="2069" y="672"/>
                  </a:lnTo>
                  <a:lnTo>
                    <a:pt x="2048" y="675"/>
                  </a:lnTo>
                  <a:lnTo>
                    <a:pt x="2044" y="666"/>
                  </a:lnTo>
                  <a:lnTo>
                    <a:pt x="2039" y="659"/>
                  </a:lnTo>
                  <a:lnTo>
                    <a:pt x="2034" y="652"/>
                  </a:lnTo>
                  <a:lnTo>
                    <a:pt x="2030" y="644"/>
                  </a:lnTo>
                  <a:lnTo>
                    <a:pt x="2029" y="630"/>
                  </a:lnTo>
                  <a:lnTo>
                    <a:pt x="2030" y="619"/>
                  </a:lnTo>
                  <a:lnTo>
                    <a:pt x="2029" y="607"/>
                  </a:lnTo>
                  <a:lnTo>
                    <a:pt x="2027" y="593"/>
                  </a:lnTo>
                  <a:lnTo>
                    <a:pt x="2029" y="581"/>
                  </a:lnTo>
                  <a:lnTo>
                    <a:pt x="2037" y="563"/>
                  </a:lnTo>
                  <a:lnTo>
                    <a:pt x="2051" y="551"/>
                  </a:lnTo>
                  <a:lnTo>
                    <a:pt x="2065" y="537"/>
                  </a:lnTo>
                  <a:lnTo>
                    <a:pt x="2077" y="523"/>
                  </a:lnTo>
                  <a:lnTo>
                    <a:pt x="2086" y="507"/>
                  </a:lnTo>
                  <a:lnTo>
                    <a:pt x="2081" y="502"/>
                  </a:lnTo>
                  <a:lnTo>
                    <a:pt x="2076" y="497"/>
                  </a:lnTo>
                  <a:lnTo>
                    <a:pt x="2070" y="492"/>
                  </a:lnTo>
                  <a:lnTo>
                    <a:pt x="2057" y="494"/>
                  </a:lnTo>
                  <a:lnTo>
                    <a:pt x="2041" y="495"/>
                  </a:lnTo>
                  <a:lnTo>
                    <a:pt x="2036" y="520"/>
                  </a:lnTo>
                  <a:lnTo>
                    <a:pt x="2027" y="539"/>
                  </a:lnTo>
                  <a:lnTo>
                    <a:pt x="2015" y="555"/>
                  </a:lnTo>
                  <a:lnTo>
                    <a:pt x="2001" y="570"/>
                  </a:lnTo>
                  <a:lnTo>
                    <a:pt x="1988" y="588"/>
                  </a:lnTo>
                  <a:lnTo>
                    <a:pt x="1980" y="609"/>
                  </a:lnTo>
                  <a:lnTo>
                    <a:pt x="1974" y="633"/>
                  </a:lnTo>
                  <a:lnTo>
                    <a:pt x="1985" y="642"/>
                  </a:lnTo>
                  <a:lnTo>
                    <a:pt x="1995" y="652"/>
                  </a:lnTo>
                  <a:lnTo>
                    <a:pt x="2002" y="665"/>
                  </a:lnTo>
                  <a:lnTo>
                    <a:pt x="2006" y="680"/>
                  </a:lnTo>
                  <a:lnTo>
                    <a:pt x="2001" y="682"/>
                  </a:lnTo>
                  <a:lnTo>
                    <a:pt x="1999" y="684"/>
                  </a:lnTo>
                  <a:lnTo>
                    <a:pt x="1997" y="686"/>
                  </a:lnTo>
                  <a:lnTo>
                    <a:pt x="1997" y="686"/>
                  </a:lnTo>
                  <a:lnTo>
                    <a:pt x="1997" y="687"/>
                  </a:lnTo>
                  <a:lnTo>
                    <a:pt x="1995" y="689"/>
                  </a:lnTo>
                  <a:lnTo>
                    <a:pt x="1995" y="693"/>
                  </a:lnTo>
                  <a:lnTo>
                    <a:pt x="1994" y="694"/>
                  </a:lnTo>
                  <a:lnTo>
                    <a:pt x="1971" y="703"/>
                  </a:lnTo>
                  <a:lnTo>
                    <a:pt x="1968" y="724"/>
                  </a:lnTo>
                  <a:lnTo>
                    <a:pt x="1961" y="740"/>
                  </a:lnTo>
                  <a:lnTo>
                    <a:pt x="1954" y="752"/>
                  </a:lnTo>
                  <a:lnTo>
                    <a:pt x="1943" y="762"/>
                  </a:lnTo>
                  <a:lnTo>
                    <a:pt x="1934" y="773"/>
                  </a:lnTo>
                  <a:lnTo>
                    <a:pt x="1926" y="787"/>
                  </a:lnTo>
                  <a:lnTo>
                    <a:pt x="1920" y="787"/>
                  </a:lnTo>
                  <a:lnTo>
                    <a:pt x="1920" y="783"/>
                  </a:lnTo>
                  <a:lnTo>
                    <a:pt x="1906" y="764"/>
                  </a:lnTo>
                  <a:lnTo>
                    <a:pt x="1898" y="743"/>
                  </a:lnTo>
                  <a:lnTo>
                    <a:pt x="1892" y="720"/>
                  </a:lnTo>
                  <a:lnTo>
                    <a:pt x="1882" y="694"/>
                  </a:lnTo>
                  <a:lnTo>
                    <a:pt x="1868" y="701"/>
                  </a:lnTo>
                  <a:lnTo>
                    <a:pt x="1859" y="710"/>
                  </a:lnTo>
                  <a:lnTo>
                    <a:pt x="1849" y="717"/>
                  </a:lnTo>
                  <a:lnTo>
                    <a:pt x="1838" y="722"/>
                  </a:lnTo>
                  <a:lnTo>
                    <a:pt x="1821" y="726"/>
                  </a:lnTo>
                  <a:lnTo>
                    <a:pt x="1819" y="724"/>
                  </a:lnTo>
                  <a:lnTo>
                    <a:pt x="1817" y="724"/>
                  </a:lnTo>
                  <a:lnTo>
                    <a:pt x="1816" y="724"/>
                  </a:lnTo>
                  <a:lnTo>
                    <a:pt x="1814" y="722"/>
                  </a:lnTo>
                  <a:lnTo>
                    <a:pt x="1810" y="722"/>
                  </a:lnTo>
                  <a:lnTo>
                    <a:pt x="1809" y="701"/>
                  </a:lnTo>
                  <a:lnTo>
                    <a:pt x="1807" y="684"/>
                  </a:lnTo>
                  <a:lnTo>
                    <a:pt x="1803" y="670"/>
                  </a:lnTo>
                  <a:lnTo>
                    <a:pt x="1800" y="654"/>
                  </a:lnTo>
                  <a:lnTo>
                    <a:pt x="1798" y="633"/>
                  </a:lnTo>
                  <a:lnTo>
                    <a:pt x="1807" y="624"/>
                  </a:lnTo>
                  <a:lnTo>
                    <a:pt x="1810" y="616"/>
                  </a:lnTo>
                  <a:lnTo>
                    <a:pt x="1812" y="605"/>
                  </a:lnTo>
                  <a:lnTo>
                    <a:pt x="1817" y="591"/>
                  </a:lnTo>
                  <a:lnTo>
                    <a:pt x="1821" y="588"/>
                  </a:lnTo>
                  <a:lnTo>
                    <a:pt x="1826" y="583"/>
                  </a:lnTo>
                  <a:lnTo>
                    <a:pt x="1831" y="577"/>
                  </a:lnTo>
                  <a:lnTo>
                    <a:pt x="1837" y="572"/>
                  </a:lnTo>
                  <a:lnTo>
                    <a:pt x="1840" y="574"/>
                  </a:lnTo>
                  <a:lnTo>
                    <a:pt x="1842" y="576"/>
                  </a:lnTo>
                  <a:lnTo>
                    <a:pt x="1844" y="577"/>
                  </a:lnTo>
                  <a:lnTo>
                    <a:pt x="1845" y="579"/>
                  </a:lnTo>
                  <a:lnTo>
                    <a:pt x="1845" y="579"/>
                  </a:lnTo>
                  <a:lnTo>
                    <a:pt x="1849" y="576"/>
                  </a:lnTo>
                  <a:lnTo>
                    <a:pt x="1851" y="572"/>
                  </a:lnTo>
                  <a:lnTo>
                    <a:pt x="1852" y="569"/>
                  </a:lnTo>
                  <a:lnTo>
                    <a:pt x="1854" y="563"/>
                  </a:lnTo>
                  <a:lnTo>
                    <a:pt x="1856" y="560"/>
                  </a:lnTo>
                  <a:lnTo>
                    <a:pt x="1868" y="553"/>
                  </a:lnTo>
                  <a:lnTo>
                    <a:pt x="1878" y="549"/>
                  </a:lnTo>
                  <a:lnTo>
                    <a:pt x="1887" y="541"/>
                  </a:lnTo>
                  <a:lnTo>
                    <a:pt x="1884" y="539"/>
                  </a:lnTo>
                  <a:lnTo>
                    <a:pt x="1882" y="539"/>
                  </a:lnTo>
                  <a:lnTo>
                    <a:pt x="1880" y="539"/>
                  </a:lnTo>
                  <a:lnTo>
                    <a:pt x="1880" y="537"/>
                  </a:lnTo>
                  <a:lnTo>
                    <a:pt x="1880" y="537"/>
                  </a:lnTo>
                  <a:lnTo>
                    <a:pt x="1880" y="534"/>
                  </a:lnTo>
                  <a:lnTo>
                    <a:pt x="1878" y="530"/>
                  </a:lnTo>
                  <a:lnTo>
                    <a:pt x="1891" y="514"/>
                  </a:lnTo>
                  <a:lnTo>
                    <a:pt x="1903" y="495"/>
                  </a:lnTo>
                  <a:lnTo>
                    <a:pt x="1913" y="473"/>
                  </a:lnTo>
                  <a:lnTo>
                    <a:pt x="1924" y="450"/>
                  </a:lnTo>
                  <a:lnTo>
                    <a:pt x="1934" y="427"/>
                  </a:lnTo>
                  <a:lnTo>
                    <a:pt x="1947" y="406"/>
                  </a:lnTo>
                  <a:lnTo>
                    <a:pt x="1959" y="392"/>
                  </a:lnTo>
                  <a:lnTo>
                    <a:pt x="1974" y="384"/>
                  </a:lnTo>
                  <a:lnTo>
                    <a:pt x="1974" y="370"/>
                  </a:lnTo>
                  <a:lnTo>
                    <a:pt x="1990" y="370"/>
                  </a:lnTo>
                  <a:lnTo>
                    <a:pt x="1999" y="354"/>
                  </a:lnTo>
                  <a:lnTo>
                    <a:pt x="2013" y="343"/>
                  </a:lnTo>
                  <a:lnTo>
                    <a:pt x="2032" y="338"/>
                  </a:lnTo>
                  <a:lnTo>
                    <a:pt x="2034" y="340"/>
                  </a:lnTo>
                  <a:lnTo>
                    <a:pt x="2036" y="340"/>
                  </a:lnTo>
                  <a:lnTo>
                    <a:pt x="2036" y="340"/>
                  </a:lnTo>
                  <a:lnTo>
                    <a:pt x="2037" y="340"/>
                  </a:lnTo>
                  <a:lnTo>
                    <a:pt x="2041" y="342"/>
                  </a:lnTo>
                  <a:lnTo>
                    <a:pt x="2041" y="329"/>
                  </a:lnTo>
                  <a:lnTo>
                    <a:pt x="2046" y="329"/>
                  </a:lnTo>
                  <a:lnTo>
                    <a:pt x="2050" y="329"/>
                  </a:lnTo>
                  <a:lnTo>
                    <a:pt x="2053" y="329"/>
                  </a:lnTo>
                  <a:lnTo>
                    <a:pt x="2055" y="329"/>
                  </a:lnTo>
                  <a:lnTo>
                    <a:pt x="2057" y="331"/>
                  </a:lnTo>
                  <a:lnTo>
                    <a:pt x="2058" y="331"/>
                  </a:lnTo>
                  <a:lnTo>
                    <a:pt x="2064" y="335"/>
                  </a:lnTo>
                  <a:lnTo>
                    <a:pt x="2070" y="321"/>
                  </a:lnTo>
                  <a:lnTo>
                    <a:pt x="2081" y="312"/>
                  </a:lnTo>
                  <a:lnTo>
                    <a:pt x="2093" y="309"/>
                  </a:lnTo>
                  <a:lnTo>
                    <a:pt x="2109" y="305"/>
                  </a:lnTo>
                  <a:lnTo>
                    <a:pt x="2125" y="303"/>
                  </a:lnTo>
                  <a:lnTo>
                    <a:pt x="2132" y="310"/>
                  </a:lnTo>
                  <a:lnTo>
                    <a:pt x="2140" y="314"/>
                  </a:lnTo>
                  <a:lnTo>
                    <a:pt x="2147" y="315"/>
                  </a:lnTo>
                  <a:lnTo>
                    <a:pt x="2154" y="317"/>
                  </a:lnTo>
                  <a:lnTo>
                    <a:pt x="2160" y="324"/>
                  </a:lnTo>
                  <a:lnTo>
                    <a:pt x="2163" y="338"/>
                  </a:lnTo>
                  <a:lnTo>
                    <a:pt x="2161" y="340"/>
                  </a:lnTo>
                  <a:lnTo>
                    <a:pt x="2160" y="342"/>
                  </a:lnTo>
                  <a:lnTo>
                    <a:pt x="2158" y="342"/>
                  </a:lnTo>
                  <a:lnTo>
                    <a:pt x="2158" y="343"/>
                  </a:lnTo>
                  <a:lnTo>
                    <a:pt x="2156" y="345"/>
                  </a:lnTo>
                  <a:lnTo>
                    <a:pt x="2156" y="349"/>
                  </a:lnTo>
                  <a:lnTo>
                    <a:pt x="2158" y="352"/>
                  </a:lnTo>
                  <a:lnTo>
                    <a:pt x="2160" y="352"/>
                  </a:lnTo>
                  <a:lnTo>
                    <a:pt x="2161" y="354"/>
                  </a:lnTo>
                  <a:lnTo>
                    <a:pt x="2163" y="357"/>
                  </a:lnTo>
                  <a:lnTo>
                    <a:pt x="2175" y="352"/>
                  </a:lnTo>
                  <a:lnTo>
                    <a:pt x="2182" y="350"/>
                  </a:lnTo>
                  <a:lnTo>
                    <a:pt x="2187" y="350"/>
                  </a:lnTo>
                  <a:lnTo>
                    <a:pt x="2189" y="354"/>
                  </a:lnTo>
                  <a:lnTo>
                    <a:pt x="2191" y="359"/>
                  </a:lnTo>
                  <a:lnTo>
                    <a:pt x="2196" y="364"/>
                  </a:lnTo>
                  <a:lnTo>
                    <a:pt x="2201" y="370"/>
                  </a:lnTo>
                  <a:lnTo>
                    <a:pt x="2233" y="373"/>
                  </a:lnTo>
                  <a:lnTo>
                    <a:pt x="2245" y="380"/>
                  </a:lnTo>
                  <a:lnTo>
                    <a:pt x="2259" y="391"/>
                  </a:lnTo>
                  <a:lnTo>
                    <a:pt x="2273" y="405"/>
                  </a:lnTo>
                  <a:lnTo>
                    <a:pt x="2285" y="420"/>
                  </a:lnTo>
                  <a:lnTo>
                    <a:pt x="2296" y="436"/>
                  </a:lnTo>
                  <a:lnTo>
                    <a:pt x="2299" y="452"/>
                  </a:lnTo>
                  <a:lnTo>
                    <a:pt x="2297" y="467"/>
                  </a:lnTo>
                  <a:lnTo>
                    <a:pt x="2285" y="480"/>
                  </a:lnTo>
                  <a:lnTo>
                    <a:pt x="2269" y="488"/>
                  </a:lnTo>
                  <a:lnTo>
                    <a:pt x="2252" y="488"/>
                  </a:lnTo>
                  <a:lnTo>
                    <a:pt x="2236" y="481"/>
                  </a:lnTo>
                  <a:lnTo>
                    <a:pt x="2222" y="474"/>
                  </a:lnTo>
                  <a:lnTo>
                    <a:pt x="2208" y="469"/>
                  </a:lnTo>
                  <a:lnTo>
                    <a:pt x="2210" y="481"/>
                  </a:lnTo>
                  <a:lnTo>
                    <a:pt x="2212" y="497"/>
                  </a:lnTo>
                  <a:lnTo>
                    <a:pt x="2214" y="514"/>
                  </a:lnTo>
                  <a:lnTo>
                    <a:pt x="2217" y="528"/>
                  </a:lnTo>
                  <a:lnTo>
                    <a:pt x="2221" y="537"/>
                  </a:lnTo>
                  <a:lnTo>
                    <a:pt x="2224" y="542"/>
                  </a:lnTo>
                  <a:lnTo>
                    <a:pt x="2229" y="544"/>
                  </a:lnTo>
                  <a:lnTo>
                    <a:pt x="2233" y="548"/>
                  </a:lnTo>
                  <a:lnTo>
                    <a:pt x="2240" y="549"/>
                  </a:lnTo>
                  <a:lnTo>
                    <a:pt x="2238" y="537"/>
                  </a:lnTo>
                  <a:lnTo>
                    <a:pt x="2236" y="528"/>
                  </a:lnTo>
                  <a:lnTo>
                    <a:pt x="2236" y="518"/>
                  </a:lnTo>
                  <a:lnTo>
                    <a:pt x="2240" y="518"/>
                  </a:lnTo>
                  <a:lnTo>
                    <a:pt x="2240" y="514"/>
                  </a:lnTo>
                  <a:lnTo>
                    <a:pt x="2252" y="521"/>
                  </a:lnTo>
                  <a:lnTo>
                    <a:pt x="2264" y="528"/>
                  </a:lnTo>
                  <a:lnTo>
                    <a:pt x="2278" y="534"/>
                  </a:lnTo>
                  <a:lnTo>
                    <a:pt x="2280" y="530"/>
                  </a:lnTo>
                  <a:lnTo>
                    <a:pt x="2282" y="527"/>
                  </a:lnTo>
                  <a:lnTo>
                    <a:pt x="2283" y="525"/>
                  </a:lnTo>
                  <a:lnTo>
                    <a:pt x="2285" y="520"/>
                  </a:lnTo>
                  <a:lnTo>
                    <a:pt x="2285" y="514"/>
                  </a:lnTo>
                  <a:lnTo>
                    <a:pt x="2283" y="513"/>
                  </a:lnTo>
                  <a:lnTo>
                    <a:pt x="2282" y="511"/>
                  </a:lnTo>
                  <a:lnTo>
                    <a:pt x="2280" y="509"/>
                  </a:lnTo>
                  <a:lnTo>
                    <a:pt x="2280" y="507"/>
                  </a:lnTo>
                  <a:lnTo>
                    <a:pt x="2280" y="504"/>
                  </a:lnTo>
                  <a:lnTo>
                    <a:pt x="2278" y="499"/>
                  </a:lnTo>
                  <a:lnTo>
                    <a:pt x="2294" y="492"/>
                  </a:lnTo>
                  <a:lnTo>
                    <a:pt x="2304" y="481"/>
                  </a:lnTo>
                  <a:lnTo>
                    <a:pt x="2313" y="469"/>
                  </a:lnTo>
                  <a:lnTo>
                    <a:pt x="2318" y="471"/>
                  </a:lnTo>
                  <a:lnTo>
                    <a:pt x="2325" y="473"/>
                  </a:lnTo>
                  <a:lnTo>
                    <a:pt x="2332" y="474"/>
                  </a:lnTo>
                  <a:lnTo>
                    <a:pt x="2339" y="476"/>
                  </a:lnTo>
                  <a:lnTo>
                    <a:pt x="2336" y="438"/>
                  </a:lnTo>
                  <a:lnTo>
                    <a:pt x="2329" y="396"/>
                  </a:lnTo>
                  <a:lnTo>
                    <a:pt x="2358" y="396"/>
                  </a:lnTo>
                  <a:lnTo>
                    <a:pt x="2365" y="403"/>
                  </a:lnTo>
                  <a:lnTo>
                    <a:pt x="2372" y="413"/>
                  </a:lnTo>
                  <a:lnTo>
                    <a:pt x="2378" y="422"/>
                  </a:lnTo>
                  <a:lnTo>
                    <a:pt x="2378" y="431"/>
                  </a:lnTo>
                  <a:lnTo>
                    <a:pt x="2374" y="432"/>
                  </a:lnTo>
                  <a:lnTo>
                    <a:pt x="2372" y="432"/>
                  </a:lnTo>
                  <a:lnTo>
                    <a:pt x="2369" y="434"/>
                  </a:lnTo>
                  <a:lnTo>
                    <a:pt x="2362" y="434"/>
                  </a:lnTo>
                  <a:lnTo>
                    <a:pt x="2362" y="453"/>
                  </a:lnTo>
                  <a:lnTo>
                    <a:pt x="2367" y="455"/>
                  </a:lnTo>
                  <a:lnTo>
                    <a:pt x="2369" y="457"/>
                  </a:lnTo>
                  <a:lnTo>
                    <a:pt x="2372" y="459"/>
                  </a:lnTo>
                  <a:lnTo>
                    <a:pt x="2376" y="460"/>
                  </a:lnTo>
                  <a:lnTo>
                    <a:pt x="2381" y="460"/>
                  </a:lnTo>
                  <a:lnTo>
                    <a:pt x="2383" y="460"/>
                  </a:lnTo>
                  <a:lnTo>
                    <a:pt x="2385" y="459"/>
                  </a:lnTo>
                  <a:lnTo>
                    <a:pt x="2385" y="459"/>
                  </a:lnTo>
                  <a:lnTo>
                    <a:pt x="2386" y="459"/>
                  </a:lnTo>
                  <a:lnTo>
                    <a:pt x="2390" y="457"/>
                  </a:lnTo>
                  <a:lnTo>
                    <a:pt x="2392" y="452"/>
                  </a:lnTo>
                  <a:lnTo>
                    <a:pt x="2392" y="448"/>
                  </a:lnTo>
                  <a:lnTo>
                    <a:pt x="2392" y="443"/>
                  </a:lnTo>
                  <a:lnTo>
                    <a:pt x="2392" y="439"/>
                  </a:lnTo>
                  <a:lnTo>
                    <a:pt x="2390" y="434"/>
                  </a:lnTo>
                  <a:lnTo>
                    <a:pt x="2402" y="418"/>
                  </a:lnTo>
                  <a:lnTo>
                    <a:pt x="2416" y="405"/>
                  </a:lnTo>
                  <a:lnTo>
                    <a:pt x="2428" y="389"/>
                  </a:lnTo>
                  <a:lnTo>
                    <a:pt x="2434" y="387"/>
                  </a:lnTo>
                  <a:lnTo>
                    <a:pt x="2439" y="387"/>
                  </a:lnTo>
                  <a:lnTo>
                    <a:pt x="2441" y="385"/>
                  </a:lnTo>
                  <a:lnTo>
                    <a:pt x="2444" y="387"/>
                  </a:lnTo>
                  <a:lnTo>
                    <a:pt x="2448" y="389"/>
                  </a:lnTo>
                  <a:lnTo>
                    <a:pt x="2449" y="392"/>
                  </a:lnTo>
                  <a:lnTo>
                    <a:pt x="2451" y="396"/>
                  </a:lnTo>
                  <a:lnTo>
                    <a:pt x="2453" y="398"/>
                  </a:lnTo>
                  <a:lnTo>
                    <a:pt x="2454" y="401"/>
                  </a:lnTo>
                  <a:lnTo>
                    <a:pt x="2458" y="403"/>
                  </a:lnTo>
                  <a:lnTo>
                    <a:pt x="2458" y="399"/>
                  </a:lnTo>
                  <a:lnTo>
                    <a:pt x="2461" y="396"/>
                  </a:lnTo>
                  <a:lnTo>
                    <a:pt x="2463" y="392"/>
                  </a:lnTo>
                  <a:lnTo>
                    <a:pt x="2465" y="389"/>
                  </a:lnTo>
                  <a:lnTo>
                    <a:pt x="2465" y="384"/>
                  </a:lnTo>
                  <a:lnTo>
                    <a:pt x="2467" y="377"/>
                  </a:lnTo>
                  <a:lnTo>
                    <a:pt x="2482" y="377"/>
                  </a:lnTo>
                  <a:lnTo>
                    <a:pt x="2496" y="380"/>
                  </a:lnTo>
                  <a:lnTo>
                    <a:pt x="2509" y="384"/>
                  </a:lnTo>
                  <a:lnTo>
                    <a:pt x="2500" y="391"/>
                  </a:lnTo>
                  <a:lnTo>
                    <a:pt x="2491" y="396"/>
                  </a:lnTo>
                  <a:lnTo>
                    <a:pt x="2484" y="401"/>
                  </a:lnTo>
                  <a:lnTo>
                    <a:pt x="2477" y="411"/>
                  </a:lnTo>
                  <a:lnTo>
                    <a:pt x="2486" y="411"/>
                  </a:lnTo>
                  <a:lnTo>
                    <a:pt x="2491" y="406"/>
                  </a:lnTo>
                  <a:lnTo>
                    <a:pt x="2503" y="401"/>
                  </a:lnTo>
                  <a:lnTo>
                    <a:pt x="2516" y="396"/>
                  </a:lnTo>
                  <a:lnTo>
                    <a:pt x="2526" y="392"/>
                  </a:lnTo>
                  <a:lnTo>
                    <a:pt x="2537" y="389"/>
                  </a:lnTo>
                  <a:lnTo>
                    <a:pt x="2540" y="389"/>
                  </a:lnTo>
                  <a:lnTo>
                    <a:pt x="2542" y="391"/>
                  </a:lnTo>
                  <a:lnTo>
                    <a:pt x="2545" y="394"/>
                  </a:lnTo>
                  <a:lnTo>
                    <a:pt x="2547" y="396"/>
                  </a:lnTo>
                  <a:lnTo>
                    <a:pt x="2549" y="398"/>
                  </a:lnTo>
                  <a:lnTo>
                    <a:pt x="2552" y="398"/>
                  </a:lnTo>
                  <a:lnTo>
                    <a:pt x="2559" y="399"/>
                  </a:lnTo>
                  <a:lnTo>
                    <a:pt x="2561" y="396"/>
                  </a:lnTo>
                  <a:lnTo>
                    <a:pt x="2563" y="392"/>
                  </a:lnTo>
                  <a:lnTo>
                    <a:pt x="2564" y="391"/>
                  </a:lnTo>
                  <a:lnTo>
                    <a:pt x="2564" y="387"/>
                  </a:lnTo>
                  <a:lnTo>
                    <a:pt x="2566" y="382"/>
                  </a:lnTo>
                  <a:lnTo>
                    <a:pt x="2566" y="377"/>
                  </a:lnTo>
                  <a:lnTo>
                    <a:pt x="2563" y="373"/>
                  </a:lnTo>
                  <a:lnTo>
                    <a:pt x="2561" y="370"/>
                  </a:lnTo>
                  <a:lnTo>
                    <a:pt x="2559" y="366"/>
                  </a:lnTo>
                  <a:lnTo>
                    <a:pt x="2559" y="361"/>
                  </a:lnTo>
                  <a:lnTo>
                    <a:pt x="2559" y="354"/>
                  </a:lnTo>
                  <a:lnTo>
                    <a:pt x="2564" y="350"/>
                  </a:lnTo>
                  <a:lnTo>
                    <a:pt x="2568" y="347"/>
                  </a:lnTo>
                  <a:lnTo>
                    <a:pt x="2571" y="345"/>
                  </a:lnTo>
                  <a:lnTo>
                    <a:pt x="2578" y="342"/>
                  </a:lnTo>
                  <a:lnTo>
                    <a:pt x="2582" y="343"/>
                  </a:lnTo>
                  <a:lnTo>
                    <a:pt x="2587" y="345"/>
                  </a:lnTo>
                  <a:lnTo>
                    <a:pt x="2594" y="345"/>
                  </a:lnTo>
                  <a:lnTo>
                    <a:pt x="2601" y="345"/>
                  </a:lnTo>
                  <a:lnTo>
                    <a:pt x="2610" y="356"/>
                  </a:lnTo>
                  <a:lnTo>
                    <a:pt x="2622" y="368"/>
                  </a:lnTo>
                  <a:lnTo>
                    <a:pt x="2640" y="380"/>
                  </a:lnTo>
                  <a:lnTo>
                    <a:pt x="2655" y="392"/>
                  </a:lnTo>
                  <a:lnTo>
                    <a:pt x="2669" y="399"/>
                  </a:lnTo>
                  <a:lnTo>
                    <a:pt x="2678" y="403"/>
                  </a:lnTo>
                  <a:lnTo>
                    <a:pt x="2680" y="401"/>
                  </a:lnTo>
                  <a:lnTo>
                    <a:pt x="2680" y="401"/>
                  </a:lnTo>
                  <a:lnTo>
                    <a:pt x="2680" y="399"/>
                  </a:lnTo>
                  <a:lnTo>
                    <a:pt x="2680" y="399"/>
                  </a:lnTo>
                  <a:lnTo>
                    <a:pt x="2681" y="396"/>
                  </a:lnTo>
                  <a:lnTo>
                    <a:pt x="2676" y="391"/>
                  </a:lnTo>
                  <a:lnTo>
                    <a:pt x="2673" y="387"/>
                  </a:lnTo>
                  <a:lnTo>
                    <a:pt x="2671" y="382"/>
                  </a:lnTo>
                  <a:lnTo>
                    <a:pt x="2667" y="377"/>
                  </a:lnTo>
                  <a:lnTo>
                    <a:pt x="2666" y="370"/>
                  </a:lnTo>
                  <a:lnTo>
                    <a:pt x="2650" y="370"/>
                  </a:lnTo>
                  <a:lnTo>
                    <a:pt x="2652" y="349"/>
                  </a:lnTo>
                  <a:lnTo>
                    <a:pt x="2648" y="333"/>
                  </a:lnTo>
                  <a:lnTo>
                    <a:pt x="2646" y="319"/>
                  </a:lnTo>
                  <a:lnTo>
                    <a:pt x="2643" y="300"/>
                  </a:lnTo>
                  <a:lnTo>
                    <a:pt x="2653" y="293"/>
                  </a:lnTo>
                  <a:lnTo>
                    <a:pt x="2660" y="284"/>
                  </a:lnTo>
                  <a:lnTo>
                    <a:pt x="2664" y="274"/>
                  </a:lnTo>
                  <a:lnTo>
                    <a:pt x="2667" y="261"/>
                  </a:lnTo>
                  <a:lnTo>
                    <a:pt x="2671" y="251"/>
                  </a:lnTo>
                  <a:lnTo>
                    <a:pt x="2676" y="240"/>
                  </a:lnTo>
                  <a:lnTo>
                    <a:pt x="2683" y="232"/>
                  </a:lnTo>
                  <a:lnTo>
                    <a:pt x="2692" y="226"/>
                  </a:lnTo>
                  <a:lnTo>
                    <a:pt x="2708" y="225"/>
                  </a:lnTo>
                  <a:lnTo>
                    <a:pt x="2727" y="226"/>
                  </a:lnTo>
                  <a:lnTo>
                    <a:pt x="2732" y="235"/>
                  </a:lnTo>
                  <a:lnTo>
                    <a:pt x="2739" y="242"/>
                  </a:lnTo>
                  <a:lnTo>
                    <a:pt x="2737" y="256"/>
                  </a:lnTo>
                  <a:lnTo>
                    <a:pt x="2734" y="270"/>
                  </a:lnTo>
                  <a:lnTo>
                    <a:pt x="2730" y="282"/>
                  </a:lnTo>
                  <a:lnTo>
                    <a:pt x="2729" y="293"/>
                  </a:lnTo>
                  <a:lnTo>
                    <a:pt x="2727" y="300"/>
                  </a:lnTo>
                  <a:lnTo>
                    <a:pt x="2730" y="309"/>
                  </a:lnTo>
                  <a:lnTo>
                    <a:pt x="2736" y="321"/>
                  </a:lnTo>
                  <a:lnTo>
                    <a:pt x="2739" y="335"/>
                  </a:lnTo>
                  <a:lnTo>
                    <a:pt x="2742" y="345"/>
                  </a:lnTo>
                  <a:lnTo>
                    <a:pt x="2742" y="357"/>
                  </a:lnTo>
                  <a:lnTo>
                    <a:pt x="2739" y="368"/>
                  </a:lnTo>
                  <a:lnTo>
                    <a:pt x="2736" y="377"/>
                  </a:lnTo>
                  <a:lnTo>
                    <a:pt x="2736" y="384"/>
                  </a:lnTo>
                  <a:lnTo>
                    <a:pt x="2737" y="389"/>
                  </a:lnTo>
                  <a:lnTo>
                    <a:pt x="2739" y="392"/>
                  </a:lnTo>
                  <a:lnTo>
                    <a:pt x="2742" y="396"/>
                  </a:lnTo>
                  <a:lnTo>
                    <a:pt x="2746" y="399"/>
                  </a:lnTo>
                  <a:lnTo>
                    <a:pt x="2748" y="405"/>
                  </a:lnTo>
                  <a:lnTo>
                    <a:pt x="2751" y="411"/>
                  </a:lnTo>
                  <a:lnTo>
                    <a:pt x="2746" y="422"/>
                  </a:lnTo>
                  <a:lnTo>
                    <a:pt x="2742" y="434"/>
                  </a:lnTo>
                  <a:lnTo>
                    <a:pt x="2742" y="450"/>
                  </a:lnTo>
                  <a:lnTo>
                    <a:pt x="2737" y="453"/>
                  </a:lnTo>
                  <a:lnTo>
                    <a:pt x="2734" y="457"/>
                  </a:lnTo>
                  <a:lnTo>
                    <a:pt x="2729" y="459"/>
                  </a:lnTo>
                  <a:lnTo>
                    <a:pt x="2723" y="462"/>
                  </a:lnTo>
                  <a:lnTo>
                    <a:pt x="2716" y="464"/>
                  </a:lnTo>
                  <a:lnTo>
                    <a:pt x="2716" y="469"/>
                  </a:lnTo>
                  <a:lnTo>
                    <a:pt x="2736" y="469"/>
                  </a:lnTo>
                  <a:lnTo>
                    <a:pt x="2737" y="467"/>
                  </a:lnTo>
                  <a:lnTo>
                    <a:pt x="2737" y="467"/>
                  </a:lnTo>
                  <a:lnTo>
                    <a:pt x="2739" y="466"/>
                  </a:lnTo>
                  <a:lnTo>
                    <a:pt x="2739" y="466"/>
                  </a:lnTo>
                  <a:lnTo>
                    <a:pt x="2742" y="464"/>
                  </a:lnTo>
                  <a:lnTo>
                    <a:pt x="2749" y="452"/>
                  </a:lnTo>
                  <a:lnTo>
                    <a:pt x="2756" y="438"/>
                  </a:lnTo>
                  <a:lnTo>
                    <a:pt x="2762" y="427"/>
                  </a:lnTo>
                  <a:lnTo>
                    <a:pt x="2765" y="410"/>
                  </a:lnTo>
                  <a:lnTo>
                    <a:pt x="2762" y="394"/>
                  </a:lnTo>
                  <a:lnTo>
                    <a:pt x="2760" y="378"/>
                  </a:lnTo>
                  <a:lnTo>
                    <a:pt x="2758" y="364"/>
                  </a:lnTo>
                  <a:lnTo>
                    <a:pt x="2777" y="364"/>
                  </a:lnTo>
                  <a:lnTo>
                    <a:pt x="2795" y="364"/>
                  </a:lnTo>
                  <a:lnTo>
                    <a:pt x="2812" y="370"/>
                  </a:lnTo>
                  <a:lnTo>
                    <a:pt x="2812" y="364"/>
                  </a:lnTo>
                  <a:lnTo>
                    <a:pt x="2795" y="357"/>
                  </a:lnTo>
                  <a:lnTo>
                    <a:pt x="2774" y="349"/>
                  </a:lnTo>
                  <a:lnTo>
                    <a:pt x="2755" y="342"/>
                  </a:lnTo>
                  <a:lnTo>
                    <a:pt x="2751" y="324"/>
                  </a:lnTo>
                  <a:lnTo>
                    <a:pt x="2746" y="312"/>
                  </a:lnTo>
                  <a:lnTo>
                    <a:pt x="2741" y="302"/>
                  </a:lnTo>
                  <a:lnTo>
                    <a:pt x="2736" y="288"/>
                  </a:lnTo>
                  <a:lnTo>
                    <a:pt x="2758" y="268"/>
                  </a:lnTo>
                  <a:lnTo>
                    <a:pt x="2758" y="235"/>
                  </a:lnTo>
                  <a:lnTo>
                    <a:pt x="2762" y="235"/>
                  </a:lnTo>
                  <a:lnTo>
                    <a:pt x="2765" y="235"/>
                  </a:lnTo>
                  <a:lnTo>
                    <a:pt x="2767" y="235"/>
                  </a:lnTo>
                  <a:lnTo>
                    <a:pt x="2767" y="237"/>
                  </a:lnTo>
                  <a:lnTo>
                    <a:pt x="2770" y="239"/>
                  </a:lnTo>
                  <a:lnTo>
                    <a:pt x="2774" y="249"/>
                  </a:lnTo>
                  <a:lnTo>
                    <a:pt x="2777" y="260"/>
                  </a:lnTo>
                  <a:lnTo>
                    <a:pt x="2784" y="268"/>
                  </a:lnTo>
                  <a:lnTo>
                    <a:pt x="2797" y="261"/>
                  </a:lnTo>
                  <a:lnTo>
                    <a:pt x="2812" y="258"/>
                  </a:lnTo>
                  <a:lnTo>
                    <a:pt x="2832" y="258"/>
                  </a:lnTo>
                  <a:lnTo>
                    <a:pt x="2842" y="272"/>
                  </a:lnTo>
                  <a:lnTo>
                    <a:pt x="2858" y="286"/>
                  </a:lnTo>
                  <a:lnTo>
                    <a:pt x="2873" y="296"/>
                  </a:lnTo>
                  <a:lnTo>
                    <a:pt x="2873" y="288"/>
                  </a:lnTo>
                  <a:lnTo>
                    <a:pt x="2861" y="275"/>
                  </a:lnTo>
                  <a:lnTo>
                    <a:pt x="2852" y="260"/>
                  </a:lnTo>
                  <a:lnTo>
                    <a:pt x="2847" y="240"/>
                  </a:lnTo>
                  <a:lnTo>
                    <a:pt x="2842" y="221"/>
                  </a:lnTo>
                  <a:lnTo>
                    <a:pt x="2838" y="200"/>
                  </a:lnTo>
                  <a:lnTo>
                    <a:pt x="2861" y="193"/>
                  </a:lnTo>
                  <a:lnTo>
                    <a:pt x="2886" y="188"/>
                  </a:lnTo>
                  <a:lnTo>
                    <a:pt x="2893" y="204"/>
                  </a:lnTo>
                  <a:lnTo>
                    <a:pt x="2896" y="204"/>
                  </a:lnTo>
                  <a:lnTo>
                    <a:pt x="2900" y="188"/>
                  </a:lnTo>
                  <a:lnTo>
                    <a:pt x="2903" y="171"/>
                  </a:lnTo>
                  <a:lnTo>
                    <a:pt x="2908" y="153"/>
                  </a:lnTo>
                  <a:lnTo>
                    <a:pt x="2924" y="144"/>
                  </a:lnTo>
                  <a:lnTo>
                    <a:pt x="2936" y="134"/>
                  </a:lnTo>
                  <a:lnTo>
                    <a:pt x="2950" y="123"/>
                  </a:lnTo>
                  <a:lnTo>
                    <a:pt x="2964" y="117"/>
                  </a:lnTo>
                  <a:lnTo>
                    <a:pt x="2980" y="111"/>
                  </a:lnTo>
                  <a:lnTo>
                    <a:pt x="3001" y="111"/>
                  </a:lnTo>
                  <a:lnTo>
                    <a:pt x="3003" y="104"/>
                  </a:lnTo>
                  <a:lnTo>
                    <a:pt x="3006" y="99"/>
                  </a:lnTo>
                  <a:lnTo>
                    <a:pt x="3008" y="94"/>
                  </a:lnTo>
                  <a:lnTo>
                    <a:pt x="3011" y="89"/>
                  </a:lnTo>
                  <a:lnTo>
                    <a:pt x="3022" y="89"/>
                  </a:lnTo>
                  <a:lnTo>
                    <a:pt x="3036" y="89"/>
                  </a:lnTo>
                  <a:lnTo>
                    <a:pt x="3050" y="89"/>
                  </a:lnTo>
                  <a:lnTo>
                    <a:pt x="3060" y="89"/>
                  </a:lnTo>
                  <a:lnTo>
                    <a:pt x="3065" y="89"/>
                  </a:lnTo>
                  <a:lnTo>
                    <a:pt x="3072" y="83"/>
                  </a:lnTo>
                  <a:lnTo>
                    <a:pt x="3079" y="78"/>
                  </a:lnTo>
                  <a:lnTo>
                    <a:pt x="3086" y="71"/>
                  </a:lnTo>
                  <a:lnTo>
                    <a:pt x="3092" y="66"/>
                  </a:lnTo>
                  <a:lnTo>
                    <a:pt x="3097" y="68"/>
                  </a:lnTo>
                  <a:lnTo>
                    <a:pt x="3100" y="68"/>
                  </a:lnTo>
                  <a:lnTo>
                    <a:pt x="3106" y="69"/>
                  </a:lnTo>
                  <a:lnTo>
                    <a:pt x="3111" y="69"/>
                  </a:lnTo>
                  <a:lnTo>
                    <a:pt x="3111" y="50"/>
                  </a:lnTo>
                  <a:lnTo>
                    <a:pt x="3126" y="43"/>
                  </a:lnTo>
                  <a:lnTo>
                    <a:pt x="3139" y="36"/>
                  </a:lnTo>
                  <a:lnTo>
                    <a:pt x="3151" y="27"/>
                  </a:lnTo>
                  <a:lnTo>
                    <a:pt x="3161" y="17"/>
                  </a:lnTo>
                  <a:lnTo>
                    <a:pt x="3165" y="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313" name="Freeform 11">
              <a:extLst>
                <a:ext uri="{FF2B5EF4-FFF2-40B4-BE49-F238E27FC236}">
                  <a16:creationId xmlns:a16="http://schemas.microsoft.com/office/drawing/2014/main" id="{16C5CE6A-9EF4-409A-BF3F-AAC074D34C43}"/>
                </a:ext>
              </a:extLst>
            </p:cNvPr>
            <p:cNvSpPr>
              <a:spLocks noEditPoints="1"/>
            </p:cNvSpPr>
            <p:nvPr/>
          </p:nvSpPr>
          <p:spPr bwMode="auto">
            <a:xfrm>
              <a:off x="2097088" y="1382713"/>
              <a:ext cx="4552950" cy="1549400"/>
            </a:xfrm>
            <a:custGeom>
              <a:avLst/>
              <a:gdLst>
                <a:gd name="T0" fmla="*/ 0 w 2868"/>
                <a:gd name="T1" fmla="*/ 276 h 976"/>
                <a:gd name="T2" fmla="*/ 1210 w 2868"/>
                <a:gd name="T3" fmla="*/ 237 h 976"/>
                <a:gd name="T4" fmla="*/ 1742 w 2868"/>
                <a:gd name="T5" fmla="*/ 276 h 976"/>
                <a:gd name="T6" fmla="*/ 2863 w 2868"/>
                <a:gd name="T7" fmla="*/ 190 h 976"/>
                <a:gd name="T8" fmla="*/ 2804 w 2868"/>
                <a:gd name="T9" fmla="*/ 223 h 976"/>
                <a:gd name="T10" fmla="*/ 194 w 2868"/>
                <a:gd name="T11" fmla="*/ 279 h 976"/>
                <a:gd name="T12" fmla="*/ 98 w 2868"/>
                <a:gd name="T13" fmla="*/ 202 h 976"/>
                <a:gd name="T14" fmla="*/ 138 w 2868"/>
                <a:gd name="T15" fmla="*/ 150 h 976"/>
                <a:gd name="T16" fmla="*/ 1685 w 2868"/>
                <a:gd name="T17" fmla="*/ 166 h 976"/>
                <a:gd name="T18" fmla="*/ 1631 w 2868"/>
                <a:gd name="T19" fmla="*/ 295 h 976"/>
                <a:gd name="T20" fmla="*/ 1620 w 2868"/>
                <a:gd name="T21" fmla="*/ 218 h 976"/>
                <a:gd name="T22" fmla="*/ 1569 w 2868"/>
                <a:gd name="T23" fmla="*/ 159 h 976"/>
                <a:gd name="T24" fmla="*/ 1632 w 2868"/>
                <a:gd name="T25" fmla="*/ 157 h 976"/>
                <a:gd name="T26" fmla="*/ 2615 w 2868"/>
                <a:gd name="T27" fmla="*/ 120 h 976"/>
                <a:gd name="T28" fmla="*/ 2090 w 2868"/>
                <a:gd name="T29" fmla="*/ 120 h 976"/>
                <a:gd name="T30" fmla="*/ 2739 w 2868"/>
                <a:gd name="T31" fmla="*/ 87 h 976"/>
                <a:gd name="T32" fmla="*/ 2765 w 2868"/>
                <a:gd name="T33" fmla="*/ 195 h 976"/>
                <a:gd name="T34" fmla="*/ 2704 w 2868"/>
                <a:gd name="T35" fmla="*/ 92 h 976"/>
                <a:gd name="T36" fmla="*/ 2158 w 2868"/>
                <a:gd name="T37" fmla="*/ 99 h 976"/>
                <a:gd name="T38" fmla="*/ 1786 w 2868"/>
                <a:gd name="T39" fmla="*/ 89 h 976"/>
                <a:gd name="T40" fmla="*/ 1681 w 2868"/>
                <a:gd name="T41" fmla="*/ 89 h 976"/>
                <a:gd name="T42" fmla="*/ 2186 w 2868"/>
                <a:gd name="T43" fmla="*/ 45 h 976"/>
                <a:gd name="T44" fmla="*/ 596 w 2868"/>
                <a:gd name="T45" fmla="*/ 92 h 976"/>
                <a:gd name="T46" fmla="*/ 384 w 2868"/>
                <a:gd name="T47" fmla="*/ 253 h 976"/>
                <a:gd name="T48" fmla="*/ 330 w 2868"/>
                <a:gd name="T49" fmla="*/ 316 h 976"/>
                <a:gd name="T50" fmla="*/ 321 w 2868"/>
                <a:gd name="T51" fmla="*/ 361 h 976"/>
                <a:gd name="T52" fmla="*/ 205 w 2868"/>
                <a:gd name="T53" fmla="*/ 335 h 976"/>
                <a:gd name="T54" fmla="*/ 253 w 2868"/>
                <a:gd name="T55" fmla="*/ 248 h 976"/>
                <a:gd name="T56" fmla="*/ 304 w 2868"/>
                <a:gd name="T57" fmla="*/ 197 h 976"/>
                <a:gd name="T58" fmla="*/ 311 w 2868"/>
                <a:gd name="T59" fmla="*/ 188 h 976"/>
                <a:gd name="T60" fmla="*/ 192 w 2868"/>
                <a:gd name="T61" fmla="*/ 168 h 976"/>
                <a:gd name="T62" fmla="*/ 161 w 2868"/>
                <a:gd name="T63" fmla="*/ 131 h 976"/>
                <a:gd name="T64" fmla="*/ 253 w 2868"/>
                <a:gd name="T65" fmla="*/ 92 h 976"/>
                <a:gd name="T66" fmla="*/ 323 w 2868"/>
                <a:gd name="T67" fmla="*/ 77 h 976"/>
                <a:gd name="T68" fmla="*/ 2107 w 2868"/>
                <a:gd name="T69" fmla="*/ 80 h 976"/>
                <a:gd name="T70" fmla="*/ 2090 w 2868"/>
                <a:gd name="T71" fmla="*/ 59 h 976"/>
                <a:gd name="T72" fmla="*/ 2147 w 2868"/>
                <a:gd name="T73" fmla="*/ 30 h 976"/>
                <a:gd name="T74" fmla="*/ 1048 w 2868"/>
                <a:gd name="T75" fmla="*/ 73 h 976"/>
                <a:gd name="T76" fmla="*/ 1076 w 2868"/>
                <a:gd name="T77" fmla="*/ 131 h 976"/>
                <a:gd name="T78" fmla="*/ 1294 w 2868"/>
                <a:gd name="T79" fmla="*/ 147 h 976"/>
                <a:gd name="T80" fmla="*/ 1196 w 2868"/>
                <a:gd name="T81" fmla="*/ 243 h 976"/>
                <a:gd name="T82" fmla="*/ 1224 w 2868"/>
                <a:gd name="T83" fmla="*/ 353 h 976"/>
                <a:gd name="T84" fmla="*/ 1198 w 2868"/>
                <a:gd name="T85" fmla="*/ 415 h 976"/>
                <a:gd name="T86" fmla="*/ 1192 w 2868"/>
                <a:gd name="T87" fmla="*/ 490 h 976"/>
                <a:gd name="T88" fmla="*/ 1140 w 2868"/>
                <a:gd name="T89" fmla="*/ 538 h 976"/>
                <a:gd name="T90" fmla="*/ 1091 w 2868"/>
                <a:gd name="T91" fmla="*/ 602 h 976"/>
                <a:gd name="T92" fmla="*/ 1048 w 2868"/>
                <a:gd name="T93" fmla="*/ 696 h 976"/>
                <a:gd name="T94" fmla="*/ 911 w 2868"/>
                <a:gd name="T95" fmla="*/ 784 h 976"/>
                <a:gd name="T96" fmla="*/ 861 w 2868"/>
                <a:gd name="T97" fmla="*/ 932 h 976"/>
                <a:gd name="T98" fmla="*/ 740 w 2868"/>
                <a:gd name="T99" fmla="*/ 862 h 976"/>
                <a:gd name="T100" fmla="*/ 714 w 2868"/>
                <a:gd name="T101" fmla="*/ 806 h 976"/>
                <a:gd name="T102" fmla="*/ 718 w 2868"/>
                <a:gd name="T103" fmla="*/ 641 h 976"/>
                <a:gd name="T104" fmla="*/ 672 w 2868"/>
                <a:gd name="T105" fmla="*/ 576 h 976"/>
                <a:gd name="T106" fmla="*/ 466 w 2868"/>
                <a:gd name="T107" fmla="*/ 374 h 976"/>
                <a:gd name="T108" fmla="*/ 447 w 2868"/>
                <a:gd name="T109" fmla="*/ 290 h 976"/>
                <a:gd name="T110" fmla="*/ 592 w 2868"/>
                <a:gd name="T111" fmla="*/ 140 h 976"/>
                <a:gd name="T112" fmla="*/ 711 w 2868"/>
                <a:gd name="T113" fmla="*/ 112 h 976"/>
                <a:gd name="T114" fmla="*/ 833 w 2868"/>
                <a:gd name="T115" fmla="*/ 80 h 976"/>
                <a:gd name="T116" fmla="*/ 896 w 2868"/>
                <a:gd name="T117" fmla="*/ 44 h 976"/>
                <a:gd name="T118" fmla="*/ 2706 w 2868"/>
                <a:gd name="T119" fmla="*/ 31 h 976"/>
                <a:gd name="T120" fmla="*/ 2641 w 2868"/>
                <a:gd name="T121" fmla="*/ 80 h 9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868" h="976">
                  <a:moveTo>
                    <a:pt x="7" y="243"/>
                  </a:moveTo>
                  <a:lnTo>
                    <a:pt x="25" y="248"/>
                  </a:lnTo>
                  <a:lnTo>
                    <a:pt x="37" y="257"/>
                  </a:lnTo>
                  <a:lnTo>
                    <a:pt x="47" y="265"/>
                  </a:lnTo>
                  <a:lnTo>
                    <a:pt x="58" y="276"/>
                  </a:lnTo>
                  <a:lnTo>
                    <a:pt x="68" y="284"/>
                  </a:lnTo>
                  <a:lnTo>
                    <a:pt x="68" y="281"/>
                  </a:lnTo>
                  <a:lnTo>
                    <a:pt x="74" y="281"/>
                  </a:lnTo>
                  <a:lnTo>
                    <a:pt x="74" y="284"/>
                  </a:lnTo>
                  <a:lnTo>
                    <a:pt x="75" y="288"/>
                  </a:lnTo>
                  <a:lnTo>
                    <a:pt x="79" y="293"/>
                  </a:lnTo>
                  <a:lnTo>
                    <a:pt x="81" y="300"/>
                  </a:lnTo>
                  <a:lnTo>
                    <a:pt x="74" y="300"/>
                  </a:lnTo>
                  <a:lnTo>
                    <a:pt x="70" y="300"/>
                  </a:lnTo>
                  <a:lnTo>
                    <a:pt x="70" y="302"/>
                  </a:lnTo>
                  <a:lnTo>
                    <a:pt x="68" y="302"/>
                  </a:lnTo>
                  <a:lnTo>
                    <a:pt x="65" y="302"/>
                  </a:lnTo>
                  <a:lnTo>
                    <a:pt x="61" y="304"/>
                  </a:lnTo>
                  <a:lnTo>
                    <a:pt x="47" y="293"/>
                  </a:lnTo>
                  <a:lnTo>
                    <a:pt x="33" y="288"/>
                  </a:lnTo>
                  <a:lnTo>
                    <a:pt x="16" y="284"/>
                  </a:lnTo>
                  <a:lnTo>
                    <a:pt x="0" y="276"/>
                  </a:lnTo>
                  <a:lnTo>
                    <a:pt x="6" y="271"/>
                  </a:lnTo>
                  <a:lnTo>
                    <a:pt x="7" y="265"/>
                  </a:lnTo>
                  <a:lnTo>
                    <a:pt x="6" y="260"/>
                  </a:lnTo>
                  <a:lnTo>
                    <a:pt x="6" y="253"/>
                  </a:lnTo>
                  <a:lnTo>
                    <a:pt x="7" y="243"/>
                  </a:lnTo>
                  <a:close/>
                  <a:moveTo>
                    <a:pt x="1222" y="236"/>
                  </a:moveTo>
                  <a:lnTo>
                    <a:pt x="1226" y="236"/>
                  </a:lnTo>
                  <a:lnTo>
                    <a:pt x="1229" y="237"/>
                  </a:lnTo>
                  <a:lnTo>
                    <a:pt x="1231" y="239"/>
                  </a:lnTo>
                  <a:lnTo>
                    <a:pt x="1233" y="241"/>
                  </a:lnTo>
                  <a:lnTo>
                    <a:pt x="1234" y="243"/>
                  </a:lnTo>
                  <a:lnTo>
                    <a:pt x="1234" y="244"/>
                  </a:lnTo>
                  <a:lnTo>
                    <a:pt x="1234" y="246"/>
                  </a:lnTo>
                  <a:lnTo>
                    <a:pt x="1236" y="250"/>
                  </a:lnTo>
                  <a:lnTo>
                    <a:pt x="1229" y="250"/>
                  </a:lnTo>
                  <a:lnTo>
                    <a:pt x="1226" y="251"/>
                  </a:lnTo>
                  <a:lnTo>
                    <a:pt x="1222" y="251"/>
                  </a:lnTo>
                  <a:lnTo>
                    <a:pt x="1219" y="253"/>
                  </a:lnTo>
                  <a:lnTo>
                    <a:pt x="1213" y="253"/>
                  </a:lnTo>
                  <a:lnTo>
                    <a:pt x="1213" y="250"/>
                  </a:lnTo>
                  <a:lnTo>
                    <a:pt x="1210" y="250"/>
                  </a:lnTo>
                  <a:lnTo>
                    <a:pt x="1210" y="237"/>
                  </a:lnTo>
                  <a:lnTo>
                    <a:pt x="1215" y="237"/>
                  </a:lnTo>
                  <a:lnTo>
                    <a:pt x="1220" y="236"/>
                  </a:lnTo>
                  <a:lnTo>
                    <a:pt x="1222" y="236"/>
                  </a:lnTo>
                  <a:close/>
                  <a:moveTo>
                    <a:pt x="61" y="227"/>
                  </a:moveTo>
                  <a:lnTo>
                    <a:pt x="77" y="227"/>
                  </a:lnTo>
                  <a:lnTo>
                    <a:pt x="77" y="230"/>
                  </a:lnTo>
                  <a:lnTo>
                    <a:pt x="74" y="230"/>
                  </a:lnTo>
                  <a:lnTo>
                    <a:pt x="70" y="230"/>
                  </a:lnTo>
                  <a:lnTo>
                    <a:pt x="68" y="232"/>
                  </a:lnTo>
                  <a:lnTo>
                    <a:pt x="67" y="232"/>
                  </a:lnTo>
                  <a:lnTo>
                    <a:pt x="67" y="232"/>
                  </a:lnTo>
                  <a:lnTo>
                    <a:pt x="65" y="232"/>
                  </a:lnTo>
                  <a:lnTo>
                    <a:pt x="63" y="230"/>
                  </a:lnTo>
                  <a:lnTo>
                    <a:pt x="61" y="227"/>
                  </a:lnTo>
                  <a:close/>
                  <a:moveTo>
                    <a:pt x="1716" y="202"/>
                  </a:moveTo>
                  <a:lnTo>
                    <a:pt x="1728" y="202"/>
                  </a:lnTo>
                  <a:lnTo>
                    <a:pt x="1732" y="216"/>
                  </a:lnTo>
                  <a:lnTo>
                    <a:pt x="1735" y="225"/>
                  </a:lnTo>
                  <a:lnTo>
                    <a:pt x="1742" y="229"/>
                  </a:lnTo>
                  <a:lnTo>
                    <a:pt x="1754" y="234"/>
                  </a:lnTo>
                  <a:lnTo>
                    <a:pt x="1749" y="255"/>
                  </a:lnTo>
                  <a:lnTo>
                    <a:pt x="1742" y="276"/>
                  </a:lnTo>
                  <a:lnTo>
                    <a:pt x="1732" y="291"/>
                  </a:lnTo>
                  <a:lnTo>
                    <a:pt x="1732" y="272"/>
                  </a:lnTo>
                  <a:lnTo>
                    <a:pt x="1709" y="272"/>
                  </a:lnTo>
                  <a:lnTo>
                    <a:pt x="1711" y="250"/>
                  </a:lnTo>
                  <a:lnTo>
                    <a:pt x="1713" y="229"/>
                  </a:lnTo>
                  <a:lnTo>
                    <a:pt x="1716" y="202"/>
                  </a:lnTo>
                  <a:close/>
                  <a:moveTo>
                    <a:pt x="2819" y="157"/>
                  </a:moveTo>
                  <a:lnTo>
                    <a:pt x="2823" y="157"/>
                  </a:lnTo>
                  <a:lnTo>
                    <a:pt x="2823" y="161"/>
                  </a:lnTo>
                  <a:lnTo>
                    <a:pt x="2824" y="166"/>
                  </a:lnTo>
                  <a:lnTo>
                    <a:pt x="2826" y="168"/>
                  </a:lnTo>
                  <a:lnTo>
                    <a:pt x="2828" y="171"/>
                  </a:lnTo>
                  <a:lnTo>
                    <a:pt x="2830" y="173"/>
                  </a:lnTo>
                  <a:lnTo>
                    <a:pt x="2833" y="176"/>
                  </a:lnTo>
                  <a:lnTo>
                    <a:pt x="2837" y="173"/>
                  </a:lnTo>
                  <a:lnTo>
                    <a:pt x="2838" y="169"/>
                  </a:lnTo>
                  <a:lnTo>
                    <a:pt x="2840" y="168"/>
                  </a:lnTo>
                  <a:lnTo>
                    <a:pt x="2844" y="168"/>
                  </a:lnTo>
                  <a:lnTo>
                    <a:pt x="2849" y="166"/>
                  </a:lnTo>
                  <a:lnTo>
                    <a:pt x="2852" y="176"/>
                  </a:lnTo>
                  <a:lnTo>
                    <a:pt x="2858" y="183"/>
                  </a:lnTo>
                  <a:lnTo>
                    <a:pt x="2863" y="190"/>
                  </a:lnTo>
                  <a:lnTo>
                    <a:pt x="2866" y="199"/>
                  </a:lnTo>
                  <a:lnTo>
                    <a:pt x="2868" y="211"/>
                  </a:lnTo>
                  <a:lnTo>
                    <a:pt x="2868" y="213"/>
                  </a:lnTo>
                  <a:lnTo>
                    <a:pt x="2866" y="215"/>
                  </a:lnTo>
                  <a:lnTo>
                    <a:pt x="2866" y="216"/>
                  </a:lnTo>
                  <a:lnTo>
                    <a:pt x="2866" y="218"/>
                  </a:lnTo>
                  <a:lnTo>
                    <a:pt x="2866" y="220"/>
                  </a:lnTo>
                  <a:lnTo>
                    <a:pt x="2865" y="223"/>
                  </a:lnTo>
                  <a:lnTo>
                    <a:pt x="2854" y="230"/>
                  </a:lnTo>
                  <a:lnTo>
                    <a:pt x="2838" y="237"/>
                  </a:lnTo>
                  <a:lnTo>
                    <a:pt x="2819" y="241"/>
                  </a:lnTo>
                  <a:lnTo>
                    <a:pt x="2800" y="244"/>
                  </a:lnTo>
                  <a:lnTo>
                    <a:pt x="2784" y="246"/>
                  </a:lnTo>
                  <a:lnTo>
                    <a:pt x="2786" y="237"/>
                  </a:lnTo>
                  <a:lnTo>
                    <a:pt x="2788" y="234"/>
                  </a:lnTo>
                  <a:lnTo>
                    <a:pt x="2790" y="230"/>
                  </a:lnTo>
                  <a:lnTo>
                    <a:pt x="2791" y="229"/>
                  </a:lnTo>
                  <a:lnTo>
                    <a:pt x="2793" y="229"/>
                  </a:lnTo>
                  <a:lnTo>
                    <a:pt x="2797" y="227"/>
                  </a:lnTo>
                  <a:lnTo>
                    <a:pt x="2798" y="227"/>
                  </a:lnTo>
                  <a:lnTo>
                    <a:pt x="2800" y="225"/>
                  </a:lnTo>
                  <a:lnTo>
                    <a:pt x="2804" y="223"/>
                  </a:lnTo>
                  <a:lnTo>
                    <a:pt x="2809" y="209"/>
                  </a:lnTo>
                  <a:lnTo>
                    <a:pt x="2809" y="195"/>
                  </a:lnTo>
                  <a:lnTo>
                    <a:pt x="2807" y="182"/>
                  </a:lnTo>
                  <a:lnTo>
                    <a:pt x="2810" y="171"/>
                  </a:lnTo>
                  <a:lnTo>
                    <a:pt x="2819" y="161"/>
                  </a:lnTo>
                  <a:lnTo>
                    <a:pt x="2819" y="157"/>
                  </a:lnTo>
                  <a:close/>
                  <a:moveTo>
                    <a:pt x="142" y="150"/>
                  </a:moveTo>
                  <a:lnTo>
                    <a:pt x="161" y="171"/>
                  </a:lnTo>
                  <a:lnTo>
                    <a:pt x="185" y="187"/>
                  </a:lnTo>
                  <a:lnTo>
                    <a:pt x="215" y="199"/>
                  </a:lnTo>
                  <a:lnTo>
                    <a:pt x="217" y="216"/>
                  </a:lnTo>
                  <a:lnTo>
                    <a:pt x="222" y="229"/>
                  </a:lnTo>
                  <a:lnTo>
                    <a:pt x="227" y="236"/>
                  </a:lnTo>
                  <a:lnTo>
                    <a:pt x="234" y="243"/>
                  </a:lnTo>
                  <a:lnTo>
                    <a:pt x="241" y="253"/>
                  </a:lnTo>
                  <a:lnTo>
                    <a:pt x="229" y="255"/>
                  </a:lnTo>
                  <a:lnTo>
                    <a:pt x="217" y="257"/>
                  </a:lnTo>
                  <a:lnTo>
                    <a:pt x="206" y="262"/>
                  </a:lnTo>
                  <a:lnTo>
                    <a:pt x="199" y="269"/>
                  </a:lnTo>
                  <a:lnTo>
                    <a:pt x="198" y="272"/>
                  </a:lnTo>
                  <a:lnTo>
                    <a:pt x="196" y="276"/>
                  </a:lnTo>
                  <a:lnTo>
                    <a:pt x="194" y="279"/>
                  </a:lnTo>
                  <a:lnTo>
                    <a:pt x="192" y="281"/>
                  </a:lnTo>
                  <a:lnTo>
                    <a:pt x="189" y="284"/>
                  </a:lnTo>
                  <a:lnTo>
                    <a:pt x="178" y="286"/>
                  </a:lnTo>
                  <a:lnTo>
                    <a:pt x="163" y="288"/>
                  </a:lnTo>
                  <a:lnTo>
                    <a:pt x="145" y="286"/>
                  </a:lnTo>
                  <a:lnTo>
                    <a:pt x="131" y="284"/>
                  </a:lnTo>
                  <a:lnTo>
                    <a:pt x="128" y="274"/>
                  </a:lnTo>
                  <a:lnTo>
                    <a:pt x="126" y="267"/>
                  </a:lnTo>
                  <a:lnTo>
                    <a:pt x="124" y="262"/>
                  </a:lnTo>
                  <a:lnTo>
                    <a:pt x="119" y="253"/>
                  </a:lnTo>
                  <a:lnTo>
                    <a:pt x="142" y="246"/>
                  </a:lnTo>
                  <a:lnTo>
                    <a:pt x="142" y="243"/>
                  </a:lnTo>
                  <a:lnTo>
                    <a:pt x="124" y="241"/>
                  </a:lnTo>
                  <a:lnTo>
                    <a:pt x="112" y="237"/>
                  </a:lnTo>
                  <a:lnTo>
                    <a:pt x="103" y="230"/>
                  </a:lnTo>
                  <a:lnTo>
                    <a:pt x="102" y="225"/>
                  </a:lnTo>
                  <a:lnTo>
                    <a:pt x="98" y="220"/>
                  </a:lnTo>
                  <a:lnTo>
                    <a:pt x="96" y="215"/>
                  </a:lnTo>
                  <a:lnTo>
                    <a:pt x="96" y="209"/>
                  </a:lnTo>
                  <a:lnTo>
                    <a:pt x="96" y="206"/>
                  </a:lnTo>
                  <a:lnTo>
                    <a:pt x="96" y="202"/>
                  </a:lnTo>
                  <a:lnTo>
                    <a:pt x="98" y="202"/>
                  </a:lnTo>
                  <a:lnTo>
                    <a:pt x="100" y="201"/>
                  </a:lnTo>
                  <a:lnTo>
                    <a:pt x="102" y="201"/>
                  </a:lnTo>
                  <a:lnTo>
                    <a:pt x="103" y="201"/>
                  </a:lnTo>
                  <a:lnTo>
                    <a:pt x="107" y="199"/>
                  </a:lnTo>
                  <a:lnTo>
                    <a:pt x="109" y="194"/>
                  </a:lnTo>
                  <a:lnTo>
                    <a:pt x="109" y="188"/>
                  </a:lnTo>
                  <a:lnTo>
                    <a:pt x="109" y="185"/>
                  </a:lnTo>
                  <a:lnTo>
                    <a:pt x="110" y="183"/>
                  </a:lnTo>
                  <a:lnTo>
                    <a:pt x="112" y="180"/>
                  </a:lnTo>
                  <a:lnTo>
                    <a:pt x="114" y="180"/>
                  </a:lnTo>
                  <a:lnTo>
                    <a:pt x="116" y="178"/>
                  </a:lnTo>
                  <a:lnTo>
                    <a:pt x="117" y="178"/>
                  </a:lnTo>
                  <a:lnTo>
                    <a:pt x="119" y="178"/>
                  </a:lnTo>
                  <a:lnTo>
                    <a:pt x="122" y="176"/>
                  </a:lnTo>
                  <a:lnTo>
                    <a:pt x="124" y="169"/>
                  </a:lnTo>
                  <a:lnTo>
                    <a:pt x="126" y="164"/>
                  </a:lnTo>
                  <a:lnTo>
                    <a:pt x="128" y="159"/>
                  </a:lnTo>
                  <a:lnTo>
                    <a:pt x="131" y="154"/>
                  </a:lnTo>
                  <a:lnTo>
                    <a:pt x="133" y="152"/>
                  </a:lnTo>
                  <a:lnTo>
                    <a:pt x="135" y="152"/>
                  </a:lnTo>
                  <a:lnTo>
                    <a:pt x="136" y="150"/>
                  </a:lnTo>
                  <a:lnTo>
                    <a:pt x="138" y="150"/>
                  </a:lnTo>
                  <a:lnTo>
                    <a:pt x="142" y="150"/>
                  </a:lnTo>
                  <a:close/>
                  <a:moveTo>
                    <a:pt x="1172" y="131"/>
                  </a:moveTo>
                  <a:lnTo>
                    <a:pt x="1177" y="133"/>
                  </a:lnTo>
                  <a:lnTo>
                    <a:pt x="1182" y="134"/>
                  </a:lnTo>
                  <a:lnTo>
                    <a:pt x="1185" y="136"/>
                  </a:lnTo>
                  <a:lnTo>
                    <a:pt x="1191" y="138"/>
                  </a:lnTo>
                  <a:lnTo>
                    <a:pt x="1191" y="143"/>
                  </a:lnTo>
                  <a:lnTo>
                    <a:pt x="1192" y="147"/>
                  </a:lnTo>
                  <a:lnTo>
                    <a:pt x="1192" y="150"/>
                  </a:lnTo>
                  <a:lnTo>
                    <a:pt x="1194" y="154"/>
                  </a:lnTo>
                  <a:lnTo>
                    <a:pt x="1182" y="154"/>
                  </a:lnTo>
                  <a:lnTo>
                    <a:pt x="1180" y="150"/>
                  </a:lnTo>
                  <a:lnTo>
                    <a:pt x="1178" y="147"/>
                  </a:lnTo>
                  <a:lnTo>
                    <a:pt x="1175" y="143"/>
                  </a:lnTo>
                  <a:lnTo>
                    <a:pt x="1173" y="141"/>
                  </a:lnTo>
                  <a:lnTo>
                    <a:pt x="1173" y="136"/>
                  </a:lnTo>
                  <a:lnTo>
                    <a:pt x="1172" y="131"/>
                  </a:lnTo>
                  <a:close/>
                  <a:moveTo>
                    <a:pt x="1658" y="108"/>
                  </a:moveTo>
                  <a:lnTo>
                    <a:pt x="1664" y="117"/>
                  </a:lnTo>
                  <a:lnTo>
                    <a:pt x="1669" y="134"/>
                  </a:lnTo>
                  <a:lnTo>
                    <a:pt x="1676" y="150"/>
                  </a:lnTo>
                  <a:lnTo>
                    <a:pt x="1685" y="166"/>
                  </a:lnTo>
                  <a:lnTo>
                    <a:pt x="1690" y="173"/>
                  </a:lnTo>
                  <a:lnTo>
                    <a:pt x="1693" y="169"/>
                  </a:lnTo>
                  <a:lnTo>
                    <a:pt x="1695" y="168"/>
                  </a:lnTo>
                  <a:lnTo>
                    <a:pt x="1699" y="168"/>
                  </a:lnTo>
                  <a:lnTo>
                    <a:pt x="1702" y="166"/>
                  </a:lnTo>
                  <a:lnTo>
                    <a:pt x="1709" y="166"/>
                  </a:lnTo>
                  <a:lnTo>
                    <a:pt x="1709" y="169"/>
                  </a:lnTo>
                  <a:lnTo>
                    <a:pt x="1713" y="169"/>
                  </a:lnTo>
                  <a:lnTo>
                    <a:pt x="1713" y="180"/>
                  </a:lnTo>
                  <a:lnTo>
                    <a:pt x="1686" y="183"/>
                  </a:lnTo>
                  <a:lnTo>
                    <a:pt x="1683" y="211"/>
                  </a:lnTo>
                  <a:lnTo>
                    <a:pt x="1674" y="234"/>
                  </a:lnTo>
                  <a:lnTo>
                    <a:pt x="1667" y="257"/>
                  </a:lnTo>
                  <a:lnTo>
                    <a:pt x="1664" y="276"/>
                  </a:lnTo>
                  <a:lnTo>
                    <a:pt x="1662" y="295"/>
                  </a:lnTo>
                  <a:lnTo>
                    <a:pt x="1662" y="311"/>
                  </a:lnTo>
                  <a:lnTo>
                    <a:pt x="1658" y="326"/>
                  </a:lnTo>
                  <a:lnTo>
                    <a:pt x="1655" y="326"/>
                  </a:lnTo>
                  <a:lnTo>
                    <a:pt x="1655" y="323"/>
                  </a:lnTo>
                  <a:lnTo>
                    <a:pt x="1650" y="316"/>
                  </a:lnTo>
                  <a:lnTo>
                    <a:pt x="1641" y="307"/>
                  </a:lnTo>
                  <a:lnTo>
                    <a:pt x="1631" y="295"/>
                  </a:lnTo>
                  <a:lnTo>
                    <a:pt x="1622" y="283"/>
                  </a:lnTo>
                  <a:lnTo>
                    <a:pt x="1615" y="271"/>
                  </a:lnTo>
                  <a:lnTo>
                    <a:pt x="1611" y="260"/>
                  </a:lnTo>
                  <a:lnTo>
                    <a:pt x="1613" y="253"/>
                  </a:lnTo>
                  <a:lnTo>
                    <a:pt x="1617" y="251"/>
                  </a:lnTo>
                  <a:lnTo>
                    <a:pt x="1620" y="251"/>
                  </a:lnTo>
                  <a:lnTo>
                    <a:pt x="1622" y="251"/>
                  </a:lnTo>
                  <a:lnTo>
                    <a:pt x="1624" y="251"/>
                  </a:lnTo>
                  <a:lnTo>
                    <a:pt x="1625" y="251"/>
                  </a:lnTo>
                  <a:lnTo>
                    <a:pt x="1627" y="251"/>
                  </a:lnTo>
                  <a:lnTo>
                    <a:pt x="1629" y="250"/>
                  </a:lnTo>
                  <a:lnTo>
                    <a:pt x="1632" y="246"/>
                  </a:lnTo>
                  <a:lnTo>
                    <a:pt x="1629" y="246"/>
                  </a:lnTo>
                  <a:lnTo>
                    <a:pt x="1629" y="243"/>
                  </a:lnTo>
                  <a:lnTo>
                    <a:pt x="1613" y="241"/>
                  </a:lnTo>
                  <a:lnTo>
                    <a:pt x="1604" y="236"/>
                  </a:lnTo>
                  <a:lnTo>
                    <a:pt x="1597" y="227"/>
                  </a:lnTo>
                  <a:lnTo>
                    <a:pt x="1604" y="225"/>
                  </a:lnTo>
                  <a:lnTo>
                    <a:pt x="1610" y="223"/>
                  </a:lnTo>
                  <a:lnTo>
                    <a:pt x="1613" y="222"/>
                  </a:lnTo>
                  <a:lnTo>
                    <a:pt x="1617" y="220"/>
                  </a:lnTo>
                  <a:lnTo>
                    <a:pt x="1620" y="218"/>
                  </a:lnTo>
                  <a:lnTo>
                    <a:pt x="1624" y="215"/>
                  </a:lnTo>
                  <a:lnTo>
                    <a:pt x="1624" y="211"/>
                  </a:lnTo>
                  <a:lnTo>
                    <a:pt x="1610" y="211"/>
                  </a:lnTo>
                  <a:lnTo>
                    <a:pt x="1606" y="213"/>
                  </a:lnTo>
                  <a:lnTo>
                    <a:pt x="1603" y="213"/>
                  </a:lnTo>
                  <a:lnTo>
                    <a:pt x="1599" y="215"/>
                  </a:lnTo>
                  <a:lnTo>
                    <a:pt x="1594" y="215"/>
                  </a:lnTo>
                  <a:lnTo>
                    <a:pt x="1585" y="199"/>
                  </a:lnTo>
                  <a:lnTo>
                    <a:pt x="1575" y="183"/>
                  </a:lnTo>
                  <a:lnTo>
                    <a:pt x="1576" y="178"/>
                  </a:lnTo>
                  <a:lnTo>
                    <a:pt x="1576" y="175"/>
                  </a:lnTo>
                  <a:lnTo>
                    <a:pt x="1578" y="173"/>
                  </a:lnTo>
                  <a:lnTo>
                    <a:pt x="1580" y="169"/>
                  </a:lnTo>
                  <a:lnTo>
                    <a:pt x="1580" y="166"/>
                  </a:lnTo>
                  <a:lnTo>
                    <a:pt x="1582" y="161"/>
                  </a:lnTo>
                  <a:lnTo>
                    <a:pt x="1578" y="161"/>
                  </a:lnTo>
                  <a:lnTo>
                    <a:pt x="1578" y="157"/>
                  </a:lnTo>
                  <a:lnTo>
                    <a:pt x="1575" y="159"/>
                  </a:lnTo>
                  <a:lnTo>
                    <a:pt x="1573" y="159"/>
                  </a:lnTo>
                  <a:lnTo>
                    <a:pt x="1571" y="159"/>
                  </a:lnTo>
                  <a:lnTo>
                    <a:pt x="1571" y="159"/>
                  </a:lnTo>
                  <a:lnTo>
                    <a:pt x="1569" y="159"/>
                  </a:lnTo>
                  <a:lnTo>
                    <a:pt x="1569" y="157"/>
                  </a:lnTo>
                  <a:lnTo>
                    <a:pt x="1566" y="154"/>
                  </a:lnTo>
                  <a:lnTo>
                    <a:pt x="1564" y="150"/>
                  </a:lnTo>
                  <a:lnTo>
                    <a:pt x="1562" y="147"/>
                  </a:lnTo>
                  <a:lnTo>
                    <a:pt x="1561" y="145"/>
                  </a:lnTo>
                  <a:lnTo>
                    <a:pt x="1561" y="140"/>
                  </a:lnTo>
                  <a:lnTo>
                    <a:pt x="1559" y="134"/>
                  </a:lnTo>
                  <a:lnTo>
                    <a:pt x="1578" y="122"/>
                  </a:lnTo>
                  <a:lnTo>
                    <a:pt x="1597" y="112"/>
                  </a:lnTo>
                  <a:lnTo>
                    <a:pt x="1599" y="117"/>
                  </a:lnTo>
                  <a:lnTo>
                    <a:pt x="1601" y="122"/>
                  </a:lnTo>
                  <a:lnTo>
                    <a:pt x="1603" y="124"/>
                  </a:lnTo>
                  <a:lnTo>
                    <a:pt x="1606" y="126"/>
                  </a:lnTo>
                  <a:lnTo>
                    <a:pt x="1608" y="126"/>
                  </a:lnTo>
                  <a:lnTo>
                    <a:pt x="1610" y="127"/>
                  </a:lnTo>
                  <a:lnTo>
                    <a:pt x="1613" y="129"/>
                  </a:lnTo>
                  <a:lnTo>
                    <a:pt x="1617" y="131"/>
                  </a:lnTo>
                  <a:lnTo>
                    <a:pt x="1620" y="141"/>
                  </a:lnTo>
                  <a:lnTo>
                    <a:pt x="1622" y="154"/>
                  </a:lnTo>
                  <a:lnTo>
                    <a:pt x="1624" y="166"/>
                  </a:lnTo>
                  <a:lnTo>
                    <a:pt x="1632" y="166"/>
                  </a:lnTo>
                  <a:lnTo>
                    <a:pt x="1632" y="157"/>
                  </a:lnTo>
                  <a:lnTo>
                    <a:pt x="1629" y="147"/>
                  </a:lnTo>
                  <a:lnTo>
                    <a:pt x="1629" y="134"/>
                  </a:lnTo>
                  <a:lnTo>
                    <a:pt x="1632" y="122"/>
                  </a:lnTo>
                  <a:lnTo>
                    <a:pt x="1636" y="112"/>
                  </a:lnTo>
                  <a:lnTo>
                    <a:pt x="1658" y="108"/>
                  </a:lnTo>
                  <a:close/>
                  <a:moveTo>
                    <a:pt x="2641" y="99"/>
                  </a:moveTo>
                  <a:lnTo>
                    <a:pt x="2646" y="103"/>
                  </a:lnTo>
                  <a:lnTo>
                    <a:pt x="2650" y="106"/>
                  </a:lnTo>
                  <a:lnTo>
                    <a:pt x="2655" y="106"/>
                  </a:lnTo>
                  <a:lnTo>
                    <a:pt x="2660" y="106"/>
                  </a:lnTo>
                  <a:lnTo>
                    <a:pt x="2669" y="108"/>
                  </a:lnTo>
                  <a:lnTo>
                    <a:pt x="2667" y="112"/>
                  </a:lnTo>
                  <a:lnTo>
                    <a:pt x="2667" y="113"/>
                  </a:lnTo>
                  <a:lnTo>
                    <a:pt x="2667" y="115"/>
                  </a:lnTo>
                  <a:lnTo>
                    <a:pt x="2666" y="117"/>
                  </a:lnTo>
                  <a:lnTo>
                    <a:pt x="2666" y="119"/>
                  </a:lnTo>
                  <a:lnTo>
                    <a:pt x="2653" y="126"/>
                  </a:lnTo>
                  <a:lnTo>
                    <a:pt x="2636" y="129"/>
                  </a:lnTo>
                  <a:lnTo>
                    <a:pt x="2618" y="131"/>
                  </a:lnTo>
                  <a:lnTo>
                    <a:pt x="2617" y="127"/>
                  </a:lnTo>
                  <a:lnTo>
                    <a:pt x="2617" y="124"/>
                  </a:lnTo>
                  <a:lnTo>
                    <a:pt x="2615" y="120"/>
                  </a:lnTo>
                  <a:lnTo>
                    <a:pt x="2615" y="115"/>
                  </a:lnTo>
                  <a:lnTo>
                    <a:pt x="2620" y="112"/>
                  </a:lnTo>
                  <a:lnTo>
                    <a:pt x="2624" y="108"/>
                  </a:lnTo>
                  <a:lnTo>
                    <a:pt x="2627" y="106"/>
                  </a:lnTo>
                  <a:lnTo>
                    <a:pt x="2631" y="103"/>
                  </a:lnTo>
                  <a:lnTo>
                    <a:pt x="2634" y="101"/>
                  </a:lnTo>
                  <a:lnTo>
                    <a:pt x="2641" y="99"/>
                  </a:lnTo>
                  <a:close/>
                  <a:moveTo>
                    <a:pt x="2104" y="99"/>
                  </a:moveTo>
                  <a:lnTo>
                    <a:pt x="2118" y="101"/>
                  </a:lnTo>
                  <a:lnTo>
                    <a:pt x="2128" y="106"/>
                  </a:lnTo>
                  <a:lnTo>
                    <a:pt x="2138" y="112"/>
                  </a:lnTo>
                  <a:lnTo>
                    <a:pt x="2135" y="115"/>
                  </a:lnTo>
                  <a:lnTo>
                    <a:pt x="2133" y="120"/>
                  </a:lnTo>
                  <a:lnTo>
                    <a:pt x="2130" y="122"/>
                  </a:lnTo>
                  <a:lnTo>
                    <a:pt x="2125" y="124"/>
                  </a:lnTo>
                  <a:lnTo>
                    <a:pt x="2119" y="126"/>
                  </a:lnTo>
                  <a:lnTo>
                    <a:pt x="2112" y="126"/>
                  </a:lnTo>
                  <a:lnTo>
                    <a:pt x="2107" y="129"/>
                  </a:lnTo>
                  <a:lnTo>
                    <a:pt x="2102" y="129"/>
                  </a:lnTo>
                  <a:lnTo>
                    <a:pt x="2097" y="131"/>
                  </a:lnTo>
                  <a:lnTo>
                    <a:pt x="2090" y="131"/>
                  </a:lnTo>
                  <a:lnTo>
                    <a:pt x="2090" y="120"/>
                  </a:lnTo>
                  <a:lnTo>
                    <a:pt x="2091" y="113"/>
                  </a:lnTo>
                  <a:lnTo>
                    <a:pt x="2098" y="108"/>
                  </a:lnTo>
                  <a:lnTo>
                    <a:pt x="2104" y="99"/>
                  </a:lnTo>
                  <a:close/>
                  <a:moveTo>
                    <a:pt x="765" y="99"/>
                  </a:moveTo>
                  <a:lnTo>
                    <a:pt x="779" y="99"/>
                  </a:lnTo>
                  <a:lnTo>
                    <a:pt x="782" y="108"/>
                  </a:lnTo>
                  <a:lnTo>
                    <a:pt x="786" y="113"/>
                  </a:lnTo>
                  <a:lnTo>
                    <a:pt x="789" y="120"/>
                  </a:lnTo>
                  <a:lnTo>
                    <a:pt x="791" y="131"/>
                  </a:lnTo>
                  <a:lnTo>
                    <a:pt x="788" y="131"/>
                  </a:lnTo>
                  <a:lnTo>
                    <a:pt x="777" y="124"/>
                  </a:lnTo>
                  <a:lnTo>
                    <a:pt x="770" y="117"/>
                  </a:lnTo>
                  <a:lnTo>
                    <a:pt x="765" y="110"/>
                  </a:lnTo>
                  <a:lnTo>
                    <a:pt x="765" y="99"/>
                  </a:lnTo>
                  <a:close/>
                  <a:moveTo>
                    <a:pt x="2734" y="77"/>
                  </a:moveTo>
                  <a:lnTo>
                    <a:pt x="2737" y="77"/>
                  </a:lnTo>
                  <a:lnTo>
                    <a:pt x="2741" y="79"/>
                  </a:lnTo>
                  <a:lnTo>
                    <a:pt x="2742" y="79"/>
                  </a:lnTo>
                  <a:lnTo>
                    <a:pt x="2744" y="79"/>
                  </a:lnTo>
                  <a:lnTo>
                    <a:pt x="2746" y="80"/>
                  </a:lnTo>
                  <a:lnTo>
                    <a:pt x="2742" y="84"/>
                  </a:lnTo>
                  <a:lnTo>
                    <a:pt x="2739" y="87"/>
                  </a:lnTo>
                  <a:lnTo>
                    <a:pt x="2737" y="92"/>
                  </a:lnTo>
                  <a:lnTo>
                    <a:pt x="2735" y="96"/>
                  </a:lnTo>
                  <a:lnTo>
                    <a:pt x="2734" y="103"/>
                  </a:lnTo>
                  <a:lnTo>
                    <a:pt x="2737" y="103"/>
                  </a:lnTo>
                  <a:lnTo>
                    <a:pt x="2741" y="98"/>
                  </a:lnTo>
                  <a:lnTo>
                    <a:pt x="2744" y="94"/>
                  </a:lnTo>
                  <a:lnTo>
                    <a:pt x="2748" y="91"/>
                  </a:lnTo>
                  <a:lnTo>
                    <a:pt x="2753" y="89"/>
                  </a:lnTo>
                  <a:lnTo>
                    <a:pt x="2763" y="99"/>
                  </a:lnTo>
                  <a:lnTo>
                    <a:pt x="2776" y="108"/>
                  </a:lnTo>
                  <a:lnTo>
                    <a:pt x="2784" y="115"/>
                  </a:lnTo>
                  <a:lnTo>
                    <a:pt x="2784" y="138"/>
                  </a:lnTo>
                  <a:lnTo>
                    <a:pt x="2790" y="143"/>
                  </a:lnTo>
                  <a:lnTo>
                    <a:pt x="2795" y="147"/>
                  </a:lnTo>
                  <a:lnTo>
                    <a:pt x="2800" y="148"/>
                  </a:lnTo>
                  <a:lnTo>
                    <a:pt x="2804" y="155"/>
                  </a:lnTo>
                  <a:lnTo>
                    <a:pt x="2807" y="169"/>
                  </a:lnTo>
                  <a:lnTo>
                    <a:pt x="2800" y="178"/>
                  </a:lnTo>
                  <a:lnTo>
                    <a:pt x="2797" y="187"/>
                  </a:lnTo>
                  <a:lnTo>
                    <a:pt x="2790" y="192"/>
                  </a:lnTo>
                  <a:lnTo>
                    <a:pt x="2781" y="194"/>
                  </a:lnTo>
                  <a:lnTo>
                    <a:pt x="2765" y="195"/>
                  </a:lnTo>
                  <a:lnTo>
                    <a:pt x="2753" y="185"/>
                  </a:lnTo>
                  <a:lnTo>
                    <a:pt x="2735" y="176"/>
                  </a:lnTo>
                  <a:lnTo>
                    <a:pt x="2716" y="171"/>
                  </a:lnTo>
                  <a:lnTo>
                    <a:pt x="2697" y="164"/>
                  </a:lnTo>
                  <a:lnTo>
                    <a:pt x="2680" y="157"/>
                  </a:lnTo>
                  <a:lnTo>
                    <a:pt x="2669" y="147"/>
                  </a:lnTo>
                  <a:lnTo>
                    <a:pt x="2676" y="143"/>
                  </a:lnTo>
                  <a:lnTo>
                    <a:pt x="2681" y="140"/>
                  </a:lnTo>
                  <a:lnTo>
                    <a:pt x="2685" y="136"/>
                  </a:lnTo>
                  <a:lnTo>
                    <a:pt x="2687" y="131"/>
                  </a:lnTo>
                  <a:lnTo>
                    <a:pt x="2688" y="122"/>
                  </a:lnTo>
                  <a:lnTo>
                    <a:pt x="2687" y="119"/>
                  </a:lnTo>
                  <a:lnTo>
                    <a:pt x="2685" y="113"/>
                  </a:lnTo>
                  <a:lnTo>
                    <a:pt x="2685" y="106"/>
                  </a:lnTo>
                  <a:lnTo>
                    <a:pt x="2685" y="99"/>
                  </a:lnTo>
                  <a:lnTo>
                    <a:pt x="2685" y="98"/>
                  </a:lnTo>
                  <a:lnTo>
                    <a:pt x="2687" y="98"/>
                  </a:lnTo>
                  <a:lnTo>
                    <a:pt x="2687" y="98"/>
                  </a:lnTo>
                  <a:lnTo>
                    <a:pt x="2687" y="98"/>
                  </a:lnTo>
                  <a:lnTo>
                    <a:pt x="2687" y="98"/>
                  </a:lnTo>
                  <a:lnTo>
                    <a:pt x="2688" y="96"/>
                  </a:lnTo>
                  <a:lnTo>
                    <a:pt x="2704" y="92"/>
                  </a:lnTo>
                  <a:lnTo>
                    <a:pt x="2721" y="84"/>
                  </a:lnTo>
                  <a:lnTo>
                    <a:pt x="2734" y="77"/>
                  </a:lnTo>
                  <a:close/>
                  <a:moveTo>
                    <a:pt x="2512" y="73"/>
                  </a:moveTo>
                  <a:lnTo>
                    <a:pt x="2522" y="73"/>
                  </a:lnTo>
                  <a:lnTo>
                    <a:pt x="2536" y="87"/>
                  </a:lnTo>
                  <a:lnTo>
                    <a:pt x="2554" y="99"/>
                  </a:lnTo>
                  <a:lnTo>
                    <a:pt x="2554" y="103"/>
                  </a:lnTo>
                  <a:lnTo>
                    <a:pt x="2550" y="103"/>
                  </a:lnTo>
                  <a:lnTo>
                    <a:pt x="2550" y="108"/>
                  </a:lnTo>
                  <a:lnTo>
                    <a:pt x="2533" y="99"/>
                  </a:lnTo>
                  <a:lnTo>
                    <a:pt x="2521" y="87"/>
                  </a:lnTo>
                  <a:lnTo>
                    <a:pt x="2512" y="73"/>
                  </a:lnTo>
                  <a:close/>
                  <a:moveTo>
                    <a:pt x="2161" y="68"/>
                  </a:moveTo>
                  <a:lnTo>
                    <a:pt x="2175" y="72"/>
                  </a:lnTo>
                  <a:lnTo>
                    <a:pt x="2186" y="75"/>
                  </a:lnTo>
                  <a:lnTo>
                    <a:pt x="2196" y="80"/>
                  </a:lnTo>
                  <a:lnTo>
                    <a:pt x="2196" y="89"/>
                  </a:lnTo>
                  <a:lnTo>
                    <a:pt x="2187" y="91"/>
                  </a:lnTo>
                  <a:lnTo>
                    <a:pt x="2179" y="94"/>
                  </a:lnTo>
                  <a:lnTo>
                    <a:pt x="2166" y="96"/>
                  </a:lnTo>
                  <a:lnTo>
                    <a:pt x="2161" y="98"/>
                  </a:lnTo>
                  <a:lnTo>
                    <a:pt x="2158" y="99"/>
                  </a:lnTo>
                  <a:lnTo>
                    <a:pt x="2152" y="99"/>
                  </a:lnTo>
                  <a:lnTo>
                    <a:pt x="2147" y="99"/>
                  </a:lnTo>
                  <a:lnTo>
                    <a:pt x="2147" y="89"/>
                  </a:lnTo>
                  <a:lnTo>
                    <a:pt x="2151" y="84"/>
                  </a:lnTo>
                  <a:lnTo>
                    <a:pt x="2156" y="77"/>
                  </a:lnTo>
                  <a:lnTo>
                    <a:pt x="2161" y="68"/>
                  </a:lnTo>
                  <a:close/>
                  <a:moveTo>
                    <a:pt x="1735" y="58"/>
                  </a:moveTo>
                  <a:lnTo>
                    <a:pt x="1735" y="77"/>
                  </a:lnTo>
                  <a:lnTo>
                    <a:pt x="1742" y="77"/>
                  </a:lnTo>
                  <a:lnTo>
                    <a:pt x="1746" y="75"/>
                  </a:lnTo>
                  <a:lnTo>
                    <a:pt x="1749" y="75"/>
                  </a:lnTo>
                  <a:lnTo>
                    <a:pt x="1753" y="75"/>
                  </a:lnTo>
                  <a:lnTo>
                    <a:pt x="1754" y="75"/>
                  </a:lnTo>
                  <a:lnTo>
                    <a:pt x="1758" y="77"/>
                  </a:lnTo>
                  <a:lnTo>
                    <a:pt x="1763" y="80"/>
                  </a:lnTo>
                  <a:lnTo>
                    <a:pt x="1763" y="89"/>
                  </a:lnTo>
                  <a:lnTo>
                    <a:pt x="1767" y="91"/>
                  </a:lnTo>
                  <a:lnTo>
                    <a:pt x="1772" y="91"/>
                  </a:lnTo>
                  <a:lnTo>
                    <a:pt x="1775" y="89"/>
                  </a:lnTo>
                  <a:lnTo>
                    <a:pt x="1781" y="89"/>
                  </a:lnTo>
                  <a:lnTo>
                    <a:pt x="1782" y="87"/>
                  </a:lnTo>
                  <a:lnTo>
                    <a:pt x="1786" y="89"/>
                  </a:lnTo>
                  <a:lnTo>
                    <a:pt x="1789" y="92"/>
                  </a:lnTo>
                  <a:lnTo>
                    <a:pt x="1793" y="98"/>
                  </a:lnTo>
                  <a:lnTo>
                    <a:pt x="1796" y="103"/>
                  </a:lnTo>
                  <a:lnTo>
                    <a:pt x="1791" y="115"/>
                  </a:lnTo>
                  <a:lnTo>
                    <a:pt x="1786" y="127"/>
                  </a:lnTo>
                  <a:lnTo>
                    <a:pt x="1782" y="141"/>
                  </a:lnTo>
                  <a:lnTo>
                    <a:pt x="1770" y="141"/>
                  </a:lnTo>
                  <a:lnTo>
                    <a:pt x="1761" y="145"/>
                  </a:lnTo>
                  <a:lnTo>
                    <a:pt x="1753" y="150"/>
                  </a:lnTo>
                  <a:lnTo>
                    <a:pt x="1739" y="154"/>
                  </a:lnTo>
                  <a:lnTo>
                    <a:pt x="1730" y="147"/>
                  </a:lnTo>
                  <a:lnTo>
                    <a:pt x="1718" y="143"/>
                  </a:lnTo>
                  <a:lnTo>
                    <a:pt x="1706" y="138"/>
                  </a:lnTo>
                  <a:lnTo>
                    <a:pt x="1704" y="134"/>
                  </a:lnTo>
                  <a:lnTo>
                    <a:pt x="1704" y="131"/>
                  </a:lnTo>
                  <a:lnTo>
                    <a:pt x="1702" y="127"/>
                  </a:lnTo>
                  <a:lnTo>
                    <a:pt x="1700" y="122"/>
                  </a:lnTo>
                  <a:lnTo>
                    <a:pt x="1695" y="117"/>
                  </a:lnTo>
                  <a:lnTo>
                    <a:pt x="1690" y="112"/>
                  </a:lnTo>
                  <a:lnTo>
                    <a:pt x="1686" y="108"/>
                  </a:lnTo>
                  <a:lnTo>
                    <a:pt x="1683" y="101"/>
                  </a:lnTo>
                  <a:lnTo>
                    <a:pt x="1681" y="89"/>
                  </a:lnTo>
                  <a:lnTo>
                    <a:pt x="1688" y="80"/>
                  </a:lnTo>
                  <a:lnTo>
                    <a:pt x="1693" y="73"/>
                  </a:lnTo>
                  <a:lnTo>
                    <a:pt x="1700" y="73"/>
                  </a:lnTo>
                  <a:lnTo>
                    <a:pt x="1706" y="75"/>
                  </a:lnTo>
                  <a:lnTo>
                    <a:pt x="1713" y="77"/>
                  </a:lnTo>
                  <a:lnTo>
                    <a:pt x="1720" y="77"/>
                  </a:lnTo>
                  <a:lnTo>
                    <a:pt x="1720" y="65"/>
                  </a:lnTo>
                  <a:lnTo>
                    <a:pt x="1723" y="63"/>
                  </a:lnTo>
                  <a:lnTo>
                    <a:pt x="1727" y="61"/>
                  </a:lnTo>
                  <a:lnTo>
                    <a:pt x="1728" y="61"/>
                  </a:lnTo>
                  <a:lnTo>
                    <a:pt x="1732" y="59"/>
                  </a:lnTo>
                  <a:lnTo>
                    <a:pt x="1735" y="58"/>
                  </a:lnTo>
                  <a:close/>
                  <a:moveTo>
                    <a:pt x="2186" y="45"/>
                  </a:moveTo>
                  <a:lnTo>
                    <a:pt x="2200" y="45"/>
                  </a:lnTo>
                  <a:lnTo>
                    <a:pt x="2208" y="54"/>
                  </a:lnTo>
                  <a:lnTo>
                    <a:pt x="2217" y="59"/>
                  </a:lnTo>
                  <a:lnTo>
                    <a:pt x="2224" y="66"/>
                  </a:lnTo>
                  <a:lnTo>
                    <a:pt x="2231" y="77"/>
                  </a:lnTo>
                  <a:lnTo>
                    <a:pt x="2215" y="77"/>
                  </a:lnTo>
                  <a:lnTo>
                    <a:pt x="2205" y="66"/>
                  </a:lnTo>
                  <a:lnTo>
                    <a:pt x="2194" y="58"/>
                  </a:lnTo>
                  <a:lnTo>
                    <a:pt x="2186" y="45"/>
                  </a:lnTo>
                  <a:close/>
                  <a:moveTo>
                    <a:pt x="421" y="45"/>
                  </a:moveTo>
                  <a:lnTo>
                    <a:pt x="433" y="45"/>
                  </a:lnTo>
                  <a:lnTo>
                    <a:pt x="438" y="49"/>
                  </a:lnTo>
                  <a:lnTo>
                    <a:pt x="442" y="52"/>
                  </a:lnTo>
                  <a:lnTo>
                    <a:pt x="444" y="56"/>
                  </a:lnTo>
                  <a:lnTo>
                    <a:pt x="447" y="61"/>
                  </a:lnTo>
                  <a:lnTo>
                    <a:pt x="449" y="65"/>
                  </a:lnTo>
                  <a:lnTo>
                    <a:pt x="458" y="56"/>
                  </a:lnTo>
                  <a:lnTo>
                    <a:pt x="468" y="52"/>
                  </a:lnTo>
                  <a:lnTo>
                    <a:pt x="484" y="54"/>
                  </a:lnTo>
                  <a:lnTo>
                    <a:pt x="484" y="68"/>
                  </a:lnTo>
                  <a:lnTo>
                    <a:pt x="506" y="70"/>
                  </a:lnTo>
                  <a:lnTo>
                    <a:pt x="526" y="73"/>
                  </a:lnTo>
                  <a:lnTo>
                    <a:pt x="543" y="77"/>
                  </a:lnTo>
                  <a:lnTo>
                    <a:pt x="562" y="79"/>
                  </a:lnTo>
                  <a:lnTo>
                    <a:pt x="583" y="77"/>
                  </a:lnTo>
                  <a:lnTo>
                    <a:pt x="583" y="89"/>
                  </a:lnTo>
                  <a:lnTo>
                    <a:pt x="587" y="89"/>
                  </a:lnTo>
                  <a:lnTo>
                    <a:pt x="590" y="89"/>
                  </a:lnTo>
                  <a:lnTo>
                    <a:pt x="592" y="89"/>
                  </a:lnTo>
                  <a:lnTo>
                    <a:pt x="594" y="91"/>
                  </a:lnTo>
                  <a:lnTo>
                    <a:pt x="596" y="92"/>
                  </a:lnTo>
                  <a:lnTo>
                    <a:pt x="592" y="92"/>
                  </a:lnTo>
                  <a:lnTo>
                    <a:pt x="576" y="103"/>
                  </a:lnTo>
                  <a:lnTo>
                    <a:pt x="557" y="115"/>
                  </a:lnTo>
                  <a:lnTo>
                    <a:pt x="534" y="126"/>
                  </a:lnTo>
                  <a:lnTo>
                    <a:pt x="513" y="138"/>
                  </a:lnTo>
                  <a:lnTo>
                    <a:pt x="498" y="148"/>
                  </a:lnTo>
                  <a:lnTo>
                    <a:pt x="487" y="157"/>
                  </a:lnTo>
                  <a:lnTo>
                    <a:pt x="503" y="157"/>
                  </a:lnTo>
                  <a:lnTo>
                    <a:pt x="508" y="154"/>
                  </a:lnTo>
                  <a:lnTo>
                    <a:pt x="513" y="152"/>
                  </a:lnTo>
                  <a:lnTo>
                    <a:pt x="519" y="150"/>
                  </a:lnTo>
                  <a:lnTo>
                    <a:pt x="526" y="150"/>
                  </a:lnTo>
                  <a:lnTo>
                    <a:pt x="526" y="154"/>
                  </a:lnTo>
                  <a:lnTo>
                    <a:pt x="505" y="169"/>
                  </a:lnTo>
                  <a:lnTo>
                    <a:pt x="487" y="185"/>
                  </a:lnTo>
                  <a:lnTo>
                    <a:pt x="472" y="201"/>
                  </a:lnTo>
                  <a:lnTo>
                    <a:pt x="454" y="215"/>
                  </a:lnTo>
                  <a:lnTo>
                    <a:pt x="435" y="227"/>
                  </a:lnTo>
                  <a:lnTo>
                    <a:pt x="410" y="234"/>
                  </a:lnTo>
                  <a:lnTo>
                    <a:pt x="410" y="246"/>
                  </a:lnTo>
                  <a:lnTo>
                    <a:pt x="398" y="248"/>
                  </a:lnTo>
                  <a:lnTo>
                    <a:pt x="384" y="253"/>
                  </a:lnTo>
                  <a:lnTo>
                    <a:pt x="376" y="260"/>
                  </a:lnTo>
                  <a:lnTo>
                    <a:pt x="381" y="264"/>
                  </a:lnTo>
                  <a:lnTo>
                    <a:pt x="384" y="267"/>
                  </a:lnTo>
                  <a:lnTo>
                    <a:pt x="386" y="269"/>
                  </a:lnTo>
                  <a:lnTo>
                    <a:pt x="386" y="272"/>
                  </a:lnTo>
                  <a:lnTo>
                    <a:pt x="386" y="276"/>
                  </a:lnTo>
                  <a:lnTo>
                    <a:pt x="384" y="281"/>
                  </a:lnTo>
                  <a:lnTo>
                    <a:pt x="384" y="288"/>
                  </a:lnTo>
                  <a:lnTo>
                    <a:pt x="346" y="291"/>
                  </a:lnTo>
                  <a:lnTo>
                    <a:pt x="346" y="295"/>
                  </a:lnTo>
                  <a:lnTo>
                    <a:pt x="351" y="297"/>
                  </a:lnTo>
                  <a:lnTo>
                    <a:pt x="353" y="297"/>
                  </a:lnTo>
                  <a:lnTo>
                    <a:pt x="356" y="297"/>
                  </a:lnTo>
                  <a:lnTo>
                    <a:pt x="356" y="297"/>
                  </a:lnTo>
                  <a:lnTo>
                    <a:pt x="358" y="298"/>
                  </a:lnTo>
                  <a:lnTo>
                    <a:pt x="358" y="300"/>
                  </a:lnTo>
                  <a:lnTo>
                    <a:pt x="362" y="304"/>
                  </a:lnTo>
                  <a:lnTo>
                    <a:pt x="356" y="304"/>
                  </a:lnTo>
                  <a:lnTo>
                    <a:pt x="348" y="307"/>
                  </a:lnTo>
                  <a:lnTo>
                    <a:pt x="337" y="311"/>
                  </a:lnTo>
                  <a:lnTo>
                    <a:pt x="327" y="314"/>
                  </a:lnTo>
                  <a:lnTo>
                    <a:pt x="330" y="316"/>
                  </a:lnTo>
                  <a:lnTo>
                    <a:pt x="332" y="316"/>
                  </a:lnTo>
                  <a:lnTo>
                    <a:pt x="334" y="316"/>
                  </a:lnTo>
                  <a:lnTo>
                    <a:pt x="335" y="318"/>
                  </a:lnTo>
                  <a:lnTo>
                    <a:pt x="337" y="318"/>
                  </a:lnTo>
                  <a:lnTo>
                    <a:pt x="335" y="321"/>
                  </a:lnTo>
                  <a:lnTo>
                    <a:pt x="334" y="325"/>
                  </a:lnTo>
                  <a:lnTo>
                    <a:pt x="332" y="326"/>
                  </a:lnTo>
                  <a:lnTo>
                    <a:pt x="334" y="328"/>
                  </a:lnTo>
                  <a:lnTo>
                    <a:pt x="334" y="330"/>
                  </a:lnTo>
                  <a:lnTo>
                    <a:pt x="335" y="333"/>
                  </a:lnTo>
                  <a:lnTo>
                    <a:pt x="337" y="337"/>
                  </a:lnTo>
                  <a:lnTo>
                    <a:pt x="330" y="339"/>
                  </a:lnTo>
                  <a:lnTo>
                    <a:pt x="325" y="339"/>
                  </a:lnTo>
                  <a:lnTo>
                    <a:pt x="320" y="339"/>
                  </a:lnTo>
                  <a:lnTo>
                    <a:pt x="314" y="342"/>
                  </a:lnTo>
                  <a:lnTo>
                    <a:pt x="332" y="342"/>
                  </a:lnTo>
                  <a:lnTo>
                    <a:pt x="346" y="346"/>
                  </a:lnTo>
                  <a:lnTo>
                    <a:pt x="346" y="353"/>
                  </a:lnTo>
                  <a:lnTo>
                    <a:pt x="323" y="353"/>
                  </a:lnTo>
                  <a:lnTo>
                    <a:pt x="321" y="358"/>
                  </a:lnTo>
                  <a:lnTo>
                    <a:pt x="321" y="360"/>
                  </a:lnTo>
                  <a:lnTo>
                    <a:pt x="321" y="361"/>
                  </a:lnTo>
                  <a:lnTo>
                    <a:pt x="320" y="363"/>
                  </a:lnTo>
                  <a:lnTo>
                    <a:pt x="318" y="365"/>
                  </a:lnTo>
                  <a:lnTo>
                    <a:pt x="309" y="368"/>
                  </a:lnTo>
                  <a:lnTo>
                    <a:pt x="297" y="368"/>
                  </a:lnTo>
                  <a:lnTo>
                    <a:pt x="285" y="368"/>
                  </a:lnTo>
                  <a:lnTo>
                    <a:pt x="273" y="361"/>
                  </a:lnTo>
                  <a:lnTo>
                    <a:pt x="257" y="361"/>
                  </a:lnTo>
                  <a:lnTo>
                    <a:pt x="241" y="363"/>
                  </a:lnTo>
                  <a:lnTo>
                    <a:pt x="224" y="365"/>
                  </a:lnTo>
                  <a:lnTo>
                    <a:pt x="208" y="363"/>
                  </a:lnTo>
                  <a:lnTo>
                    <a:pt x="192" y="358"/>
                  </a:lnTo>
                  <a:lnTo>
                    <a:pt x="191" y="356"/>
                  </a:lnTo>
                  <a:lnTo>
                    <a:pt x="191" y="354"/>
                  </a:lnTo>
                  <a:lnTo>
                    <a:pt x="189" y="354"/>
                  </a:lnTo>
                  <a:lnTo>
                    <a:pt x="189" y="353"/>
                  </a:lnTo>
                  <a:lnTo>
                    <a:pt x="189" y="349"/>
                  </a:lnTo>
                  <a:lnTo>
                    <a:pt x="192" y="349"/>
                  </a:lnTo>
                  <a:lnTo>
                    <a:pt x="194" y="346"/>
                  </a:lnTo>
                  <a:lnTo>
                    <a:pt x="198" y="342"/>
                  </a:lnTo>
                  <a:lnTo>
                    <a:pt x="199" y="340"/>
                  </a:lnTo>
                  <a:lnTo>
                    <a:pt x="203" y="339"/>
                  </a:lnTo>
                  <a:lnTo>
                    <a:pt x="205" y="335"/>
                  </a:lnTo>
                  <a:lnTo>
                    <a:pt x="208" y="330"/>
                  </a:lnTo>
                  <a:lnTo>
                    <a:pt x="201" y="328"/>
                  </a:lnTo>
                  <a:lnTo>
                    <a:pt x="196" y="325"/>
                  </a:lnTo>
                  <a:lnTo>
                    <a:pt x="192" y="319"/>
                  </a:lnTo>
                  <a:lnTo>
                    <a:pt x="191" y="314"/>
                  </a:lnTo>
                  <a:lnTo>
                    <a:pt x="189" y="307"/>
                  </a:lnTo>
                  <a:lnTo>
                    <a:pt x="196" y="307"/>
                  </a:lnTo>
                  <a:lnTo>
                    <a:pt x="208" y="304"/>
                  </a:lnTo>
                  <a:lnTo>
                    <a:pt x="222" y="307"/>
                  </a:lnTo>
                  <a:lnTo>
                    <a:pt x="234" y="312"/>
                  </a:lnTo>
                  <a:lnTo>
                    <a:pt x="246" y="318"/>
                  </a:lnTo>
                  <a:lnTo>
                    <a:pt x="246" y="311"/>
                  </a:lnTo>
                  <a:lnTo>
                    <a:pt x="234" y="305"/>
                  </a:lnTo>
                  <a:lnTo>
                    <a:pt x="224" y="300"/>
                  </a:lnTo>
                  <a:lnTo>
                    <a:pt x="215" y="291"/>
                  </a:lnTo>
                  <a:lnTo>
                    <a:pt x="218" y="291"/>
                  </a:lnTo>
                  <a:lnTo>
                    <a:pt x="227" y="278"/>
                  </a:lnTo>
                  <a:lnTo>
                    <a:pt x="238" y="269"/>
                  </a:lnTo>
                  <a:lnTo>
                    <a:pt x="252" y="262"/>
                  </a:lnTo>
                  <a:lnTo>
                    <a:pt x="269" y="257"/>
                  </a:lnTo>
                  <a:lnTo>
                    <a:pt x="269" y="253"/>
                  </a:lnTo>
                  <a:lnTo>
                    <a:pt x="253" y="248"/>
                  </a:lnTo>
                  <a:lnTo>
                    <a:pt x="241" y="239"/>
                  </a:lnTo>
                  <a:lnTo>
                    <a:pt x="231" y="227"/>
                  </a:lnTo>
                  <a:lnTo>
                    <a:pt x="222" y="215"/>
                  </a:lnTo>
                  <a:lnTo>
                    <a:pt x="227" y="213"/>
                  </a:lnTo>
                  <a:lnTo>
                    <a:pt x="231" y="213"/>
                  </a:lnTo>
                  <a:lnTo>
                    <a:pt x="236" y="211"/>
                  </a:lnTo>
                  <a:lnTo>
                    <a:pt x="241" y="211"/>
                  </a:lnTo>
                  <a:lnTo>
                    <a:pt x="248" y="216"/>
                  </a:lnTo>
                  <a:lnTo>
                    <a:pt x="253" y="222"/>
                  </a:lnTo>
                  <a:lnTo>
                    <a:pt x="260" y="227"/>
                  </a:lnTo>
                  <a:lnTo>
                    <a:pt x="260" y="223"/>
                  </a:lnTo>
                  <a:lnTo>
                    <a:pt x="259" y="220"/>
                  </a:lnTo>
                  <a:lnTo>
                    <a:pt x="257" y="220"/>
                  </a:lnTo>
                  <a:lnTo>
                    <a:pt x="257" y="218"/>
                  </a:lnTo>
                  <a:lnTo>
                    <a:pt x="255" y="216"/>
                  </a:lnTo>
                  <a:lnTo>
                    <a:pt x="255" y="215"/>
                  </a:lnTo>
                  <a:lnTo>
                    <a:pt x="253" y="211"/>
                  </a:lnTo>
                  <a:lnTo>
                    <a:pt x="257" y="211"/>
                  </a:lnTo>
                  <a:lnTo>
                    <a:pt x="257" y="208"/>
                  </a:lnTo>
                  <a:lnTo>
                    <a:pt x="273" y="202"/>
                  </a:lnTo>
                  <a:lnTo>
                    <a:pt x="288" y="199"/>
                  </a:lnTo>
                  <a:lnTo>
                    <a:pt x="304" y="197"/>
                  </a:lnTo>
                  <a:lnTo>
                    <a:pt x="323" y="199"/>
                  </a:lnTo>
                  <a:lnTo>
                    <a:pt x="314" y="188"/>
                  </a:lnTo>
                  <a:lnTo>
                    <a:pt x="325" y="185"/>
                  </a:lnTo>
                  <a:lnTo>
                    <a:pt x="337" y="180"/>
                  </a:lnTo>
                  <a:lnTo>
                    <a:pt x="349" y="175"/>
                  </a:lnTo>
                  <a:lnTo>
                    <a:pt x="356" y="169"/>
                  </a:lnTo>
                  <a:lnTo>
                    <a:pt x="362" y="169"/>
                  </a:lnTo>
                  <a:lnTo>
                    <a:pt x="362" y="166"/>
                  </a:lnTo>
                  <a:lnTo>
                    <a:pt x="353" y="166"/>
                  </a:lnTo>
                  <a:lnTo>
                    <a:pt x="349" y="168"/>
                  </a:lnTo>
                  <a:lnTo>
                    <a:pt x="346" y="169"/>
                  </a:lnTo>
                  <a:lnTo>
                    <a:pt x="344" y="169"/>
                  </a:lnTo>
                  <a:lnTo>
                    <a:pt x="342" y="169"/>
                  </a:lnTo>
                  <a:lnTo>
                    <a:pt x="341" y="169"/>
                  </a:lnTo>
                  <a:lnTo>
                    <a:pt x="339" y="168"/>
                  </a:lnTo>
                  <a:lnTo>
                    <a:pt x="337" y="166"/>
                  </a:lnTo>
                  <a:lnTo>
                    <a:pt x="334" y="166"/>
                  </a:lnTo>
                  <a:lnTo>
                    <a:pt x="330" y="169"/>
                  </a:lnTo>
                  <a:lnTo>
                    <a:pt x="325" y="175"/>
                  </a:lnTo>
                  <a:lnTo>
                    <a:pt x="320" y="180"/>
                  </a:lnTo>
                  <a:lnTo>
                    <a:pt x="316" y="185"/>
                  </a:lnTo>
                  <a:lnTo>
                    <a:pt x="311" y="188"/>
                  </a:lnTo>
                  <a:lnTo>
                    <a:pt x="292" y="194"/>
                  </a:lnTo>
                  <a:lnTo>
                    <a:pt x="274" y="194"/>
                  </a:lnTo>
                  <a:lnTo>
                    <a:pt x="257" y="190"/>
                  </a:lnTo>
                  <a:lnTo>
                    <a:pt x="241" y="183"/>
                  </a:lnTo>
                  <a:lnTo>
                    <a:pt x="239" y="183"/>
                  </a:lnTo>
                  <a:lnTo>
                    <a:pt x="236" y="185"/>
                  </a:lnTo>
                  <a:lnTo>
                    <a:pt x="231" y="187"/>
                  </a:lnTo>
                  <a:lnTo>
                    <a:pt x="227" y="188"/>
                  </a:lnTo>
                  <a:lnTo>
                    <a:pt x="224" y="190"/>
                  </a:lnTo>
                  <a:lnTo>
                    <a:pt x="218" y="192"/>
                  </a:lnTo>
                  <a:lnTo>
                    <a:pt x="215" y="183"/>
                  </a:lnTo>
                  <a:lnTo>
                    <a:pt x="218" y="182"/>
                  </a:lnTo>
                  <a:lnTo>
                    <a:pt x="218" y="182"/>
                  </a:lnTo>
                  <a:lnTo>
                    <a:pt x="220" y="180"/>
                  </a:lnTo>
                  <a:lnTo>
                    <a:pt x="222" y="176"/>
                  </a:lnTo>
                  <a:lnTo>
                    <a:pt x="212" y="176"/>
                  </a:lnTo>
                  <a:lnTo>
                    <a:pt x="208" y="178"/>
                  </a:lnTo>
                  <a:lnTo>
                    <a:pt x="203" y="180"/>
                  </a:lnTo>
                  <a:lnTo>
                    <a:pt x="198" y="180"/>
                  </a:lnTo>
                  <a:lnTo>
                    <a:pt x="192" y="180"/>
                  </a:lnTo>
                  <a:lnTo>
                    <a:pt x="189" y="169"/>
                  </a:lnTo>
                  <a:lnTo>
                    <a:pt x="192" y="168"/>
                  </a:lnTo>
                  <a:lnTo>
                    <a:pt x="194" y="168"/>
                  </a:lnTo>
                  <a:lnTo>
                    <a:pt x="196" y="168"/>
                  </a:lnTo>
                  <a:lnTo>
                    <a:pt x="198" y="166"/>
                  </a:lnTo>
                  <a:lnTo>
                    <a:pt x="199" y="166"/>
                  </a:lnTo>
                  <a:lnTo>
                    <a:pt x="177" y="169"/>
                  </a:lnTo>
                  <a:lnTo>
                    <a:pt x="175" y="164"/>
                  </a:lnTo>
                  <a:lnTo>
                    <a:pt x="171" y="161"/>
                  </a:lnTo>
                  <a:lnTo>
                    <a:pt x="170" y="159"/>
                  </a:lnTo>
                  <a:lnTo>
                    <a:pt x="168" y="155"/>
                  </a:lnTo>
                  <a:lnTo>
                    <a:pt x="164" y="150"/>
                  </a:lnTo>
                  <a:lnTo>
                    <a:pt x="170" y="148"/>
                  </a:lnTo>
                  <a:lnTo>
                    <a:pt x="173" y="148"/>
                  </a:lnTo>
                  <a:lnTo>
                    <a:pt x="175" y="148"/>
                  </a:lnTo>
                  <a:lnTo>
                    <a:pt x="177" y="148"/>
                  </a:lnTo>
                  <a:lnTo>
                    <a:pt x="177" y="147"/>
                  </a:lnTo>
                  <a:lnTo>
                    <a:pt x="178" y="145"/>
                  </a:lnTo>
                  <a:lnTo>
                    <a:pt x="180" y="141"/>
                  </a:lnTo>
                  <a:lnTo>
                    <a:pt x="173" y="140"/>
                  </a:lnTo>
                  <a:lnTo>
                    <a:pt x="166" y="138"/>
                  </a:lnTo>
                  <a:lnTo>
                    <a:pt x="163" y="134"/>
                  </a:lnTo>
                  <a:lnTo>
                    <a:pt x="157" y="131"/>
                  </a:lnTo>
                  <a:lnTo>
                    <a:pt x="161" y="131"/>
                  </a:lnTo>
                  <a:lnTo>
                    <a:pt x="161" y="126"/>
                  </a:lnTo>
                  <a:lnTo>
                    <a:pt x="178" y="129"/>
                  </a:lnTo>
                  <a:lnTo>
                    <a:pt x="187" y="127"/>
                  </a:lnTo>
                  <a:lnTo>
                    <a:pt x="194" y="124"/>
                  </a:lnTo>
                  <a:lnTo>
                    <a:pt x="198" y="119"/>
                  </a:lnTo>
                  <a:lnTo>
                    <a:pt x="203" y="112"/>
                  </a:lnTo>
                  <a:lnTo>
                    <a:pt x="212" y="108"/>
                  </a:lnTo>
                  <a:lnTo>
                    <a:pt x="222" y="105"/>
                  </a:lnTo>
                  <a:lnTo>
                    <a:pt x="229" y="108"/>
                  </a:lnTo>
                  <a:lnTo>
                    <a:pt x="238" y="112"/>
                  </a:lnTo>
                  <a:lnTo>
                    <a:pt x="245" y="113"/>
                  </a:lnTo>
                  <a:lnTo>
                    <a:pt x="253" y="112"/>
                  </a:lnTo>
                  <a:lnTo>
                    <a:pt x="250" y="110"/>
                  </a:lnTo>
                  <a:lnTo>
                    <a:pt x="246" y="108"/>
                  </a:lnTo>
                  <a:lnTo>
                    <a:pt x="245" y="108"/>
                  </a:lnTo>
                  <a:lnTo>
                    <a:pt x="245" y="106"/>
                  </a:lnTo>
                  <a:lnTo>
                    <a:pt x="243" y="105"/>
                  </a:lnTo>
                  <a:lnTo>
                    <a:pt x="243" y="101"/>
                  </a:lnTo>
                  <a:lnTo>
                    <a:pt x="241" y="96"/>
                  </a:lnTo>
                  <a:lnTo>
                    <a:pt x="246" y="94"/>
                  </a:lnTo>
                  <a:lnTo>
                    <a:pt x="250" y="92"/>
                  </a:lnTo>
                  <a:lnTo>
                    <a:pt x="253" y="92"/>
                  </a:lnTo>
                  <a:lnTo>
                    <a:pt x="255" y="91"/>
                  </a:lnTo>
                  <a:lnTo>
                    <a:pt x="259" y="89"/>
                  </a:lnTo>
                  <a:lnTo>
                    <a:pt x="266" y="89"/>
                  </a:lnTo>
                  <a:lnTo>
                    <a:pt x="269" y="91"/>
                  </a:lnTo>
                  <a:lnTo>
                    <a:pt x="273" y="94"/>
                  </a:lnTo>
                  <a:lnTo>
                    <a:pt x="276" y="96"/>
                  </a:lnTo>
                  <a:lnTo>
                    <a:pt x="276" y="92"/>
                  </a:lnTo>
                  <a:lnTo>
                    <a:pt x="274" y="91"/>
                  </a:lnTo>
                  <a:lnTo>
                    <a:pt x="274" y="89"/>
                  </a:lnTo>
                  <a:lnTo>
                    <a:pt x="274" y="89"/>
                  </a:lnTo>
                  <a:lnTo>
                    <a:pt x="274" y="87"/>
                  </a:lnTo>
                  <a:lnTo>
                    <a:pt x="273" y="84"/>
                  </a:lnTo>
                  <a:lnTo>
                    <a:pt x="278" y="82"/>
                  </a:lnTo>
                  <a:lnTo>
                    <a:pt x="281" y="80"/>
                  </a:lnTo>
                  <a:lnTo>
                    <a:pt x="287" y="77"/>
                  </a:lnTo>
                  <a:lnTo>
                    <a:pt x="290" y="73"/>
                  </a:lnTo>
                  <a:lnTo>
                    <a:pt x="292" y="73"/>
                  </a:lnTo>
                  <a:lnTo>
                    <a:pt x="299" y="73"/>
                  </a:lnTo>
                  <a:lnTo>
                    <a:pt x="304" y="75"/>
                  </a:lnTo>
                  <a:lnTo>
                    <a:pt x="308" y="79"/>
                  </a:lnTo>
                  <a:lnTo>
                    <a:pt x="314" y="79"/>
                  </a:lnTo>
                  <a:lnTo>
                    <a:pt x="323" y="77"/>
                  </a:lnTo>
                  <a:lnTo>
                    <a:pt x="327" y="65"/>
                  </a:lnTo>
                  <a:lnTo>
                    <a:pt x="332" y="63"/>
                  </a:lnTo>
                  <a:lnTo>
                    <a:pt x="337" y="63"/>
                  </a:lnTo>
                  <a:lnTo>
                    <a:pt x="342" y="63"/>
                  </a:lnTo>
                  <a:lnTo>
                    <a:pt x="346" y="65"/>
                  </a:lnTo>
                  <a:lnTo>
                    <a:pt x="349" y="65"/>
                  </a:lnTo>
                  <a:lnTo>
                    <a:pt x="356" y="54"/>
                  </a:lnTo>
                  <a:lnTo>
                    <a:pt x="367" y="52"/>
                  </a:lnTo>
                  <a:lnTo>
                    <a:pt x="374" y="56"/>
                  </a:lnTo>
                  <a:lnTo>
                    <a:pt x="381" y="59"/>
                  </a:lnTo>
                  <a:lnTo>
                    <a:pt x="388" y="61"/>
                  </a:lnTo>
                  <a:lnTo>
                    <a:pt x="397" y="58"/>
                  </a:lnTo>
                  <a:lnTo>
                    <a:pt x="409" y="51"/>
                  </a:lnTo>
                  <a:lnTo>
                    <a:pt x="421" y="45"/>
                  </a:lnTo>
                  <a:close/>
                  <a:moveTo>
                    <a:pt x="2104" y="42"/>
                  </a:moveTo>
                  <a:lnTo>
                    <a:pt x="2111" y="44"/>
                  </a:lnTo>
                  <a:lnTo>
                    <a:pt x="2118" y="47"/>
                  </a:lnTo>
                  <a:lnTo>
                    <a:pt x="2121" y="51"/>
                  </a:lnTo>
                  <a:lnTo>
                    <a:pt x="2126" y="54"/>
                  </a:lnTo>
                  <a:lnTo>
                    <a:pt x="2132" y="58"/>
                  </a:lnTo>
                  <a:lnTo>
                    <a:pt x="2128" y="68"/>
                  </a:lnTo>
                  <a:lnTo>
                    <a:pt x="2107" y="80"/>
                  </a:lnTo>
                  <a:lnTo>
                    <a:pt x="2091" y="94"/>
                  </a:lnTo>
                  <a:lnTo>
                    <a:pt x="2077" y="112"/>
                  </a:lnTo>
                  <a:lnTo>
                    <a:pt x="2074" y="112"/>
                  </a:lnTo>
                  <a:lnTo>
                    <a:pt x="2074" y="108"/>
                  </a:lnTo>
                  <a:lnTo>
                    <a:pt x="2069" y="105"/>
                  </a:lnTo>
                  <a:lnTo>
                    <a:pt x="2065" y="101"/>
                  </a:lnTo>
                  <a:lnTo>
                    <a:pt x="2063" y="98"/>
                  </a:lnTo>
                  <a:lnTo>
                    <a:pt x="2060" y="94"/>
                  </a:lnTo>
                  <a:lnTo>
                    <a:pt x="2058" y="89"/>
                  </a:lnTo>
                  <a:lnTo>
                    <a:pt x="2062" y="82"/>
                  </a:lnTo>
                  <a:lnTo>
                    <a:pt x="2063" y="77"/>
                  </a:lnTo>
                  <a:lnTo>
                    <a:pt x="2065" y="68"/>
                  </a:lnTo>
                  <a:lnTo>
                    <a:pt x="2039" y="68"/>
                  </a:lnTo>
                  <a:lnTo>
                    <a:pt x="2039" y="61"/>
                  </a:lnTo>
                  <a:lnTo>
                    <a:pt x="2053" y="56"/>
                  </a:lnTo>
                  <a:lnTo>
                    <a:pt x="2067" y="52"/>
                  </a:lnTo>
                  <a:lnTo>
                    <a:pt x="2084" y="49"/>
                  </a:lnTo>
                  <a:lnTo>
                    <a:pt x="2086" y="54"/>
                  </a:lnTo>
                  <a:lnTo>
                    <a:pt x="2088" y="56"/>
                  </a:lnTo>
                  <a:lnTo>
                    <a:pt x="2088" y="58"/>
                  </a:lnTo>
                  <a:lnTo>
                    <a:pt x="2090" y="58"/>
                  </a:lnTo>
                  <a:lnTo>
                    <a:pt x="2090" y="59"/>
                  </a:lnTo>
                  <a:lnTo>
                    <a:pt x="2093" y="61"/>
                  </a:lnTo>
                  <a:lnTo>
                    <a:pt x="2095" y="56"/>
                  </a:lnTo>
                  <a:lnTo>
                    <a:pt x="2097" y="52"/>
                  </a:lnTo>
                  <a:lnTo>
                    <a:pt x="2098" y="49"/>
                  </a:lnTo>
                  <a:lnTo>
                    <a:pt x="2102" y="45"/>
                  </a:lnTo>
                  <a:lnTo>
                    <a:pt x="2104" y="42"/>
                  </a:lnTo>
                  <a:close/>
                  <a:moveTo>
                    <a:pt x="2147" y="23"/>
                  </a:moveTo>
                  <a:lnTo>
                    <a:pt x="2151" y="24"/>
                  </a:lnTo>
                  <a:lnTo>
                    <a:pt x="2152" y="24"/>
                  </a:lnTo>
                  <a:lnTo>
                    <a:pt x="2154" y="26"/>
                  </a:lnTo>
                  <a:lnTo>
                    <a:pt x="2154" y="26"/>
                  </a:lnTo>
                  <a:lnTo>
                    <a:pt x="2156" y="28"/>
                  </a:lnTo>
                  <a:lnTo>
                    <a:pt x="2158" y="31"/>
                  </a:lnTo>
                  <a:lnTo>
                    <a:pt x="2161" y="37"/>
                  </a:lnTo>
                  <a:lnTo>
                    <a:pt x="2165" y="42"/>
                  </a:lnTo>
                  <a:lnTo>
                    <a:pt x="2166" y="49"/>
                  </a:lnTo>
                  <a:lnTo>
                    <a:pt x="2158" y="49"/>
                  </a:lnTo>
                  <a:lnTo>
                    <a:pt x="2158" y="45"/>
                  </a:lnTo>
                  <a:lnTo>
                    <a:pt x="2154" y="42"/>
                  </a:lnTo>
                  <a:lnTo>
                    <a:pt x="2151" y="38"/>
                  </a:lnTo>
                  <a:lnTo>
                    <a:pt x="2149" y="35"/>
                  </a:lnTo>
                  <a:lnTo>
                    <a:pt x="2147" y="30"/>
                  </a:lnTo>
                  <a:lnTo>
                    <a:pt x="2147" y="23"/>
                  </a:lnTo>
                  <a:close/>
                  <a:moveTo>
                    <a:pt x="943" y="19"/>
                  </a:moveTo>
                  <a:lnTo>
                    <a:pt x="967" y="19"/>
                  </a:lnTo>
                  <a:lnTo>
                    <a:pt x="992" y="23"/>
                  </a:lnTo>
                  <a:lnTo>
                    <a:pt x="1014" y="26"/>
                  </a:lnTo>
                  <a:lnTo>
                    <a:pt x="1034" y="31"/>
                  </a:lnTo>
                  <a:lnTo>
                    <a:pt x="1063" y="26"/>
                  </a:lnTo>
                  <a:lnTo>
                    <a:pt x="1067" y="30"/>
                  </a:lnTo>
                  <a:lnTo>
                    <a:pt x="1070" y="31"/>
                  </a:lnTo>
                  <a:lnTo>
                    <a:pt x="1074" y="37"/>
                  </a:lnTo>
                  <a:lnTo>
                    <a:pt x="1076" y="40"/>
                  </a:lnTo>
                  <a:lnTo>
                    <a:pt x="1079" y="42"/>
                  </a:lnTo>
                  <a:lnTo>
                    <a:pt x="1096" y="49"/>
                  </a:lnTo>
                  <a:lnTo>
                    <a:pt x="1116" y="54"/>
                  </a:lnTo>
                  <a:lnTo>
                    <a:pt x="1133" y="58"/>
                  </a:lnTo>
                  <a:lnTo>
                    <a:pt x="1133" y="65"/>
                  </a:lnTo>
                  <a:lnTo>
                    <a:pt x="1105" y="65"/>
                  </a:lnTo>
                  <a:lnTo>
                    <a:pt x="1093" y="59"/>
                  </a:lnTo>
                  <a:lnTo>
                    <a:pt x="1079" y="59"/>
                  </a:lnTo>
                  <a:lnTo>
                    <a:pt x="1063" y="61"/>
                  </a:lnTo>
                  <a:lnTo>
                    <a:pt x="1048" y="65"/>
                  </a:lnTo>
                  <a:lnTo>
                    <a:pt x="1048" y="73"/>
                  </a:lnTo>
                  <a:lnTo>
                    <a:pt x="1067" y="73"/>
                  </a:lnTo>
                  <a:lnTo>
                    <a:pt x="1081" y="70"/>
                  </a:lnTo>
                  <a:lnTo>
                    <a:pt x="1098" y="68"/>
                  </a:lnTo>
                  <a:lnTo>
                    <a:pt x="1119" y="68"/>
                  </a:lnTo>
                  <a:lnTo>
                    <a:pt x="1140" y="68"/>
                  </a:lnTo>
                  <a:lnTo>
                    <a:pt x="1156" y="68"/>
                  </a:lnTo>
                  <a:lnTo>
                    <a:pt x="1170" y="82"/>
                  </a:lnTo>
                  <a:lnTo>
                    <a:pt x="1187" y="92"/>
                  </a:lnTo>
                  <a:lnTo>
                    <a:pt x="1182" y="103"/>
                  </a:lnTo>
                  <a:lnTo>
                    <a:pt x="1172" y="110"/>
                  </a:lnTo>
                  <a:lnTo>
                    <a:pt x="1163" y="115"/>
                  </a:lnTo>
                  <a:lnTo>
                    <a:pt x="1151" y="119"/>
                  </a:lnTo>
                  <a:lnTo>
                    <a:pt x="1133" y="119"/>
                  </a:lnTo>
                  <a:lnTo>
                    <a:pt x="1117" y="124"/>
                  </a:lnTo>
                  <a:lnTo>
                    <a:pt x="1100" y="124"/>
                  </a:lnTo>
                  <a:lnTo>
                    <a:pt x="1081" y="122"/>
                  </a:lnTo>
                  <a:lnTo>
                    <a:pt x="1063" y="120"/>
                  </a:lnTo>
                  <a:lnTo>
                    <a:pt x="1046" y="120"/>
                  </a:lnTo>
                  <a:lnTo>
                    <a:pt x="1032" y="124"/>
                  </a:lnTo>
                  <a:lnTo>
                    <a:pt x="1021" y="134"/>
                  </a:lnTo>
                  <a:lnTo>
                    <a:pt x="1063" y="134"/>
                  </a:lnTo>
                  <a:lnTo>
                    <a:pt x="1076" y="131"/>
                  </a:lnTo>
                  <a:lnTo>
                    <a:pt x="1091" y="129"/>
                  </a:lnTo>
                  <a:lnTo>
                    <a:pt x="1109" y="131"/>
                  </a:lnTo>
                  <a:lnTo>
                    <a:pt x="1121" y="134"/>
                  </a:lnTo>
                  <a:lnTo>
                    <a:pt x="1124" y="147"/>
                  </a:lnTo>
                  <a:lnTo>
                    <a:pt x="1130" y="145"/>
                  </a:lnTo>
                  <a:lnTo>
                    <a:pt x="1138" y="140"/>
                  </a:lnTo>
                  <a:lnTo>
                    <a:pt x="1149" y="136"/>
                  </a:lnTo>
                  <a:lnTo>
                    <a:pt x="1159" y="134"/>
                  </a:lnTo>
                  <a:lnTo>
                    <a:pt x="1161" y="140"/>
                  </a:lnTo>
                  <a:lnTo>
                    <a:pt x="1163" y="143"/>
                  </a:lnTo>
                  <a:lnTo>
                    <a:pt x="1165" y="145"/>
                  </a:lnTo>
                  <a:lnTo>
                    <a:pt x="1168" y="147"/>
                  </a:lnTo>
                  <a:lnTo>
                    <a:pt x="1172" y="150"/>
                  </a:lnTo>
                  <a:lnTo>
                    <a:pt x="1156" y="180"/>
                  </a:lnTo>
                  <a:lnTo>
                    <a:pt x="1163" y="180"/>
                  </a:lnTo>
                  <a:lnTo>
                    <a:pt x="1175" y="173"/>
                  </a:lnTo>
                  <a:lnTo>
                    <a:pt x="1191" y="164"/>
                  </a:lnTo>
                  <a:lnTo>
                    <a:pt x="1210" y="157"/>
                  </a:lnTo>
                  <a:lnTo>
                    <a:pt x="1231" y="150"/>
                  </a:lnTo>
                  <a:lnTo>
                    <a:pt x="1254" y="145"/>
                  </a:lnTo>
                  <a:lnTo>
                    <a:pt x="1274" y="145"/>
                  </a:lnTo>
                  <a:lnTo>
                    <a:pt x="1294" y="147"/>
                  </a:lnTo>
                  <a:lnTo>
                    <a:pt x="1308" y="155"/>
                  </a:lnTo>
                  <a:lnTo>
                    <a:pt x="1316" y="169"/>
                  </a:lnTo>
                  <a:lnTo>
                    <a:pt x="1322" y="169"/>
                  </a:lnTo>
                  <a:lnTo>
                    <a:pt x="1322" y="171"/>
                  </a:lnTo>
                  <a:lnTo>
                    <a:pt x="1322" y="171"/>
                  </a:lnTo>
                  <a:lnTo>
                    <a:pt x="1320" y="173"/>
                  </a:lnTo>
                  <a:lnTo>
                    <a:pt x="1318" y="173"/>
                  </a:lnTo>
                  <a:lnTo>
                    <a:pt x="1318" y="173"/>
                  </a:lnTo>
                  <a:lnTo>
                    <a:pt x="1316" y="173"/>
                  </a:lnTo>
                  <a:lnTo>
                    <a:pt x="1313" y="176"/>
                  </a:lnTo>
                  <a:lnTo>
                    <a:pt x="1308" y="178"/>
                  </a:lnTo>
                  <a:lnTo>
                    <a:pt x="1302" y="180"/>
                  </a:lnTo>
                  <a:lnTo>
                    <a:pt x="1295" y="182"/>
                  </a:lnTo>
                  <a:lnTo>
                    <a:pt x="1290" y="183"/>
                  </a:lnTo>
                  <a:lnTo>
                    <a:pt x="1278" y="202"/>
                  </a:lnTo>
                  <a:lnTo>
                    <a:pt x="1255" y="216"/>
                  </a:lnTo>
                  <a:lnTo>
                    <a:pt x="1229" y="225"/>
                  </a:lnTo>
                  <a:lnTo>
                    <a:pt x="1198" y="230"/>
                  </a:lnTo>
                  <a:lnTo>
                    <a:pt x="1198" y="236"/>
                  </a:lnTo>
                  <a:lnTo>
                    <a:pt x="1198" y="239"/>
                  </a:lnTo>
                  <a:lnTo>
                    <a:pt x="1198" y="241"/>
                  </a:lnTo>
                  <a:lnTo>
                    <a:pt x="1196" y="243"/>
                  </a:lnTo>
                  <a:lnTo>
                    <a:pt x="1198" y="244"/>
                  </a:lnTo>
                  <a:lnTo>
                    <a:pt x="1198" y="246"/>
                  </a:lnTo>
                  <a:lnTo>
                    <a:pt x="1201" y="250"/>
                  </a:lnTo>
                  <a:lnTo>
                    <a:pt x="1206" y="253"/>
                  </a:lnTo>
                  <a:lnTo>
                    <a:pt x="1210" y="255"/>
                  </a:lnTo>
                  <a:lnTo>
                    <a:pt x="1213" y="258"/>
                  </a:lnTo>
                  <a:lnTo>
                    <a:pt x="1217" y="260"/>
                  </a:lnTo>
                  <a:lnTo>
                    <a:pt x="1220" y="265"/>
                  </a:lnTo>
                  <a:lnTo>
                    <a:pt x="1217" y="272"/>
                  </a:lnTo>
                  <a:lnTo>
                    <a:pt x="1213" y="288"/>
                  </a:lnTo>
                  <a:lnTo>
                    <a:pt x="1210" y="307"/>
                  </a:lnTo>
                  <a:lnTo>
                    <a:pt x="1206" y="326"/>
                  </a:lnTo>
                  <a:lnTo>
                    <a:pt x="1206" y="342"/>
                  </a:lnTo>
                  <a:lnTo>
                    <a:pt x="1210" y="340"/>
                  </a:lnTo>
                  <a:lnTo>
                    <a:pt x="1213" y="340"/>
                  </a:lnTo>
                  <a:lnTo>
                    <a:pt x="1215" y="340"/>
                  </a:lnTo>
                  <a:lnTo>
                    <a:pt x="1219" y="340"/>
                  </a:lnTo>
                  <a:lnTo>
                    <a:pt x="1220" y="340"/>
                  </a:lnTo>
                  <a:lnTo>
                    <a:pt x="1226" y="342"/>
                  </a:lnTo>
                  <a:lnTo>
                    <a:pt x="1224" y="347"/>
                  </a:lnTo>
                  <a:lnTo>
                    <a:pt x="1224" y="349"/>
                  </a:lnTo>
                  <a:lnTo>
                    <a:pt x="1224" y="353"/>
                  </a:lnTo>
                  <a:lnTo>
                    <a:pt x="1224" y="354"/>
                  </a:lnTo>
                  <a:lnTo>
                    <a:pt x="1224" y="358"/>
                  </a:lnTo>
                  <a:lnTo>
                    <a:pt x="1226" y="365"/>
                  </a:lnTo>
                  <a:lnTo>
                    <a:pt x="1220" y="365"/>
                  </a:lnTo>
                  <a:lnTo>
                    <a:pt x="1220" y="368"/>
                  </a:lnTo>
                  <a:lnTo>
                    <a:pt x="1217" y="367"/>
                  </a:lnTo>
                  <a:lnTo>
                    <a:pt x="1213" y="363"/>
                  </a:lnTo>
                  <a:lnTo>
                    <a:pt x="1212" y="361"/>
                  </a:lnTo>
                  <a:lnTo>
                    <a:pt x="1208" y="360"/>
                  </a:lnTo>
                  <a:lnTo>
                    <a:pt x="1205" y="358"/>
                  </a:lnTo>
                  <a:lnTo>
                    <a:pt x="1198" y="358"/>
                  </a:lnTo>
                  <a:lnTo>
                    <a:pt x="1194" y="360"/>
                  </a:lnTo>
                  <a:lnTo>
                    <a:pt x="1191" y="361"/>
                  </a:lnTo>
                  <a:lnTo>
                    <a:pt x="1187" y="363"/>
                  </a:lnTo>
                  <a:lnTo>
                    <a:pt x="1185" y="365"/>
                  </a:lnTo>
                  <a:lnTo>
                    <a:pt x="1182" y="367"/>
                  </a:lnTo>
                  <a:lnTo>
                    <a:pt x="1180" y="370"/>
                  </a:lnTo>
                  <a:lnTo>
                    <a:pt x="1178" y="377"/>
                  </a:lnTo>
                  <a:lnTo>
                    <a:pt x="1201" y="384"/>
                  </a:lnTo>
                  <a:lnTo>
                    <a:pt x="1206" y="415"/>
                  </a:lnTo>
                  <a:lnTo>
                    <a:pt x="1201" y="415"/>
                  </a:lnTo>
                  <a:lnTo>
                    <a:pt x="1198" y="415"/>
                  </a:lnTo>
                  <a:lnTo>
                    <a:pt x="1194" y="417"/>
                  </a:lnTo>
                  <a:lnTo>
                    <a:pt x="1191" y="419"/>
                  </a:lnTo>
                  <a:lnTo>
                    <a:pt x="1191" y="426"/>
                  </a:lnTo>
                  <a:lnTo>
                    <a:pt x="1199" y="431"/>
                  </a:lnTo>
                  <a:lnTo>
                    <a:pt x="1205" y="438"/>
                  </a:lnTo>
                  <a:lnTo>
                    <a:pt x="1208" y="447"/>
                  </a:lnTo>
                  <a:lnTo>
                    <a:pt x="1210" y="461"/>
                  </a:lnTo>
                  <a:lnTo>
                    <a:pt x="1201" y="461"/>
                  </a:lnTo>
                  <a:lnTo>
                    <a:pt x="1199" y="461"/>
                  </a:lnTo>
                  <a:lnTo>
                    <a:pt x="1194" y="459"/>
                  </a:lnTo>
                  <a:lnTo>
                    <a:pt x="1191" y="461"/>
                  </a:lnTo>
                  <a:lnTo>
                    <a:pt x="1185" y="461"/>
                  </a:lnTo>
                  <a:lnTo>
                    <a:pt x="1182" y="464"/>
                  </a:lnTo>
                  <a:lnTo>
                    <a:pt x="1178" y="468"/>
                  </a:lnTo>
                  <a:lnTo>
                    <a:pt x="1184" y="471"/>
                  </a:lnTo>
                  <a:lnTo>
                    <a:pt x="1187" y="473"/>
                  </a:lnTo>
                  <a:lnTo>
                    <a:pt x="1189" y="475"/>
                  </a:lnTo>
                  <a:lnTo>
                    <a:pt x="1191" y="476"/>
                  </a:lnTo>
                  <a:lnTo>
                    <a:pt x="1192" y="482"/>
                  </a:lnTo>
                  <a:lnTo>
                    <a:pt x="1194" y="487"/>
                  </a:lnTo>
                  <a:lnTo>
                    <a:pt x="1192" y="489"/>
                  </a:lnTo>
                  <a:lnTo>
                    <a:pt x="1192" y="490"/>
                  </a:lnTo>
                  <a:lnTo>
                    <a:pt x="1192" y="490"/>
                  </a:lnTo>
                  <a:lnTo>
                    <a:pt x="1191" y="492"/>
                  </a:lnTo>
                  <a:lnTo>
                    <a:pt x="1191" y="496"/>
                  </a:lnTo>
                  <a:lnTo>
                    <a:pt x="1177" y="496"/>
                  </a:lnTo>
                  <a:lnTo>
                    <a:pt x="1163" y="499"/>
                  </a:lnTo>
                  <a:lnTo>
                    <a:pt x="1152" y="503"/>
                  </a:lnTo>
                  <a:lnTo>
                    <a:pt x="1156" y="503"/>
                  </a:lnTo>
                  <a:lnTo>
                    <a:pt x="1161" y="506"/>
                  </a:lnTo>
                  <a:lnTo>
                    <a:pt x="1165" y="508"/>
                  </a:lnTo>
                  <a:lnTo>
                    <a:pt x="1168" y="508"/>
                  </a:lnTo>
                  <a:lnTo>
                    <a:pt x="1172" y="510"/>
                  </a:lnTo>
                  <a:lnTo>
                    <a:pt x="1175" y="513"/>
                  </a:lnTo>
                  <a:lnTo>
                    <a:pt x="1178" y="518"/>
                  </a:lnTo>
                  <a:lnTo>
                    <a:pt x="1172" y="527"/>
                  </a:lnTo>
                  <a:lnTo>
                    <a:pt x="1168" y="538"/>
                  </a:lnTo>
                  <a:lnTo>
                    <a:pt x="1163" y="550"/>
                  </a:lnTo>
                  <a:lnTo>
                    <a:pt x="1161" y="545"/>
                  </a:lnTo>
                  <a:lnTo>
                    <a:pt x="1158" y="541"/>
                  </a:lnTo>
                  <a:lnTo>
                    <a:pt x="1156" y="539"/>
                  </a:lnTo>
                  <a:lnTo>
                    <a:pt x="1152" y="539"/>
                  </a:lnTo>
                  <a:lnTo>
                    <a:pt x="1147" y="538"/>
                  </a:lnTo>
                  <a:lnTo>
                    <a:pt x="1140" y="538"/>
                  </a:lnTo>
                  <a:lnTo>
                    <a:pt x="1140" y="541"/>
                  </a:lnTo>
                  <a:lnTo>
                    <a:pt x="1144" y="541"/>
                  </a:lnTo>
                  <a:lnTo>
                    <a:pt x="1156" y="553"/>
                  </a:lnTo>
                  <a:lnTo>
                    <a:pt x="1166" y="567"/>
                  </a:lnTo>
                  <a:lnTo>
                    <a:pt x="1172" y="585"/>
                  </a:lnTo>
                  <a:lnTo>
                    <a:pt x="1175" y="606"/>
                  </a:lnTo>
                  <a:lnTo>
                    <a:pt x="1172" y="606"/>
                  </a:lnTo>
                  <a:lnTo>
                    <a:pt x="1172" y="611"/>
                  </a:lnTo>
                  <a:lnTo>
                    <a:pt x="1144" y="614"/>
                  </a:lnTo>
                  <a:lnTo>
                    <a:pt x="1144" y="595"/>
                  </a:lnTo>
                  <a:lnTo>
                    <a:pt x="1140" y="592"/>
                  </a:lnTo>
                  <a:lnTo>
                    <a:pt x="1137" y="590"/>
                  </a:lnTo>
                  <a:lnTo>
                    <a:pt x="1135" y="588"/>
                  </a:lnTo>
                  <a:lnTo>
                    <a:pt x="1130" y="585"/>
                  </a:lnTo>
                  <a:lnTo>
                    <a:pt x="1124" y="583"/>
                  </a:lnTo>
                  <a:lnTo>
                    <a:pt x="1116" y="588"/>
                  </a:lnTo>
                  <a:lnTo>
                    <a:pt x="1105" y="592"/>
                  </a:lnTo>
                  <a:lnTo>
                    <a:pt x="1093" y="593"/>
                  </a:lnTo>
                  <a:lnTo>
                    <a:pt x="1082" y="597"/>
                  </a:lnTo>
                  <a:lnTo>
                    <a:pt x="1076" y="602"/>
                  </a:lnTo>
                  <a:lnTo>
                    <a:pt x="1082" y="602"/>
                  </a:lnTo>
                  <a:lnTo>
                    <a:pt x="1091" y="602"/>
                  </a:lnTo>
                  <a:lnTo>
                    <a:pt x="1105" y="600"/>
                  </a:lnTo>
                  <a:lnTo>
                    <a:pt x="1121" y="599"/>
                  </a:lnTo>
                  <a:lnTo>
                    <a:pt x="1121" y="606"/>
                  </a:lnTo>
                  <a:lnTo>
                    <a:pt x="1086" y="618"/>
                  </a:lnTo>
                  <a:lnTo>
                    <a:pt x="1086" y="621"/>
                  </a:lnTo>
                  <a:lnTo>
                    <a:pt x="1095" y="621"/>
                  </a:lnTo>
                  <a:lnTo>
                    <a:pt x="1100" y="620"/>
                  </a:lnTo>
                  <a:lnTo>
                    <a:pt x="1107" y="618"/>
                  </a:lnTo>
                  <a:lnTo>
                    <a:pt x="1114" y="616"/>
                  </a:lnTo>
                  <a:lnTo>
                    <a:pt x="1121" y="614"/>
                  </a:lnTo>
                  <a:lnTo>
                    <a:pt x="1123" y="623"/>
                  </a:lnTo>
                  <a:lnTo>
                    <a:pt x="1130" y="627"/>
                  </a:lnTo>
                  <a:lnTo>
                    <a:pt x="1137" y="628"/>
                  </a:lnTo>
                  <a:lnTo>
                    <a:pt x="1149" y="627"/>
                  </a:lnTo>
                  <a:lnTo>
                    <a:pt x="1163" y="627"/>
                  </a:lnTo>
                  <a:lnTo>
                    <a:pt x="1163" y="630"/>
                  </a:lnTo>
                  <a:lnTo>
                    <a:pt x="1159" y="630"/>
                  </a:lnTo>
                  <a:lnTo>
                    <a:pt x="1140" y="648"/>
                  </a:lnTo>
                  <a:lnTo>
                    <a:pt x="1119" y="665"/>
                  </a:lnTo>
                  <a:lnTo>
                    <a:pt x="1098" y="679"/>
                  </a:lnTo>
                  <a:lnTo>
                    <a:pt x="1074" y="691"/>
                  </a:lnTo>
                  <a:lnTo>
                    <a:pt x="1048" y="696"/>
                  </a:lnTo>
                  <a:lnTo>
                    <a:pt x="1018" y="695"/>
                  </a:lnTo>
                  <a:lnTo>
                    <a:pt x="1018" y="700"/>
                  </a:lnTo>
                  <a:lnTo>
                    <a:pt x="1018" y="705"/>
                  </a:lnTo>
                  <a:lnTo>
                    <a:pt x="1016" y="709"/>
                  </a:lnTo>
                  <a:lnTo>
                    <a:pt x="1014" y="710"/>
                  </a:lnTo>
                  <a:lnTo>
                    <a:pt x="1013" y="710"/>
                  </a:lnTo>
                  <a:lnTo>
                    <a:pt x="1011" y="712"/>
                  </a:lnTo>
                  <a:lnTo>
                    <a:pt x="1007" y="714"/>
                  </a:lnTo>
                  <a:lnTo>
                    <a:pt x="1004" y="716"/>
                  </a:lnTo>
                  <a:lnTo>
                    <a:pt x="1002" y="717"/>
                  </a:lnTo>
                  <a:lnTo>
                    <a:pt x="999" y="721"/>
                  </a:lnTo>
                  <a:lnTo>
                    <a:pt x="995" y="731"/>
                  </a:lnTo>
                  <a:lnTo>
                    <a:pt x="993" y="744"/>
                  </a:lnTo>
                  <a:lnTo>
                    <a:pt x="990" y="752"/>
                  </a:lnTo>
                  <a:lnTo>
                    <a:pt x="981" y="761"/>
                  </a:lnTo>
                  <a:lnTo>
                    <a:pt x="966" y="771"/>
                  </a:lnTo>
                  <a:lnTo>
                    <a:pt x="946" y="780"/>
                  </a:lnTo>
                  <a:lnTo>
                    <a:pt x="929" y="787"/>
                  </a:lnTo>
                  <a:lnTo>
                    <a:pt x="913" y="791"/>
                  </a:lnTo>
                  <a:lnTo>
                    <a:pt x="913" y="787"/>
                  </a:lnTo>
                  <a:lnTo>
                    <a:pt x="913" y="784"/>
                  </a:lnTo>
                  <a:lnTo>
                    <a:pt x="911" y="784"/>
                  </a:lnTo>
                  <a:lnTo>
                    <a:pt x="911" y="782"/>
                  </a:lnTo>
                  <a:lnTo>
                    <a:pt x="910" y="780"/>
                  </a:lnTo>
                  <a:lnTo>
                    <a:pt x="908" y="794"/>
                  </a:lnTo>
                  <a:lnTo>
                    <a:pt x="903" y="806"/>
                  </a:lnTo>
                  <a:lnTo>
                    <a:pt x="899" y="817"/>
                  </a:lnTo>
                  <a:lnTo>
                    <a:pt x="894" y="827"/>
                  </a:lnTo>
                  <a:lnTo>
                    <a:pt x="890" y="841"/>
                  </a:lnTo>
                  <a:lnTo>
                    <a:pt x="894" y="843"/>
                  </a:lnTo>
                  <a:lnTo>
                    <a:pt x="894" y="845"/>
                  </a:lnTo>
                  <a:lnTo>
                    <a:pt x="896" y="845"/>
                  </a:lnTo>
                  <a:lnTo>
                    <a:pt x="896" y="845"/>
                  </a:lnTo>
                  <a:lnTo>
                    <a:pt x="896" y="847"/>
                  </a:lnTo>
                  <a:lnTo>
                    <a:pt x="894" y="848"/>
                  </a:lnTo>
                  <a:lnTo>
                    <a:pt x="890" y="852"/>
                  </a:lnTo>
                  <a:lnTo>
                    <a:pt x="887" y="854"/>
                  </a:lnTo>
                  <a:lnTo>
                    <a:pt x="884" y="857"/>
                  </a:lnTo>
                  <a:lnTo>
                    <a:pt x="880" y="859"/>
                  </a:lnTo>
                  <a:lnTo>
                    <a:pt x="878" y="862"/>
                  </a:lnTo>
                  <a:lnTo>
                    <a:pt x="875" y="867"/>
                  </a:lnTo>
                  <a:lnTo>
                    <a:pt x="868" y="887"/>
                  </a:lnTo>
                  <a:lnTo>
                    <a:pt x="863" y="908"/>
                  </a:lnTo>
                  <a:lnTo>
                    <a:pt x="861" y="932"/>
                  </a:lnTo>
                  <a:lnTo>
                    <a:pt x="857" y="955"/>
                  </a:lnTo>
                  <a:lnTo>
                    <a:pt x="852" y="976"/>
                  </a:lnTo>
                  <a:lnTo>
                    <a:pt x="849" y="974"/>
                  </a:lnTo>
                  <a:lnTo>
                    <a:pt x="849" y="974"/>
                  </a:lnTo>
                  <a:lnTo>
                    <a:pt x="847" y="974"/>
                  </a:lnTo>
                  <a:lnTo>
                    <a:pt x="847" y="972"/>
                  </a:lnTo>
                  <a:lnTo>
                    <a:pt x="845" y="972"/>
                  </a:lnTo>
                  <a:lnTo>
                    <a:pt x="840" y="969"/>
                  </a:lnTo>
                  <a:lnTo>
                    <a:pt x="831" y="962"/>
                  </a:lnTo>
                  <a:lnTo>
                    <a:pt x="817" y="953"/>
                  </a:lnTo>
                  <a:lnTo>
                    <a:pt x="801" y="944"/>
                  </a:lnTo>
                  <a:lnTo>
                    <a:pt x="786" y="934"/>
                  </a:lnTo>
                  <a:lnTo>
                    <a:pt x="774" y="925"/>
                  </a:lnTo>
                  <a:lnTo>
                    <a:pt x="763" y="920"/>
                  </a:lnTo>
                  <a:lnTo>
                    <a:pt x="760" y="918"/>
                  </a:lnTo>
                  <a:lnTo>
                    <a:pt x="756" y="880"/>
                  </a:lnTo>
                  <a:lnTo>
                    <a:pt x="754" y="876"/>
                  </a:lnTo>
                  <a:lnTo>
                    <a:pt x="749" y="873"/>
                  </a:lnTo>
                  <a:lnTo>
                    <a:pt x="746" y="871"/>
                  </a:lnTo>
                  <a:lnTo>
                    <a:pt x="740" y="867"/>
                  </a:lnTo>
                  <a:lnTo>
                    <a:pt x="737" y="864"/>
                  </a:lnTo>
                  <a:lnTo>
                    <a:pt x="740" y="862"/>
                  </a:lnTo>
                  <a:lnTo>
                    <a:pt x="740" y="860"/>
                  </a:lnTo>
                  <a:lnTo>
                    <a:pt x="742" y="859"/>
                  </a:lnTo>
                  <a:lnTo>
                    <a:pt x="742" y="859"/>
                  </a:lnTo>
                  <a:lnTo>
                    <a:pt x="744" y="855"/>
                  </a:lnTo>
                  <a:lnTo>
                    <a:pt x="746" y="852"/>
                  </a:lnTo>
                  <a:lnTo>
                    <a:pt x="737" y="852"/>
                  </a:lnTo>
                  <a:lnTo>
                    <a:pt x="732" y="852"/>
                  </a:lnTo>
                  <a:lnTo>
                    <a:pt x="728" y="852"/>
                  </a:lnTo>
                  <a:lnTo>
                    <a:pt x="726" y="850"/>
                  </a:lnTo>
                  <a:lnTo>
                    <a:pt x="725" y="847"/>
                  </a:lnTo>
                  <a:lnTo>
                    <a:pt x="721" y="841"/>
                  </a:lnTo>
                  <a:lnTo>
                    <a:pt x="719" y="838"/>
                  </a:lnTo>
                  <a:lnTo>
                    <a:pt x="719" y="834"/>
                  </a:lnTo>
                  <a:lnTo>
                    <a:pt x="719" y="833"/>
                  </a:lnTo>
                  <a:lnTo>
                    <a:pt x="719" y="829"/>
                  </a:lnTo>
                  <a:lnTo>
                    <a:pt x="721" y="826"/>
                  </a:lnTo>
                  <a:lnTo>
                    <a:pt x="721" y="822"/>
                  </a:lnTo>
                  <a:lnTo>
                    <a:pt x="711" y="822"/>
                  </a:lnTo>
                  <a:lnTo>
                    <a:pt x="711" y="817"/>
                  </a:lnTo>
                  <a:lnTo>
                    <a:pt x="712" y="812"/>
                  </a:lnTo>
                  <a:lnTo>
                    <a:pt x="714" y="810"/>
                  </a:lnTo>
                  <a:lnTo>
                    <a:pt x="714" y="806"/>
                  </a:lnTo>
                  <a:lnTo>
                    <a:pt x="716" y="803"/>
                  </a:lnTo>
                  <a:lnTo>
                    <a:pt x="718" y="798"/>
                  </a:lnTo>
                  <a:lnTo>
                    <a:pt x="712" y="798"/>
                  </a:lnTo>
                  <a:lnTo>
                    <a:pt x="707" y="798"/>
                  </a:lnTo>
                  <a:lnTo>
                    <a:pt x="704" y="796"/>
                  </a:lnTo>
                  <a:lnTo>
                    <a:pt x="698" y="794"/>
                  </a:lnTo>
                  <a:lnTo>
                    <a:pt x="697" y="768"/>
                  </a:lnTo>
                  <a:lnTo>
                    <a:pt x="695" y="744"/>
                  </a:lnTo>
                  <a:lnTo>
                    <a:pt x="695" y="721"/>
                  </a:lnTo>
                  <a:lnTo>
                    <a:pt x="702" y="698"/>
                  </a:lnTo>
                  <a:lnTo>
                    <a:pt x="709" y="688"/>
                  </a:lnTo>
                  <a:lnTo>
                    <a:pt x="718" y="681"/>
                  </a:lnTo>
                  <a:lnTo>
                    <a:pt x="725" y="675"/>
                  </a:lnTo>
                  <a:lnTo>
                    <a:pt x="730" y="667"/>
                  </a:lnTo>
                  <a:lnTo>
                    <a:pt x="735" y="656"/>
                  </a:lnTo>
                  <a:lnTo>
                    <a:pt x="737" y="637"/>
                  </a:lnTo>
                  <a:lnTo>
                    <a:pt x="733" y="637"/>
                  </a:lnTo>
                  <a:lnTo>
                    <a:pt x="730" y="641"/>
                  </a:lnTo>
                  <a:lnTo>
                    <a:pt x="726" y="642"/>
                  </a:lnTo>
                  <a:lnTo>
                    <a:pt x="725" y="642"/>
                  </a:lnTo>
                  <a:lnTo>
                    <a:pt x="721" y="642"/>
                  </a:lnTo>
                  <a:lnTo>
                    <a:pt x="718" y="641"/>
                  </a:lnTo>
                  <a:lnTo>
                    <a:pt x="704" y="637"/>
                  </a:lnTo>
                  <a:lnTo>
                    <a:pt x="693" y="630"/>
                  </a:lnTo>
                  <a:lnTo>
                    <a:pt x="686" y="620"/>
                  </a:lnTo>
                  <a:lnTo>
                    <a:pt x="683" y="602"/>
                  </a:lnTo>
                  <a:lnTo>
                    <a:pt x="688" y="602"/>
                  </a:lnTo>
                  <a:lnTo>
                    <a:pt x="688" y="599"/>
                  </a:lnTo>
                  <a:lnTo>
                    <a:pt x="697" y="604"/>
                  </a:lnTo>
                  <a:lnTo>
                    <a:pt x="707" y="611"/>
                  </a:lnTo>
                  <a:lnTo>
                    <a:pt x="716" y="614"/>
                  </a:lnTo>
                  <a:lnTo>
                    <a:pt x="726" y="614"/>
                  </a:lnTo>
                  <a:lnTo>
                    <a:pt x="726" y="613"/>
                  </a:lnTo>
                  <a:lnTo>
                    <a:pt x="728" y="611"/>
                  </a:lnTo>
                  <a:lnTo>
                    <a:pt x="728" y="611"/>
                  </a:lnTo>
                  <a:lnTo>
                    <a:pt x="728" y="609"/>
                  </a:lnTo>
                  <a:lnTo>
                    <a:pt x="730" y="606"/>
                  </a:lnTo>
                  <a:lnTo>
                    <a:pt x="711" y="592"/>
                  </a:lnTo>
                  <a:lnTo>
                    <a:pt x="695" y="572"/>
                  </a:lnTo>
                  <a:lnTo>
                    <a:pt x="690" y="574"/>
                  </a:lnTo>
                  <a:lnTo>
                    <a:pt x="686" y="576"/>
                  </a:lnTo>
                  <a:lnTo>
                    <a:pt x="681" y="578"/>
                  </a:lnTo>
                  <a:lnTo>
                    <a:pt x="676" y="579"/>
                  </a:lnTo>
                  <a:lnTo>
                    <a:pt x="672" y="576"/>
                  </a:lnTo>
                  <a:lnTo>
                    <a:pt x="671" y="574"/>
                  </a:lnTo>
                  <a:lnTo>
                    <a:pt x="669" y="571"/>
                  </a:lnTo>
                  <a:lnTo>
                    <a:pt x="667" y="569"/>
                  </a:lnTo>
                  <a:lnTo>
                    <a:pt x="664" y="564"/>
                  </a:lnTo>
                  <a:lnTo>
                    <a:pt x="674" y="553"/>
                  </a:lnTo>
                  <a:lnTo>
                    <a:pt x="676" y="538"/>
                  </a:lnTo>
                  <a:lnTo>
                    <a:pt x="674" y="518"/>
                  </a:lnTo>
                  <a:lnTo>
                    <a:pt x="669" y="497"/>
                  </a:lnTo>
                  <a:lnTo>
                    <a:pt x="660" y="475"/>
                  </a:lnTo>
                  <a:lnTo>
                    <a:pt x="650" y="454"/>
                  </a:lnTo>
                  <a:lnTo>
                    <a:pt x="637" y="435"/>
                  </a:lnTo>
                  <a:lnTo>
                    <a:pt x="627" y="417"/>
                  </a:lnTo>
                  <a:lnTo>
                    <a:pt x="618" y="403"/>
                  </a:lnTo>
                  <a:lnTo>
                    <a:pt x="597" y="389"/>
                  </a:lnTo>
                  <a:lnTo>
                    <a:pt x="573" y="384"/>
                  </a:lnTo>
                  <a:lnTo>
                    <a:pt x="548" y="384"/>
                  </a:lnTo>
                  <a:lnTo>
                    <a:pt x="520" y="384"/>
                  </a:lnTo>
                  <a:lnTo>
                    <a:pt x="493" y="386"/>
                  </a:lnTo>
                  <a:lnTo>
                    <a:pt x="465" y="384"/>
                  </a:lnTo>
                  <a:lnTo>
                    <a:pt x="465" y="379"/>
                  </a:lnTo>
                  <a:lnTo>
                    <a:pt x="465" y="375"/>
                  </a:lnTo>
                  <a:lnTo>
                    <a:pt x="466" y="374"/>
                  </a:lnTo>
                  <a:lnTo>
                    <a:pt x="466" y="372"/>
                  </a:lnTo>
                  <a:lnTo>
                    <a:pt x="466" y="370"/>
                  </a:lnTo>
                  <a:lnTo>
                    <a:pt x="465" y="368"/>
                  </a:lnTo>
                  <a:lnTo>
                    <a:pt x="454" y="363"/>
                  </a:lnTo>
                  <a:lnTo>
                    <a:pt x="444" y="360"/>
                  </a:lnTo>
                  <a:lnTo>
                    <a:pt x="433" y="353"/>
                  </a:lnTo>
                  <a:lnTo>
                    <a:pt x="442" y="353"/>
                  </a:lnTo>
                  <a:lnTo>
                    <a:pt x="452" y="349"/>
                  </a:lnTo>
                  <a:lnTo>
                    <a:pt x="466" y="346"/>
                  </a:lnTo>
                  <a:lnTo>
                    <a:pt x="482" y="344"/>
                  </a:lnTo>
                  <a:lnTo>
                    <a:pt x="494" y="340"/>
                  </a:lnTo>
                  <a:lnTo>
                    <a:pt x="503" y="333"/>
                  </a:lnTo>
                  <a:lnTo>
                    <a:pt x="461" y="333"/>
                  </a:lnTo>
                  <a:lnTo>
                    <a:pt x="451" y="330"/>
                  </a:lnTo>
                  <a:lnTo>
                    <a:pt x="442" y="330"/>
                  </a:lnTo>
                  <a:lnTo>
                    <a:pt x="431" y="328"/>
                  </a:lnTo>
                  <a:lnTo>
                    <a:pt x="423" y="326"/>
                  </a:lnTo>
                  <a:lnTo>
                    <a:pt x="414" y="323"/>
                  </a:lnTo>
                  <a:lnTo>
                    <a:pt x="409" y="314"/>
                  </a:lnTo>
                  <a:lnTo>
                    <a:pt x="407" y="300"/>
                  </a:lnTo>
                  <a:lnTo>
                    <a:pt x="428" y="297"/>
                  </a:lnTo>
                  <a:lnTo>
                    <a:pt x="447" y="290"/>
                  </a:lnTo>
                  <a:lnTo>
                    <a:pt x="463" y="283"/>
                  </a:lnTo>
                  <a:lnTo>
                    <a:pt x="480" y="276"/>
                  </a:lnTo>
                  <a:lnTo>
                    <a:pt x="515" y="276"/>
                  </a:lnTo>
                  <a:lnTo>
                    <a:pt x="529" y="230"/>
                  </a:lnTo>
                  <a:lnTo>
                    <a:pt x="496" y="230"/>
                  </a:lnTo>
                  <a:lnTo>
                    <a:pt x="487" y="218"/>
                  </a:lnTo>
                  <a:lnTo>
                    <a:pt x="498" y="211"/>
                  </a:lnTo>
                  <a:lnTo>
                    <a:pt x="506" y="204"/>
                  </a:lnTo>
                  <a:lnTo>
                    <a:pt x="517" y="199"/>
                  </a:lnTo>
                  <a:lnTo>
                    <a:pt x="529" y="195"/>
                  </a:lnTo>
                  <a:lnTo>
                    <a:pt x="529" y="183"/>
                  </a:lnTo>
                  <a:lnTo>
                    <a:pt x="543" y="176"/>
                  </a:lnTo>
                  <a:lnTo>
                    <a:pt x="550" y="168"/>
                  </a:lnTo>
                  <a:lnTo>
                    <a:pt x="557" y="157"/>
                  </a:lnTo>
                  <a:lnTo>
                    <a:pt x="568" y="150"/>
                  </a:lnTo>
                  <a:lnTo>
                    <a:pt x="580" y="145"/>
                  </a:lnTo>
                  <a:lnTo>
                    <a:pt x="590" y="145"/>
                  </a:lnTo>
                  <a:lnTo>
                    <a:pt x="599" y="148"/>
                  </a:lnTo>
                  <a:lnTo>
                    <a:pt x="611" y="147"/>
                  </a:lnTo>
                  <a:lnTo>
                    <a:pt x="602" y="143"/>
                  </a:lnTo>
                  <a:lnTo>
                    <a:pt x="597" y="141"/>
                  </a:lnTo>
                  <a:lnTo>
                    <a:pt x="592" y="140"/>
                  </a:lnTo>
                  <a:lnTo>
                    <a:pt x="587" y="134"/>
                  </a:lnTo>
                  <a:lnTo>
                    <a:pt x="604" y="131"/>
                  </a:lnTo>
                  <a:lnTo>
                    <a:pt x="620" y="126"/>
                  </a:lnTo>
                  <a:lnTo>
                    <a:pt x="634" y="122"/>
                  </a:lnTo>
                  <a:lnTo>
                    <a:pt x="650" y="119"/>
                  </a:lnTo>
                  <a:lnTo>
                    <a:pt x="651" y="126"/>
                  </a:lnTo>
                  <a:lnTo>
                    <a:pt x="653" y="129"/>
                  </a:lnTo>
                  <a:lnTo>
                    <a:pt x="655" y="134"/>
                  </a:lnTo>
                  <a:lnTo>
                    <a:pt x="657" y="138"/>
                  </a:lnTo>
                  <a:lnTo>
                    <a:pt x="662" y="140"/>
                  </a:lnTo>
                  <a:lnTo>
                    <a:pt x="669" y="141"/>
                  </a:lnTo>
                  <a:lnTo>
                    <a:pt x="669" y="136"/>
                  </a:lnTo>
                  <a:lnTo>
                    <a:pt x="672" y="131"/>
                  </a:lnTo>
                  <a:lnTo>
                    <a:pt x="674" y="124"/>
                  </a:lnTo>
                  <a:lnTo>
                    <a:pt x="676" y="119"/>
                  </a:lnTo>
                  <a:lnTo>
                    <a:pt x="679" y="124"/>
                  </a:lnTo>
                  <a:lnTo>
                    <a:pt x="685" y="129"/>
                  </a:lnTo>
                  <a:lnTo>
                    <a:pt x="688" y="133"/>
                  </a:lnTo>
                  <a:lnTo>
                    <a:pt x="695" y="136"/>
                  </a:lnTo>
                  <a:lnTo>
                    <a:pt x="702" y="138"/>
                  </a:lnTo>
                  <a:lnTo>
                    <a:pt x="698" y="115"/>
                  </a:lnTo>
                  <a:lnTo>
                    <a:pt x="711" y="112"/>
                  </a:lnTo>
                  <a:lnTo>
                    <a:pt x="721" y="108"/>
                  </a:lnTo>
                  <a:lnTo>
                    <a:pt x="737" y="112"/>
                  </a:lnTo>
                  <a:lnTo>
                    <a:pt x="754" y="119"/>
                  </a:lnTo>
                  <a:lnTo>
                    <a:pt x="772" y="129"/>
                  </a:lnTo>
                  <a:lnTo>
                    <a:pt x="791" y="138"/>
                  </a:lnTo>
                  <a:lnTo>
                    <a:pt x="807" y="145"/>
                  </a:lnTo>
                  <a:lnTo>
                    <a:pt x="822" y="150"/>
                  </a:lnTo>
                  <a:lnTo>
                    <a:pt x="822" y="147"/>
                  </a:lnTo>
                  <a:lnTo>
                    <a:pt x="812" y="138"/>
                  </a:lnTo>
                  <a:lnTo>
                    <a:pt x="805" y="131"/>
                  </a:lnTo>
                  <a:lnTo>
                    <a:pt x="801" y="122"/>
                  </a:lnTo>
                  <a:lnTo>
                    <a:pt x="807" y="112"/>
                  </a:lnTo>
                  <a:lnTo>
                    <a:pt x="803" y="108"/>
                  </a:lnTo>
                  <a:lnTo>
                    <a:pt x="798" y="103"/>
                  </a:lnTo>
                  <a:lnTo>
                    <a:pt x="793" y="99"/>
                  </a:lnTo>
                  <a:lnTo>
                    <a:pt x="788" y="96"/>
                  </a:lnTo>
                  <a:lnTo>
                    <a:pt x="784" y="92"/>
                  </a:lnTo>
                  <a:lnTo>
                    <a:pt x="788" y="84"/>
                  </a:lnTo>
                  <a:lnTo>
                    <a:pt x="798" y="87"/>
                  </a:lnTo>
                  <a:lnTo>
                    <a:pt x="812" y="89"/>
                  </a:lnTo>
                  <a:lnTo>
                    <a:pt x="824" y="87"/>
                  </a:lnTo>
                  <a:lnTo>
                    <a:pt x="833" y="80"/>
                  </a:lnTo>
                  <a:lnTo>
                    <a:pt x="791" y="80"/>
                  </a:lnTo>
                  <a:lnTo>
                    <a:pt x="791" y="77"/>
                  </a:lnTo>
                  <a:lnTo>
                    <a:pt x="788" y="77"/>
                  </a:lnTo>
                  <a:lnTo>
                    <a:pt x="788" y="73"/>
                  </a:lnTo>
                  <a:lnTo>
                    <a:pt x="793" y="70"/>
                  </a:lnTo>
                  <a:lnTo>
                    <a:pt x="798" y="66"/>
                  </a:lnTo>
                  <a:lnTo>
                    <a:pt x="803" y="63"/>
                  </a:lnTo>
                  <a:lnTo>
                    <a:pt x="808" y="59"/>
                  </a:lnTo>
                  <a:lnTo>
                    <a:pt x="814" y="58"/>
                  </a:lnTo>
                  <a:lnTo>
                    <a:pt x="836" y="61"/>
                  </a:lnTo>
                  <a:lnTo>
                    <a:pt x="842" y="45"/>
                  </a:lnTo>
                  <a:lnTo>
                    <a:pt x="868" y="49"/>
                  </a:lnTo>
                  <a:lnTo>
                    <a:pt x="870" y="49"/>
                  </a:lnTo>
                  <a:lnTo>
                    <a:pt x="871" y="45"/>
                  </a:lnTo>
                  <a:lnTo>
                    <a:pt x="873" y="44"/>
                  </a:lnTo>
                  <a:lnTo>
                    <a:pt x="875" y="40"/>
                  </a:lnTo>
                  <a:lnTo>
                    <a:pt x="880" y="38"/>
                  </a:lnTo>
                  <a:lnTo>
                    <a:pt x="884" y="44"/>
                  </a:lnTo>
                  <a:lnTo>
                    <a:pt x="889" y="49"/>
                  </a:lnTo>
                  <a:lnTo>
                    <a:pt x="894" y="54"/>
                  </a:lnTo>
                  <a:lnTo>
                    <a:pt x="894" y="45"/>
                  </a:lnTo>
                  <a:lnTo>
                    <a:pt x="896" y="44"/>
                  </a:lnTo>
                  <a:lnTo>
                    <a:pt x="896" y="42"/>
                  </a:lnTo>
                  <a:lnTo>
                    <a:pt x="896" y="40"/>
                  </a:lnTo>
                  <a:lnTo>
                    <a:pt x="896" y="38"/>
                  </a:lnTo>
                  <a:lnTo>
                    <a:pt x="897" y="35"/>
                  </a:lnTo>
                  <a:lnTo>
                    <a:pt x="899" y="33"/>
                  </a:lnTo>
                  <a:lnTo>
                    <a:pt x="903" y="31"/>
                  </a:lnTo>
                  <a:lnTo>
                    <a:pt x="920" y="23"/>
                  </a:lnTo>
                  <a:lnTo>
                    <a:pt x="943" y="19"/>
                  </a:lnTo>
                  <a:close/>
                  <a:moveTo>
                    <a:pt x="2205" y="16"/>
                  </a:moveTo>
                  <a:lnTo>
                    <a:pt x="2215" y="19"/>
                  </a:lnTo>
                  <a:lnTo>
                    <a:pt x="2215" y="26"/>
                  </a:lnTo>
                  <a:lnTo>
                    <a:pt x="2200" y="26"/>
                  </a:lnTo>
                  <a:lnTo>
                    <a:pt x="2205" y="16"/>
                  </a:lnTo>
                  <a:close/>
                  <a:moveTo>
                    <a:pt x="2676" y="0"/>
                  </a:moveTo>
                  <a:lnTo>
                    <a:pt x="2681" y="3"/>
                  </a:lnTo>
                  <a:lnTo>
                    <a:pt x="2685" y="7"/>
                  </a:lnTo>
                  <a:lnTo>
                    <a:pt x="2687" y="10"/>
                  </a:lnTo>
                  <a:lnTo>
                    <a:pt x="2688" y="16"/>
                  </a:lnTo>
                  <a:lnTo>
                    <a:pt x="2690" y="19"/>
                  </a:lnTo>
                  <a:lnTo>
                    <a:pt x="2692" y="24"/>
                  </a:lnTo>
                  <a:lnTo>
                    <a:pt x="2695" y="26"/>
                  </a:lnTo>
                  <a:lnTo>
                    <a:pt x="2706" y="31"/>
                  </a:lnTo>
                  <a:lnTo>
                    <a:pt x="2716" y="33"/>
                  </a:lnTo>
                  <a:lnTo>
                    <a:pt x="2723" y="33"/>
                  </a:lnTo>
                  <a:lnTo>
                    <a:pt x="2728" y="37"/>
                  </a:lnTo>
                  <a:lnTo>
                    <a:pt x="2732" y="44"/>
                  </a:lnTo>
                  <a:lnTo>
                    <a:pt x="2734" y="58"/>
                  </a:lnTo>
                  <a:lnTo>
                    <a:pt x="2732" y="59"/>
                  </a:lnTo>
                  <a:lnTo>
                    <a:pt x="2732" y="59"/>
                  </a:lnTo>
                  <a:lnTo>
                    <a:pt x="2732" y="61"/>
                  </a:lnTo>
                  <a:lnTo>
                    <a:pt x="2732" y="63"/>
                  </a:lnTo>
                  <a:lnTo>
                    <a:pt x="2730" y="65"/>
                  </a:lnTo>
                  <a:lnTo>
                    <a:pt x="2708" y="65"/>
                  </a:lnTo>
                  <a:lnTo>
                    <a:pt x="2685" y="65"/>
                  </a:lnTo>
                  <a:lnTo>
                    <a:pt x="2666" y="73"/>
                  </a:lnTo>
                  <a:lnTo>
                    <a:pt x="2662" y="75"/>
                  </a:lnTo>
                  <a:lnTo>
                    <a:pt x="2660" y="79"/>
                  </a:lnTo>
                  <a:lnTo>
                    <a:pt x="2659" y="80"/>
                  </a:lnTo>
                  <a:lnTo>
                    <a:pt x="2657" y="82"/>
                  </a:lnTo>
                  <a:lnTo>
                    <a:pt x="2655" y="84"/>
                  </a:lnTo>
                  <a:lnTo>
                    <a:pt x="2652" y="86"/>
                  </a:lnTo>
                  <a:lnTo>
                    <a:pt x="2646" y="89"/>
                  </a:lnTo>
                  <a:lnTo>
                    <a:pt x="2643" y="84"/>
                  </a:lnTo>
                  <a:lnTo>
                    <a:pt x="2641" y="80"/>
                  </a:lnTo>
                  <a:lnTo>
                    <a:pt x="2638" y="77"/>
                  </a:lnTo>
                  <a:lnTo>
                    <a:pt x="2650" y="47"/>
                  </a:lnTo>
                  <a:lnTo>
                    <a:pt x="2662" y="23"/>
                  </a:lnTo>
                  <a:lnTo>
                    <a:pt x="2676" y="0"/>
                  </a:lnTo>
                  <a:close/>
                  <a:moveTo>
                    <a:pt x="2554" y="0"/>
                  </a:moveTo>
                  <a:lnTo>
                    <a:pt x="2563" y="9"/>
                  </a:lnTo>
                  <a:lnTo>
                    <a:pt x="2568" y="19"/>
                  </a:lnTo>
                  <a:lnTo>
                    <a:pt x="2573" y="31"/>
                  </a:lnTo>
                  <a:lnTo>
                    <a:pt x="2564" y="31"/>
                  </a:lnTo>
                  <a:lnTo>
                    <a:pt x="2564" y="26"/>
                  </a:lnTo>
                  <a:lnTo>
                    <a:pt x="2561" y="23"/>
                  </a:lnTo>
                  <a:lnTo>
                    <a:pt x="2557" y="19"/>
                  </a:lnTo>
                  <a:lnTo>
                    <a:pt x="2556" y="14"/>
                  </a:lnTo>
                  <a:lnTo>
                    <a:pt x="2554" y="9"/>
                  </a:lnTo>
                  <a:lnTo>
                    <a:pt x="2554" y="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sp>
        <p:nvSpPr>
          <p:cNvPr id="7" name="Rectangle 6"/>
          <p:cNvSpPr/>
          <p:nvPr/>
        </p:nvSpPr>
        <p:spPr>
          <a:xfrm>
            <a:off x="0" y="0"/>
            <a:ext cx="4571206" cy="5143500"/>
          </a:xfrm>
          <a:custGeom>
            <a:avLst/>
            <a:gdLst>
              <a:gd name="connsiteX0" fmla="*/ 0 w 4571206"/>
              <a:gd name="connsiteY0" fmla="*/ 0 h 5143500"/>
              <a:gd name="connsiteX1" fmla="*/ 4571206 w 4571206"/>
              <a:gd name="connsiteY1" fmla="*/ 0 h 5143500"/>
              <a:gd name="connsiteX2" fmla="*/ 4571206 w 4571206"/>
              <a:gd name="connsiteY2" fmla="*/ 5143500 h 5143500"/>
              <a:gd name="connsiteX3" fmla="*/ 0 w 4571206"/>
              <a:gd name="connsiteY3" fmla="*/ 5143500 h 5143500"/>
              <a:gd name="connsiteX4" fmla="*/ 0 w 4571206"/>
              <a:gd name="connsiteY4" fmla="*/ 0 h 5143500"/>
              <a:gd name="connsiteX0" fmla="*/ 0 w 4571206"/>
              <a:gd name="connsiteY0" fmla="*/ 0 h 5143500"/>
              <a:gd name="connsiteX1" fmla="*/ 1758994 w 4571206"/>
              <a:gd name="connsiteY1" fmla="*/ 0 h 5143500"/>
              <a:gd name="connsiteX2" fmla="*/ 4571206 w 4571206"/>
              <a:gd name="connsiteY2" fmla="*/ 5143500 h 5143500"/>
              <a:gd name="connsiteX3" fmla="*/ 0 w 4571206"/>
              <a:gd name="connsiteY3" fmla="*/ 5143500 h 5143500"/>
              <a:gd name="connsiteX4" fmla="*/ 0 w 4571206"/>
              <a:gd name="connsiteY4" fmla="*/ 0 h 5143500"/>
              <a:gd name="connsiteX0" fmla="*/ 0 w 4571206"/>
              <a:gd name="connsiteY0" fmla="*/ 0 h 5143500"/>
              <a:gd name="connsiteX1" fmla="*/ 2319711 w 4571206"/>
              <a:gd name="connsiteY1" fmla="*/ 0 h 5143500"/>
              <a:gd name="connsiteX2" fmla="*/ 4571206 w 4571206"/>
              <a:gd name="connsiteY2" fmla="*/ 5143500 h 5143500"/>
              <a:gd name="connsiteX3" fmla="*/ 0 w 4571206"/>
              <a:gd name="connsiteY3" fmla="*/ 5143500 h 5143500"/>
              <a:gd name="connsiteX4" fmla="*/ 0 w 4571206"/>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1206" h="5143500">
                <a:moveTo>
                  <a:pt x="0" y="0"/>
                </a:moveTo>
                <a:lnTo>
                  <a:pt x="2319711" y="0"/>
                </a:lnTo>
                <a:lnTo>
                  <a:pt x="4571206" y="5143500"/>
                </a:lnTo>
                <a:lnTo>
                  <a:pt x="0" y="5143500"/>
                </a:lnTo>
                <a:lnTo>
                  <a:pt x="0" y="0"/>
                </a:lnTo>
                <a:close/>
              </a:path>
            </a:pathLst>
          </a:custGeom>
          <a:gradFill>
            <a:gsLst>
              <a:gs pos="100000">
                <a:schemeClr val="tx2"/>
              </a:gs>
              <a:gs pos="20000">
                <a:srgbClr val="246B84"/>
              </a:gs>
              <a:gs pos="53000">
                <a:schemeClr val="tx2"/>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6" name="Title 5"/>
          <p:cNvSpPr>
            <a:spLocks noGrp="1"/>
          </p:cNvSpPr>
          <p:nvPr>
            <p:ph type="title" idx="4294967295"/>
          </p:nvPr>
        </p:nvSpPr>
        <p:spPr>
          <a:xfrm>
            <a:off x="2607979" y="103188"/>
            <a:ext cx="6536021" cy="884237"/>
          </a:xfrm>
          <a:prstGeom prst="rect">
            <a:avLst/>
          </a:prstGeom>
        </p:spPr>
        <p:txBody>
          <a:bodyPr/>
          <a:lstStyle/>
          <a:p>
            <a:r>
              <a:rPr lang="en-US" altLang="ko-KR" sz="3600" b="1" dirty="0">
                <a:solidFill>
                  <a:schemeClr val="tx2"/>
                </a:solidFill>
                <a:latin typeface="+mj-ea"/>
              </a:rPr>
              <a:t>Worldmap Infographic</a:t>
            </a:r>
            <a:endParaRPr lang="ko-KR" altLang="en-US" sz="3600" b="1" dirty="0">
              <a:solidFill>
                <a:schemeClr val="tx2"/>
              </a:solidFill>
              <a:latin typeface="+mj-ea"/>
            </a:endParaRPr>
          </a:p>
        </p:txBody>
      </p:sp>
      <p:sp>
        <p:nvSpPr>
          <p:cNvPr id="15" name="Oval 14"/>
          <p:cNvSpPr/>
          <p:nvPr/>
        </p:nvSpPr>
        <p:spPr>
          <a:xfrm>
            <a:off x="6393501" y="1181006"/>
            <a:ext cx="540000" cy="54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6" name="Straight Arrow Connector 15"/>
          <p:cNvCxnSpPr>
            <a:stCxn id="15" idx="4"/>
          </p:cNvCxnSpPr>
          <p:nvPr/>
        </p:nvCxnSpPr>
        <p:spPr>
          <a:xfrm>
            <a:off x="6663501" y="1721006"/>
            <a:ext cx="0" cy="755034"/>
          </a:xfrm>
          <a:prstGeom prst="straightConnector1">
            <a:avLst/>
          </a:prstGeom>
          <a:ln w="2540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5025349" y="2476040"/>
            <a:ext cx="540000" cy="54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2" name="Straight Arrow Connector 21"/>
          <p:cNvCxnSpPr>
            <a:stCxn id="21" idx="4"/>
          </p:cNvCxnSpPr>
          <p:nvPr/>
        </p:nvCxnSpPr>
        <p:spPr>
          <a:xfrm>
            <a:off x="5295349" y="3016040"/>
            <a:ext cx="0" cy="755034"/>
          </a:xfrm>
          <a:prstGeom prst="straightConnector1">
            <a:avLst/>
          </a:prstGeom>
          <a:ln w="2540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7272781" y="1721269"/>
            <a:ext cx="540000" cy="54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4" name="Straight Arrow Connector 23"/>
          <p:cNvCxnSpPr>
            <a:stCxn id="23" idx="4"/>
          </p:cNvCxnSpPr>
          <p:nvPr/>
        </p:nvCxnSpPr>
        <p:spPr>
          <a:xfrm>
            <a:off x="7542781" y="2261269"/>
            <a:ext cx="0" cy="755034"/>
          </a:xfrm>
          <a:prstGeom prst="straightConnector1">
            <a:avLst/>
          </a:prstGeom>
          <a:ln w="2540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4261046" y="1464377"/>
            <a:ext cx="540000" cy="54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6" name="Straight Arrow Connector 25"/>
          <p:cNvCxnSpPr>
            <a:stCxn id="25" idx="4"/>
          </p:cNvCxnSpPr>
          <p:nvPr/>
        </p:nvCxnSpPr>
        <p:spPr>
          <a:xfrm>
            <a:off x="4531046" y="2004377"/>
            <a:ext cx="0" cy="755034"/>
          </a:xfrm>
          <a:prstGeom prst="straightConnector1">
            <a:avLst/>
          </a:prstGeom>
          <a:ln w="2540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4166017" y="1568826"/>
            <a:ext cx="715316"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25%</a:t>
            </a:r>
            <a:endParaRPr lang="ko-KR" altLang="en-US" sz="1600" b="1" dirty="0">
              <a:solidFill>
                <a:schemeClr val="bg1"/>
              </a:solidFill>
              <a:cs typeface="Arial" pitchFamily="34" charset="0"/>
            </a:endParaRPr>
          </a:p>
        </p:txBody>
      </p:sp>
      <p:sp>
        <p:nvSpPr>
          <p:cNvPr id="28" name="TextBox 27"/>
          <p:cNvSpPr txBox="1"/>
          <p:nvPr/>
        </p:nvSpPr>
        <p:spPr>
          <a:xfrm>
            <a:off x="4937691" y="2576763"/>
            <a:ext cx="715316"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35%</a:t>
            </a:r>
            <a:endParaRPr lang="ko-KR" altLang="en-US" sz="1600" b="1" dirty="0">
              <a:solidFill>
                <a:schemeClr val="bg1"/>
              </a:solidFill>
              <a:cs typeface="Arial" pitchFamily="34" charset="0"/>
            </a:endParaRPr>
          </a:p>
        </p:txBody>
      </p:sp>
      <p:sp>
        <p:nvSpPr>
          <p:cNvPr id="29" name="TextBox 28"/>
          <p:cNvSpPr txBox="1"/>
          <p:nvPr/>
        </p:nvSpPr>
        <p:spPr>
          <a:xfrm>
            <a:off x="6305843" y="1281729"/>
            <a:ext cx="715316"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55%</a:t>
            </a:r>
            <a:endParaRPr lang="ko-KR" altLang="en-US" sz="1600" b="1" dirty="0">
              <a:solidFill>
                <a:schemeClr val="bg1"/>
              </a:solidFill>
              <a:cs typeface="Arial" pitchFamily="34" charset="0"/>
            </a:endParaRPr>
          </a:p>
        </p:txBody>
      </p:sp>
      <p:sp>
        <p:nvSpPr>
          <p:cNvPr id="30" name="TextBox 29"/>
          <p:cNvSpPr txBox="1"/>
          <p:nvPr/>
        </p:nvSpPr>
        <p:spPr>
          <a:xfrm>
            <a:off x="7185123" y="1821992"/>
            <a:ext cx="715316"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10%</a:t>
            </a:r>
            <a:endParaRPr lang="ko-KR" altLang="en-US" sz="1600" b="1" dirty="0">
              <a:solidFill>
                <a:schemeClr val="bg1"/>
              </a:solidFill>
              <a:cs typeface="Arial" pitchFamily="34" charset="0"/>
            </a:endParaRPr>
          </a:p>
        </p:txBody>
      </p:sp>
      <p:graphicFrame>
        <p:nvGraphicFramePr>
          <p:cNvPr id="31" name="Chart 30"/>
          <p:cNvGraphicFramePr/>
          <p:nvPr>
            <p:extLst/>
          </p:nvPr>
        </p:nvGraphicFramePr>
        <p:xfrm>
          <a:off x="755576" y="1104787"/>
          <a:ext cx="1852403" cy="1673611"/>
        </p:xfrm>
        <a:graphic>
          <a:graphicData uri="http://schemas.openxmlformats.org/drawingml/2006/chart">
            <c:chart xmlns:c="http://schemas.openxmlformats.org/drawingml/2006/chart" xmlns:r="http://schemas.openxmlformats.org/officeDocument/2006/relationships" r:id="rId2"/>
          </a:graphicData>
        </a:graphic>
      </p:graphicFrame>
      <p:sp>
        <p:nvSpPr>
          <p:cNvPr id="32" name="TextBox 31"/>
          <p:cNvSpPr txBox="1"/>
          <p:nvPr/>
        </p:nvSpPr>
        <p:spPr>
          <a:xfrm>
            <a:off x="1204796" y="1679982"/>
            <a:ext cx="953963" cy="523220"/>
          </a:xfrm>
          <a:prstGeom prst="rect">
            <a:avLst/>
          </a:prstGeom>
          <a:noFill/>
        </p:spPr>
        <p:txBody>
          <a:bodyPr wrap="square" rtlCol="0">
            <a:spAutoFit/>
          </a:bodyPr>
          <a:lstStyle/>
          <a:p>
            <a:pPr algn="ctr"/>
            <a:r>
              <a:rPr lang="en-US" altLang="ko-KR" sz="2800" b="1" dirty="0">
                <a:solidFill>
                  <a:schemeClr val="bg1"/>
                </a:solidFill>
                <a:cs typeface="Arial" pitchFamily="34" charset="0"/>
              </a:rPr>
              <a:t>55</a:t>
            </a:r>
            <a:r>
              <a:rPr lang="en-US" altLang="ko-KR" sz="1600" b="1" dirty="0">
                <a:solidFill>
                  <a:schemeClr val="bg1"/>
                </a:solidFill>
                <a:cs typeface="Arial" pitchFamily="34" charset="0"/>
              </a:rPr>
              <a:t>%</a:t>
            </a:r>
            <a:endParaRPr lang="ko-KR" altLang="en-US" sz="1600" b="1" dirty="0">
              <a:solidFill>
                <a:schemeClr val="bg1"/>
              </a:solidFill>
              <a:cs typeface="Arial" pitchFamily="34" charset="0"/>
            </a:endParaRPr>
          </a:p>
        </p:txBody>
      </p:sp>
      <p:sp>
        <p:nvSpPr>
          <p:cNvPr id="33" name="TextBox 32"/>
          <p:cNvSpPr txBox="1"/>
          <p:nvPr/>
        </p:nvSpPr>
        <p:spPr>
          <a:xfrm>
            <a:off x="544235" y="3020347"/>
            <a:ext cx="2731622" cy="1569660"/>
          </a:xfrm>
          <a:prstGeom prst="rect">
            <a:avLst/>
          </a:prstGeom>
          <a:noFill/>
        </p:spPr>
        <p:txBody>
          <a:bodyPr wrap="square" rtlCol="0">
            <a:spAutoFit/>
          </a:bodyPr>
          <a:lstStyle/>
          <a:p>
            <a:r>
              <a:rPr lang="en-US" altLang="ko-KR" sz="1200" dirty="0">
                <a:solidFill>
                  <a:schemeClr val="bg1"/>
                </a:solidFill>
                <a:cs typeface="Arial" pitchFamily="34" charset="0"/>
              </a:rPr>
              <a:t>This PowerPoint Template has clean and neutral design that can be adapted to any content and meets various market segments. This PowerPoint Template has clean and neutral design that can be adapted to any content and meets various market segments.  </a:t>
            </a:r>
          </a:p>
        </p:txBody>
      </p:sp>
    </p:spTree>
    <p:extLst>
      <p:ext uri="{BB962C8B-B14F-4D97-AF65-F5344CB8AC3E}">
        <p14:creationId xmlns:p14="http://schemas.microsoft.com/office/powerpoint/2010/main" val="31727062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Tree>
    <p:extLst>
      <p:ext uri="{BB962C8B-B14F-4D97-AF65-F5344CB8AC3E}">
        <p14:creationId xmlns:p14="http://schemas.microsoft.com/office/powerpoint/2010/main" val="1708475851"/>
      </p:ext>
    </p:extLst>
  </p:cSld>
  <p:clrMapOvr>
    <a:masterClrMapping/>
  </p:clrMapOvr>
</p:sld>
</file>

<file path=ppt/theme/theme1.xml><?xml version="1.0" encoding="utf-8"?>
<a:theme xmlns:a="http://schemas.openxmlformats.org/drawingml/2006/main" name="Cover and End Slides">
  <a:themeElements>
    <a:clrScheme name="大豐">
      <a:dk1>
        <a:sysClr val="windowText" lastClr="000000"/>
      </a:dk1>
      <a:lt1>
        <a:sysClr val="window" lastClr="FFFFFF"/>
      </a:lt1>
      <a:dk2>
        <a:srgbClr val="004974"/>
      </a:dk2>
      <a:lt2>
        <a:srgbClr val="F7F7F7"/>
      </a:lt2>
      <a:accent1>
        <a:srgbClr val="22AAE4"/>
      </a:accent1>
      <a:accent2>
        <a:srgbClr val="2A81C6"/>
      </a:accent2>
      <a:accent3>
        <a:srgbClr val="009660"/>
      </a:accent3>
      <a:accent4>
        <a:srgbClr val="CBCBCB"/>
      </a:accent4>
      <a:accent5>
        <a:srgbClr val="4EB47D"/>
      </a:accent5>
      <a:accent6>
        <a:srgbClr val="D5DB22"/>
      </a:accent6>
      <a:hlink>
        <a:srgbClr val="2A81C6"/>
      </a:hlink>
      <a:folHlink>
        <a:srgbClr val="8DB3E2"/>
      </a:folHlink>
    </a:clrScheme>
    <a:fontScheme name="大豐簡報公版">
      <a:majorFont>
        <a:latin typeface="Calibri"/>
        <a:ea typeface="Microsoft YaHei"/>
        <a:cs typeface=""/>
      </a:majorFont>
      <a:minorFont>
        <a:latin typeface="Calibri"/>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s Slide">
  <a:themeElements>
    <a:clrScheme name="自訂 6">
      <a:dk1>
        <a:sysClr val="windowText" lastClr="000000"/>
      </a:dk1>
      <a:lt1>
        <a:sysClr val="window" lastClr="FFFFFF"/>
      </a:lt1>
      <a:dk2>
        <a:srgbClr val="004974"/>
      </a:dk2>
      <a:lt2>
        <a:srgbClr val="F7F7F7"/>
      </a:lt2>
      <a:accent1>
        <a:srgbClr val="22AAE4"/>
      </a:accent1>
      <a:accent2>
        <a:srgbClr val="2A81C6"/>
      </a:accent2>
      <a:accent3>
        <a:srgbClr val="009660"/>
      </a:accent3>
      <a:accent4>
        <a:srgbClr val="CBCBCB"/>
      </a:accent4>
      <a:accent5>
        <a:srgbClr val="4EB47D"/>
      </a:accent5>
      <a:accent6>
        <a:srgbClr val="D5DB22"/>
      </a:accent6>
      <a:hlink>
        <a:srgbClr val="0033CC"/>
      </a:hlink>
      <a:folHlink>
        <a:srgbClr val="8DB3E2"/>
      </a:folHlink>
    </a:clrScheme>
    <a:fontScheme name="自訂 4">
      <a:majorFont>
        <a:latin typeface="Calibri"/>
        <a:ea typeface="Microsoft YaHei"/>
        <a:cs typeface=""/>
      </a:majorFont>
      <a:minorFont>
        <a:latin typeface="Calibri"/>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2326</TotalTime>
  <Words>447</Words>
  <Application>Microsoft Office PowerPoint</Application>
  <PresentationFormat>如螢幕大小 (16:9)</PresentationFormat>
  <Paragraphs>121</Paragraphs>
  <Slides>18</Slides>
  <Notes>0</Notes>
  <HiddenSlides>0</HiddenSlides>
  <MMClips>0</MMClips>
  <ScaleCrop>false</ScaleCrop>
  <HeadingPairs>
    <vt:vector size="6" baseType="variant">
      <vt:variant>
        <vt:lpstr>使用字型</vt:lpstr>
      </vt:variant>
      <vt:variant>
        <vt:i4>5</vt:i4>
      </vt:variant>
      <vt:variant>
        <vt:lpstr>佈景主題</vt:lpstr>
      </vt:variant>
      <vt:variant>
        <vt:i4>2</vt:i4>
      </vt:variant>
      <vt:variant>
        <vt:lpstr>投影片標題</vt:lpstr>
      </vt:variant>
      <vt:variant>
        <vt:i4>18</vt:i4>
      </vt:variant>
    </vt:vector>
  </HeadingPairs>
  <TitlesOfParts>
    <vt:vector size="25" baseType="lpstr">
      <vt:lpstr>맑은 고딕</vt:lpstr>
      <vt:lpstr>Microsoft YaHei</vt:lpstr>
      <vt:lpstr>微軟正黑體</vt:lpstr>
      <vt:lpstr>Arial</vt:lpstr>
      <vt:lpstr>Calibri</vt:lpstr>
      <vt:lpstr>Cover and End Slides</vt:lpstr>
      <vt:lpstr>Contents Slide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Table &amp; Chart</vt:lpstr>
      <vt:lpstr>Table Layout</vt:lpstr>
      <vt:lpstr>PowerPoint 簡報</vt:lpstr>
      <vt:lpstr>Infographic Layout</vt:lpstr>
      <vt:lpstr>Chart Layout</vt:lpstr>
      <vt:lpstr>Worldmap Infographic</vt:lpstr>
      <vt:lpstr>PowerPoint 簡報</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googleslidesppt.com;allppt.com</dc:creator>
  <cp:lastModifiedBy>EC-Olga Yang 楊淳羽</cp:lastModifiedBy>
  <cp:revision>175</cp:revision>
  <dcterms:created xsi:type="dcterms:W3CDTF">2016-11-17T01:16:25Z</dcterms:created>
  <dcterms:modified xsi:type="dcterms:W3CDTF">2020-02-11T08:35:11Z</dcterms:modified>
</cp:coreProperties>
</file>